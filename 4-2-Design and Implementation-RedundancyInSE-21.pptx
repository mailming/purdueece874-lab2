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17"/>
  </p:notesMasterIdLst>
  <p:sldIdLst>
    <p:sldId id="263" r:id="rId2"/>
    <p:sldId id="271" r:id="rId3"/>
    <p:sldId id="1025" r:id="rId4"/>
    <p:sldId id="1046" r:id="rId5"/>
    <p:sldId id="1131" r:id="rId6"/>
    <p:sldId id="1128" r:id="rId7"/>
    <p:sldId id="1129" r:id="rId8"/>
    <p:sldId id="1064" r:id="rId9"/>
    <p:sldId id="1130" r:id="rId10"/>
    <p:sldId id="1059" r:id="rId11"/>
    <p:sldId id="1132" r:id="rId12"/>
    <p:sldId id="1133" r:id="rId13"/>
    <p:sldId id="1083" r:id="rId14"/>
    <p:sldId id="1134" r:id="rId15"/>
    <p:sldId id="113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s, James C" initials="JD" lastIdx="1" clrIdx="0">
    <p:extLst>
      <p:ext uri="{19B8F6BF-5375-455C-9EA6-DF929625EA0E}">
        <p15:presenceInfo xmlns:p15="http://schemas.microsoft.com/office/powerpoint/2012/main" userId="S::davisjam@purdue.edu::84778d94-b1cc-4a48-87ce-749e1d7d6e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658" autoAdjust="0"/>
    <p:restoredTop sz="57687"/>
  </p:normalViewPr>
  <p:slideViewPr>
    <p:cSldViewPr snapToGrid="0" snapToObjects="1">
      <p:cViewPr varScale="1">
        <p:scale>
          <a:sx n="66" d="100"/>
          <a:sy n="66" d="100"/>
        </p:scale>
        <p:origin x="2448" y="192"/>
      </p:cViewPr>
      <p:guideLst/>
    </p:cSldViewPr>
  </p:slid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s, James C" userId="84778d94-b1cc-4a48-87ce-749e1d7d6e72" providerId="ADAL" clId="{D0D12B2A-040A-E24A-B778-9201BB26E162}"/>
    <pc:docChg chg="custSel modSld">
      <pc:chgData name="Davis, James C" userId="84778d94-b1cc-4a48-87ce-749e1d7d6e72" providerId="ADAL" clId="{D0D12B2A-040A-E24A-B778-9201BB26E162}" dt="2024-01-17T13:29:46.249" v="15" actId="20577"/>
      <pc:docMkLst>
        <pc:docMk/>
      </pc:docMkLst>
      <pc:sldChg chg="modSp mod">
        <pc:chgData name="Davis, James C" userId="84778d94-b1cc-4a48-87ce-749e1d7d6e72" providerId="ADAL" clId="{D0D12B2A-040A-E24A-B778-9201BB26E162}" dt="2024-01-17T02:59:40.758" v="8" actId="27636"/>
        <pc:sldMkLst>
          <pc:docMk/>
          <pc:sldMk cId="681153070" sldId="263"/>
        </pc:sldMkLst>
        <pc:spChg chg="mod">
          <ac:chgData name="Davis, James C" userId="84778d94-b1cc-4a48-87ce-749e1d7d6e72" providerId="ADAL" clId="{D0D12B2A-040A-E24A-B778-9201BB26E162}" dt="2024-01-17T02:59:40.758" v="8" actId="27636"/>
          <ac:spMkLst>
            <pc:docMk/>
            <pc:sldMk cId="681153070" sldId="263"/>
            <ac:spMk id="2" creationId="{7A610390-B9F9-1640-9974-0C21350E01C9}"/>
          </ac:spMkLst>
        </pc:spChg>
      </pc:sldChg>
      <pc:sldChg chg="modSp mod">
        <pc:chgData name="Davis, James C" userId="84778d94-b1cc-4a48-87ce-749e1d7d6e72" providerId="ADAL" clId="{D0D12B2A-040A-E24A-B778-9201BB26E162}" dt="2024-01-17T02:59:56.751" v="12" actId="20577"/>
        <pc:sldMkLst>
          <pc:docMk/>
          <pc:sldMk cId="4283807312" sldId="279"/>
        </pc:sldMkLst>
        <pc:spChg chg="mod">
          <ac:chgData name="Davis, James C" userId="84778d94-b1cc-4a48-87ce-749e1d7d6e72" providerId="ADAL" clId="{D0D12B2A-040A-E24A-B778-9201BB26E162}" dt="2024-01-17T02:59:56.751" v="12" actId="20577"/>
          <ac:spMkLst>
            <pc:docMk/>
            <pc:sldMk cId="4283807312" sldId="279"/>
            <ac:spMk id="3" creationId="{C9A584C7-FB3C-6D44-8B7E-26AB6FD58CB9}"/>
          </ac:spMkLst>
        </pc:spChg>
      </pc:sldChg>
      <pc:sldChg chg="modSp mod">
        <pc:chgData name="Davis, James C" userId="84778d94-b1cc-4a48-87ce-749e1d7d6e72" providerId="ADAL" clId="{D0D12B2A-040A-E24A-B778-9201BB26E162}" dt="2024-01-17T13:29:46.249" v="15" actId="20577"/>
        <pc:sldMkLst>
          <pc:docMk/>
          <pc:sldMk cId="3193249446" sldId="280"/>
        </pc:sldMkLst>
        <pc:spChg chg="mod">
          <ac:chgData name="Davis, James C" userId="84778d94-b1cc-4a48-87ce-749e1d7d6e72" providerId="ADAL" clId="{D0D12B2A-040A-E24A-B778-9201BB26E162}" dt="2024-01-17T13:29:46.249" v="15" actId="20577"/>
          <ac:spMkLst>
            <pc:docMk/>
            <pc:sldMk cId="3193249446" sldId="280"/>
            <ac:spMk id="2" creationId="{8BEDB958-5302-624B-9645-8F9C16112B9C}"/>
          </ac:spMkLst>
        </pc:spChg>
      </pc:sldChg>
      <pc:sldChg chg="modNotesTx">
        <pc:chgData name="Davis, James C" userId="84778d94-b1cc-4a48-87ce-749e1d7d6e72" providerId="ADAL" clId="{D0D12B2A-040A-E24A-B778-9201BB26E162}" dt="2024-01-17T02:57:28.037" v="1" actId="20577"/>
        <pc:sldMkLst>
          <pc:docMk/>
          <pc:sldMk cId="3487360237" sldId="340"/>
        </pc:sldMkLst>
      </pc:sldChg>
      <pc:sldChg chg="delSp modSp modAnim">
        <pc:chgData name="Davis, James C" userId="84778d94-b1cc-4a48-87ce-749e1d7d6e72" providerId="ADAL" clId="{D0D12B2A-040A-E24A-B778-9201BB26E162}" dt="2024-01-17T13:29:39.986" v="14" actId="1076"/>
        <pc:sldMkLst>
          <pc:docMk/>
          <pc:sldMk cId="2115629209" sldId="342"/>
        </pc:sldMkLst>
        <pc:spChg chg="mod">
          <ac:chgData name="Davis, James C" userId="84778d94-b1cc-4a48-87ce-749e1d7d6e72" providerId="ADAL" clId="{D0D12B2A-040A-E24A-B778-9201BB26E162}" dt="2024-01-17T13:29:39.986" v="14" actId="1076"/>
          <ac:spMkLst>
            <pc:docMk/>
            <pc:sldMk cId="2115629209" sldId="342"/>
            <ac:spMk id="8" creationId="{2A63E62E-2870-F849-BE72-FE8EC892B988}"/>
          </ac:spMkLst>
        </pc:spChg>
        <pc:spChg chg="del">
          <ac:chgData name="Davis, James C" userId="84778d94-b1cc-4a48-87ce-749e1d7d6e72" providerId="ADAL" clId="{D0D12B2A-040A-E24A-B778-9201BB26E162}" dt="2024-01-17T13:29:36.019" v="13" actId="478"/>
          <ac:spMkLst>
            <pc:docMk/>
            <pc:sldMk cId="2115629209" sldId="342"/>
            <ac:spMk id="9" creationId="{60EFC090-0950-2B4E-865A-0515AE63783E}"/>
          </ac:spMkLst>
        </pc:spChg>
        <pc:picChg chg="mod">
          <ac:chgData name="Davis, James C" userId="84778d94-b1cc-4a48-87ce-749e1d7d6e72" providerId="ADAL" clId="{D0D12B2A-040A-E24A-B778-9201BB26E162}" dt="2024-01-17T13:29:39.986" v="14" actId="1076"/>
          <ac:picMkLst>
            <pc:docMk/>
            <pc:sldMk cId="2115629209" sldId="342"/>
            <ac:picMk id="6" creationId="{F2CBE01C-70CD-7044-A880-6B15797DAD90}"/>
          </ac:picMkLst>
        </pc:picChg>
        <pc:picChg chg="del">
          <ac:chgData name="Davis, James C" userId="84778d94-b1cc-4a48-87ce-749e1d7d6e72" providerId="ADAL" clId="{D0D12B2A-040A-E24A-B778-9201BB26E162}" dt="2024-01-17T13:29:36.019" v="13" actId="478"/>
          <ac:picMkLst>
            <pc:docMk/>
            <pc:sldMk cId="2115629209" sldId="342"/>
            <ac:picMk id="7" creationId="{0D0CC5D2-C23C-C94F-A7F4-7508849A9AC8}"/>
          </ac:picMkLst>
        </pc:picChg>
      </pc:sldChg>
    </pc:docChg>
  </pc:docChgLst>
  <pc:docChgLst>
    <pc:chgData name="Davis, James C" userId="84778d94-b1cc-4a48-87ce-749e1d7d6e72" providerId="ADAL" clId="{3A07BE75-CD12-464B-B8E5-341E489B6D50}"/>
    <pc:docChg chg="undo custSel addSld delSld modSld sldOrd modMainMaster">
      <pc:chgData name="Davis, James C" userId="84778d94-b1cc-4a48-87ce-749e1d7d6e72" providerId="ADAL" clId="{3A07BE75-CD12-464B-B8E5-341E489B6D50}" dt="2020-08-22T00:42:18.016" v="281" actId="2696"/>
      <pc:docMkLst>
        <pc:docMk/>
      </pc:docMkLst>
      <pc:sldChg chg="modSp del mod chgLayout">
        <pc:chgData name="Davis, James C" userId="84778d94-b1cc-4a48-87ce-749e1d7d6e72" providerId="ADAL" clId="{3A07BE75-CD12-464B-B8E5-341E489B6D50}" dt="2020-08-22T00:24:24.615" v="224" actId="2696"/>
        <pc:sldMkLst>
          <pc:docMk/>
          <pc:sldMk cId="2664743580" sldId="257"/>
        </pc:sldMkLst>
        <pc:spChg chg="mod ord">
          <ac:chgData name="Davis, James C" userId="84778d94-b1cc-4a48-87ce-749e1d7d6e72" providerId="ADAL" clId="{3A07BE75-CD12-464B-B8E5-341E489B6D50}" dt="2020-08-21T21:52:44.126" v="170" actId="700"/>
          <ac:spMkLst>
            <pc:docMk/>
            <pc:sldMk cId="2664743580" sldId="257"/>
            <ac:spMk id="2" creationId="{1C6DAED2-C73D-2443-84E6-FD89A1066655}"/>
          </ac:spMkLst>
        </pc:spChg>
        <pc:spChg chg="mod ord">
          <ac:chgData name="Davis, James C" userId="84778d94-b1cc-4a48-87ce-749e1d7d6e72" providerId="ADAL" clId="{3A07BE75-CD12-464B-B8E5-341E489B6D50}" dt="2020-08-21T21:52:44.126" v="170" actId="700"/>
          <ac:spMkLst>
            <pc:docMk/>
            <pc:sldMk cId="2664743580" sldId="257"/>
            <ac:spMk id="3" creationId="{4021E30B-3F73-3D4B-B22E-DFCD13F0982C}"/>
          </ac:spMkLst>
        </pc:spChg>
        <pc:spChg chg="mod ord">
          <ac:chgData name="Davis, James C" userId="84778d94-b1cc-4a48-87ce-749e1d7d6e72" providerId="ADAL" clId="{3A07BE75-CD12-464B-B8E5-341E489B6D50}" dt="2020-08-21T21:52:44.126" v="170" actId="700"/>
          <ac:spMkLst>
            <pc:docMk/>
            <pc:sldMk cId="2664743580" sldId="257"/>
            <ac:spMk id="4" creationId="{4EEC893F-2E6E-8648-8011-345CAE3441CC}"/>
          </ac:spMkLst>
        </pc:spChg>
        <pc:spChg chg="mod ord">
          <ac:chgData name="Davis, James C" userId="84778d94-b1cc-4a48-87ce-749e1d7d6e72" providerId="ADAL" clId="{3A07BE75-CD12-464B-B8E5-341E489B6D50}" dt="2020-08-21T21:52:44.126" v="170" actId="700"/>
          <ac:spMkLst>
            <pc:docMk/>
            <pc:sldMk cId="2664743580" sldId="257"/>
            <ac:spMk id="5" creationId="{BC6C36F4-D49A-904E-968D-C3A9784ABFE4}"/>
          </ac:spMkLst>
        </pc:spChg>
        <pc:picChg chg="mod">
          <ac:chgData name="Davis, James C" userId="84778d94-b1cc-4a48-87ce-749e1d7d6e72" providerId="ADAL" clId="{3A07BE75-CD12-464B-B8E5-341E489B6D50}" dt="2020-08-21T21:29:38.344" v="1" actId="1076"/>
          <ac:picMkLst>
            <pc:docMk/>
            <pc:sldMk cId="2664743580" sldId="257"/>
            <ac:picMk id="6" creationId="{05240C7F-A381-8841-9325-1750E088B7EE}"/>
          </ac:picMkLst>
        </pc:picChg>
      </pc:sldChg>
      <pc:sldChg chg="del">
        <pc:chgData name="Davis, James C" userId="84778d94-b1cc-4a48-87ce-749e1d7d6e72" providerId="ADAL" clId="{3A07BE75-CD12-464B-B8E5-341E489B6D50}" dt="2020-08-22T00:24:24.657" v="229" actId="2696"/>
        <pc:sldMkLst>
          <pc:docMk/>
          <pc:sldMk cId="3623823879" sldId="258"/>
        </pc:sldMkLst>
      </pc:sldChg>
      <pc:sldChg chg="del">
        <pc:chgData name="Davis, James C" userId="84778d94-b1cc-4a48-87ce-749e1d7d6e72" providerId="ADAL" clId="{3A07BE75-CD12-464B-B8E5-341E489B6D50}" dt="2020-08-22T00:24:24.639" v="225" actId="2696"/>
        <pc:sldMkLst>
          <pc:docMk/>
          <pc:sldMk cId="314975692" sldId="259"/>
        </pc:sldMkLst>
      </pc:sldChg>
      <pc:sldChg chg="del">
        <pc:chgData name="Davis, James C" userId="84778d94-b1cc-4a48-87ce-749e1d7d6e72" providerId="ADAL" clId="{3A07BE75-CD12-464B-B8E5-341E489B6D50}" dt="2020-08-22T00:24:24.647" v="227" actId="2696"/>
        <pc:sldMkLst>
          <pc:docMk/>
          <pc:sldMk cId="604482168" sldId="260"/>
        </pc:sldMkLst>
      </pc:sldChg>
      <pc:sldChg chg="del">
        <pc:chgData name="Davis, James C" userId="84778d94-b1cc-4a48-87ce-749e1d7d6e72" providerId="ADAL" clId="{3A07BE75-CD12-464B-B8E5-341E489B6D50}" dt="2020-08-22T00:24:24.651" v="228" actId="2696"/>
        <pc:sldMkLst>
          <pc:docMk/>
          <pc:sldMk cId="4000766671" sldId="261"/>
        </pc:sldMkLst>
      </pc:sldChg>
      <pc:sldChg chg="del">
        <pc:chgData name="Davis, James C" userId="84778d94-b1cc-4a48-87ce-749e1d7d6e72" providerId="ADAL" clId="{3A07BE75-CD12-464B-B8E5-341E489B6D50}" dt="2020-08-22T00:24:24.643" v="226" actId="2696"/>
        <pc:sldMkLst>
          <pc:docMk/>
          <pc:sldMk cId="688098976" sldId="262"/>
        </pc:sldMkLst>
      </pc:sldChg>
      <pc:sldChg chg="add ord">
        <pc:chgData name="Davis, James C" userId="84778d94-b1cc-4a48-87ce-749e1d7d6e72" providerId="ADAL" clId="{3A07BE75-CD12-464B-B8E5-341E489B6D50}" dt="2020-08-21T21:52:55.117" v="172" actId="20578"/>
        <pc:sldMkLst>
          <pc:docMk/>
          <pc:sldMk cId="681153070" sldId="263"/>
        </pc:sldMkLst>
      </pc:sldChg>
      <pc:sldChg chg="modSp del mod chgLayout">
        <pc:chgData name="Davis, James C" userId="84778d94-b1cc-4a48-87ce-749e1d7d6e72" providerId="ADAL" clId="{3A07BE75-CD12-464B-B8E5-341E489B6D50}" dt="2020-08-21T21:48:54.342" v="125" actId="2696"/>
        <pc:sldMkLst>
          <pc:docMk/>
          <pc:sldMk cId="3147833230" sldId="263"/>
        </pc:sldMkLst>
        <pc:spChg chg="mod ord">
          <ac:chgData name="Davis, James C" userId="84778d94-b1cc-4a48-87ce-749e1d7d6e72" providerId="ADAL" clId="{3A07BE75-CD12-464B-B8E5-341E489B6D50}" dt="2020-08-21T21:48:19.810" v="116" actId="700"/>
          <ac:spMkLst>
            <pc:docMk/>
            <pc:sldMk cId="3147833230" sldId="263"/>
            <ac:spMk id="2" creationId="{47D58BE6-14B5-9C44-823D-A0CD72F52380}"/>
          </ac:spMkLst>
        </pc:spChg>
        <pc:spChg chg="mod ord">
          <ac:chgData name="Davis, James C" userId="84778d94-b1cc-4a48-87ce-749e1d7d6e72" providerId="ADAL" clId="{3A07BE75-CD12-464B-B8E5-341E489B6D50}" dt="2020-08-21T21:48:19.810" v="116" actId="700"/>
          <ac:spMkLst>
            <pc:docMk/>
            <pc:sldMk cId="3147833230" sldId="263"/>
            <ac:spMk id="3" creationId="{136DE25F-C5BE-D242-A236-23CAD8000F95}"/>
          </ac:spMkLst>
        </pc:spChg>
      </pc:sldChg>
      <pc:sldChg chg="add del">
        <pc:chgData name="Davis, James C" userId="84778d94-b1cc-4a48-87ce-749e1d7d6e72" providerId="ADAL" clId="{3A07BE75-CD12-464B-B8E5-341E489B6D50}" dt="2020-08-21T21:48:52.737" v="124" actId="2696"/>
        <pc:sldMkLst>
          <pc:docMk/>
          <pc:sldMk cId="782185809" sldId="264"/>
        </pc:sldMkLst>
      </pc:sldChg>
      <pc:sldChg chg="add del">
        <pc:chgData name="Davis, James C" userId="84778d94-b1cc-4a48-87ce-749e1d7d6e72" providerId="ADAL" clId="{3A07BE75-CD12-464B-B8E5-341E489B6D50}" dt="2020-08-21T21:53:01.519" v="174"/>
        <pc:sldMkLst>
          <pc:docMk/>
          <pc:sldMk cId="1024360737" sldId="264"/>
        </pc:sldMkLst>
      </pc:sldChg>
      <pc:sldChg chg="modSp add del mod">
        <pc:chgData name="Davis, James C" userId="84778d94-b1cc-4a48-87ce-749e1d7d6e72" providerId="ADAL" clId="{3A07BE75-CD12-464B-B8E5-341E489B6D50}" dt="2020-08-21T21:53:06.666" v="178"/>
        <pc:sldMkLst>
          <pc:docMk/>
          <pc:sldMk cId="1726848758" sldId="264"/>
        </pc:sldMkLst>
        <pc:spChg chg="mod">
          <ac:chgData name="Davis, James C" userId="84778d94-b1cc-4a48-87ce-749e1d7d6e72" providerId="ADAL" clId="{3A07BE75-CD12-464B-B8E5-341E489B6D50}" dt="2020-08-21T21:53:06.666" v="178"/>
          <ac:spMkLst>
            <pc:docMk/>
            <pc:sldMk cId="1726848758" sldId="264"/>
            <ac:spMk id="2" creationId="{9F8FAC51-B00C-0D4A-8712-E15CBD0EF78E}"/>
          </ac:spMkLst>
        </pc:spChg>
      </pc:sldChg>
      <pc:sldChg chg="modSp add del mod">
        <pc:chgData name="Davis, James C" userId="84778d94-b1cc-4a48-87ce-749e1d7d6e72" providerId="ADAL" clId="{3A07BE75-CD12-464B-B8E5-341E489B6D50}" dt="2020-08-22T00:42:18.016" v="281" actId="2696"/>
        <pc:sldMkLst>
          <pc:docMk/>
          <pc:sldMk cId="4268083898" sldId="264"/>
        </pc:sldMkLst>
        <pc:spChg chg="mod">
          <ac:chgData name="Davis, James C" userId="84778d94-b1cc-4a48-87ce-749e1d7d6e72" providerId="ADAL" clId="{3A07BE75-CD12-464B-B8E5-341E489B6D50}" dt="2020-08-22T00:39:20.205" v="231" actId="27636"/>
          <ac:spMkLst>
            <pc:docMk/>
            <pc:sldMk cId="4268083898" sldId="264"/>
            <ac:spMk id="3" creationId="{C9A584C7-FB3C-6D44-8B7E-26AB6FD58CB9}"/>
          </ac:spMkLst>
        </pc:spChg>
      </pc:sldChg>
      <pc:sldChg chg="modSp add del mod">
        <pc:chgData name="Davis, James C" userId="84778d94-b1cc-4a48-87ce-749e1d7d6e72" providerId="ADAL" clId="{3A07BE75-CD12-464B-B8E5-341E489B6D50}" dt="2020-08-21T21:48:51.817" v="123" actId="2696"/>
        <pc:sldMkLst>
          <pc:docMk/>
          <pc:sldMk cId="1430075404" sldId="265"/>
        </pc:sldMkLst>
        <pc:spChg chg="mod">
          <ac:chgData name="Davis, James C" userId="84778d94-b1cc-4a48-87ce-749e1d7d6e72" providerId="ADAL" clId="{3A07BE75-CD12-464B-B8E5-341E489B6D50}" dt="2020-08-21T21:48:48.300" v="122" actId="20577"/>
          <ac:spMkLst>
            <pc:docMk/>
            <pc:sldMk cId="1430075404" sldId="265"/>
            <ac:spMk id="3" creationId="{C769EAF9-B323-E24F-8899-6898B1EA9A4A}"/>
          </ac:spMkLst>
        </pc:spChg>
      </pc:sldChg>
      <pc:sldChg chg="addSp delSp modSp add del mod modClrScheme chgLayout">
        <pc:chgData name="Davis, James C" userId="84778d94-b1cc-4a48-87ce-749e1d7d6e72" providerId="ADAL" clId="{3A07BE75-CD12-464B-B8E5-341E489B6D50}" dt="2020-08-22T00:42:17.529" v="280" actId="2696"/>
        <pc:sldMkLst>
          <pc:docMk/>
          <pc:sldMk cId="2255461419" sldId="265"/>
        </pc:sldMkLst>
        <pc:spChg chg="del mod ord">
          <ac:chgData name="Davis, James C" userId="84778d94-b1cc-4a48-87ce-749e1d7d6e72" providerId="ADAL" clId="{3A07BE75-CD12-464B-B8E5-341E489B6D50}" dt="2020-08-22T00:41:48.627" v="276" actId="700"/>
          <ac:spMkLst>
            <pc:docMk/>
            <pc:sldMk cId="2255461419" sldId="265"/>
            <ac:spMk id="2" creationId="{D8E78418-C693-4142-A3B0-B4F78FBA644E}"/>
          </ac:spMkLst>
        </pc:spChg>
        <pc:spChg chg="del mod ord">
          <ac:chgData name="Davis, James C" userId="84778d94-b1cc-4a48-87ce-749e1d7d6e72" providerId="ADAL" clId="{3A07BE75-CD12-464B-B8E5-341E489B6D50}" dt="2020-08-22T00:41:48.627" v="276" actId="700"/>
          <ac:spMkLst>
            <pc:docMk/>
            <pc:sldMk cId="2255461419" sldId="265"/>
            <ac:spMk id="3" creationId="{990D958E-4809-D24A-8198-832065D04D7F}"/>
          </ac:spMkLst>
        </pc:spChg>
        <pc:spChg chg="mod ord">
          <ac:chgData name="Davis, James C" userId="84778d94-b1cc-4a48-87ce-749e1d7d6e72" providerId="ADAL" clId="{3A07BE75-CD12-464B-B8E5-341E489B6D50}" dt="2020-08-22T00:41:48.627" v="276" actId="700"/>
          <ac:spMkLst>
            <pc:docMk/>
            <pc:sldMk cId="2255461419" sldId="265"/>
            <ac:spMk id="4" creationId="{8B1E063C-5B65-E44B-89A0-AD2EF4D39A8A}"/>
          </ac:spMkLst>
        </pc:spChg>
        <pc:spChg chg="del mod ord">
          <ac:chgData name="Davis, James C" userId="84778d94-b1cc-4a48-87ce-749e1d7d6e72" providerId="ADAL" clId="{3A07BE75-CD12-464B-B8E5-341E489B6D50}" dt="2020-08-22T00:41:48.627" v="276" actId="700"/>
          <ac:spMkLst>
            <pc:docMk/>
            <pc:sldMk cId="2255461419" sldId="265"/>
            <ac:spMk id="5" creationId="{49101BB8-AA7F-E34E-B6DF-64CDF6037099}"/>
          </ac:spMkLst>
        </pc:spChg>
        <pc:spChg chg="add mod ord">
          <ac:chgData name="Davis, James C" userId="84778d94-b1cc-4a48-87ce-749e1d7d6e72" providerId="ADAL" clId="{3A07BE75-CD12-464B-B8E5-341E489B6D50}" dt="2020-08-22T00:41:48.674" v="277" actId="27636"/>
          <ac:spMkLst>
            <pc:docMk/>
            <pc:sldMk cId="2255461419" sldId="265"/>
            <ac:spMk id="6" creationId="{B8E006A1-5676-8447-A128-ED0B9889F1F8}"/>
          </ac:spMkLst>
        </pc:spChg>
        <pc:spChg chg="add mod ord">
          <ac:chgData name="Davis, James C" userId="84778d94-b1cc-4a48-87ce-749e1d7d6e72" providerId="ADAL" clId="{3A07BE75-CD12-464B-B8E5-341E489B6D50}" dt="2020-08-22T00:41:48.627" v="276" actId="700"/>
          <ac:spMkLst>
            <pc:docMk/>
            <pc:sldMk cId="2255461419" sldId="265"/>
            <ac:spMk id="7" creationId="{D02AFB4D-5B18-F148-A54A-C72AEA0566C7}"/>
          </ac:spMkLst>
        </pc:spChg>
        <pc:spChg chg="add mod ord">
          <ac:chgData name="Davis, James C" userId="84778d94-b1cc-4a48-87ce-749e1d7d6e72" providerId="ADAL" clId="{3A07BE75-CD12-464B-B8E5-341E489B6D50}" dt="2020-08-22T00:41:48.627" v="276" actId="700"/>
          <ac:spMkLst>
            <pc:docMk/>
            <pc:sldMk cId="2255461419" sldId="265"/>
            <ac:spMk id="8" creationId="{936E13DC-7746-9047-BA8B-60EEF1CC6699}"/>
          </ac:spMkLst>
        </pc:spChg>
        <pc:spChg chg="add mod ord">
          <ac:chgData name="Davis, James C" userId="84778d94-b1cc-4a48-87ce-749e1d7d6e72" providerId="ADAL" clId="{3A07BE75-CD12-464B-B8E5-341E489B6D50}" dt="2020-08-22T00:41:48.627" v="276" actId="700"/>
          <ac:spMkLst>
            <pc:docMk/>
            <pc:sldMk cId="2255461419" sldId="265"/>
            <ac:spMk id="9" creationId="{80CFD713-0850-364E-AFCF-820BA97CB50D}"/>
          </ac:spMkLst>
        </pc:spChg>
        <pc:spChg chg="add mod ord">
          <ac:chgData name="Davis, James C" userId="84778d94-b1cc-4a48-87ce-749e1d7d6e72" providerId="ADAL" clId="{3A07BE75-CD12-464B-B8E5-341E489B6D50}" dt="2020-08-22T00:41:48.627" v="276" actId="700"/>
          <ac:spMkLst>
            <pc:docMk/>
            <pc:sldMk cId="2255461419" sldId="265"/>
            <ac:spMk id="10" creationId="{C9E6D8DD-924D-444D-A83D-2B7D8F575B34}"/>
          </ac:spMkLst>
        </pc:spChg>
        <pc:spChg chg="add mod ord">
          <ac:chgData name="Davis, James C" userId="84778d94-b1cc-4a48-87ce-749e1d7d6e72" providerId="ADAL" clId="{3A07BE75-CD12-464B-B8E5-341E489B6D50}" dt="2020-08-22T00:41:48.627" v="276" actId="700"/>
          <ac:spMkLst>
            <pc:docMk/>
            <pc:sldMk cId="2255461419" sldId="265"/>
            <ac:spMk id="11" creationId="{42415CF1-EBAF-0A4D-9393-243342210F60}"/>
          </ac:spMkLst>
        </pc:spChg>
        <pc:spChg chg="add mod ord">
          <ac:chgData name="Davis, James C" userId="84778d94-b1cc-4a48-87ce-749e1d7d6e72" providerId="ADAL" clId="{3A07BE75-CD12-464B-B8E5-341E489B6D50}" dt="2020-08-22T00:41:48.627" v="276" actId="700"/>
          <ac:spMkLst>
            <pc:docMk/>
            <pc:sldMk cId="2255461419" sldId="265"/>
            <ac:spMk id="12" creationId="{AD55BCE4-E4DD-A440-AD7C-3E916F012932}"/>
          </ac:spMkLst>
        </pc:spChg>
      </pc:sldChg>
      <pc:sldMasterChg chg="addSp delSp modSp mod addSldLayout delSldLayout modSldLayout sldLayoutOrd">
        <pc:chgData name="Davis, James C" userId="84778d94-b1cc-4a48-87ce-749e1d7d6e72" providerId="ADAL" clId="{3A07BE75-CD12-464B-B8E5-341E489B6D50}" dt="2020-08-22T00:41:14.878" v="273" actId="208"/>
        <pc:sldMasterMkLst>
          <pc:docMk/>
          <pc:sldMasterMk cId="3595336832" sldId="2147483708"/>
        </pc:sldMasterMkLst>
        <pc:spChg chg="mod">
          <ac:chgData name="Davis, James C" userId="84778d94-b1cc-4a48-87ce-749e1d7d6e72" providerId="ADAL" clId="{3A07BE75-CD12-464B-B8E5-341E489B6D50}" dt="2020-08-21T21:39:54.513" v="63" actId="2711"/>
          <ac:spMkLst>
            <pc:docMk/>
            <pc:sldMasterMk cId="3595336832" sldId="2147483708"/>
            <ac:spMk id="2" creationId="{00000000-0000-0000-0000-000000000000}"/>
          </ac:spMkLst>
        </pc:spChg>
        <pc:spChg chg="mod">
          <ac:chgData name="Davis, James C" userId="84778d94-b1cc-4a48-87ce-749e1d7d6e72" providerId="ADAL" clId="{3A07BE75-CD12-464B-B8E5-341E489B6D50}" dt="2020-08-21T21:39:59.359" v="64" actId="2711"/>
          <ac:spMkLst>
            <pc:docMk/>
            <pc:sldMasterMk cId="3595336832" sldId="2147483708"/>
            <ac:spMk id="3" creationId="{00000000-0000-0000-0000-000000000000}"/>
          </ac:spMkLst>
        </pc:spChg>
        <pc:spChg chg="del mod">
          <ac:chgData name="Davis, James C" userId="84778d94-b1cc-4a48-87ce-749e1d7d6e72" providerId="ADAL" clId="{3A07BE75-CD12-464B-B8E5-341E489B6D50}" dt="2020-08-21T21:53:30.462" v="181" actId="478"/>
          <ac:spMkLst>
            <pc:docMk/>
            <pc:sldMasterMk cId="3595336832" sldId="2147483708"/>
            <ac:spMk id="4" creationId="{00000000-0000-0000-0000-000000000000}"/>
          </ac:spMkLst>
        </pc:spChg>
        <pc:spChg chg="del mod">
          <ac:chgData name="Davis, James C" userId="84778d94-b1cc-4a48-87ce-749e1d7d6e72" providerId="ADAL" clId="{3A07BE75-CD12-464B-B8E5-341E489B6D50}" dt="2020-08-21T21:53:26.995" v="180"/>
          <ac:spMkLst>
            <pc:docMk/>
            <pc:sldMasterMk cId="3595336832" sldId="2147483708"/>
            <ac:spMk id="5" creationId="{00000000-0000-0000-0000-000000000000}"/>
          </ac:spMkLst>
        </pc:spChg>
        <pc:spChg chg="mod">
          <ac:chgData name="Davis, James C" userId="84778d94-b1cc-4a48-87ce-749e1d7d6e72" providerId="ADAL" clId="{3A07BE75-CD12-464B-B8E5-341E489B6D50}" dt="2020-08-22T00:24:08.382" v="223" actId="1036"/>
          <ac:spMkLst>
            <pc:docMk/>
            <pc:sldMasterMk cId="3595336832" sldId="2147483708"/>
            <ac:spMk id="6" creationId="{00000000-0000-0000-0000-000000000000}"/>
          </ac:spMkLst>
        </pc:spChg>
        <pc:picChg chg="add mod">
          <ac:chgData name="Davis, James C" userId="84778d94-b1cc-4a48-87ce-749e1d7d6e72" providerId="ADAL" clId="{3A07BE75-CD12-464B-B8E5-341E489B6D50}" dt="2020-08-22T00:24:08.382" v="223" actId="1036"/>
          <ac:picMkLst>
            <pc:docMk/>
            <pc:sldMasterMk cId="3595336832" sldId="2147483708"/>
            <ac:picMk id="8" creationId="{C6965342-B6F4-4E4D-AE27-465DB42B2B52}"/>
          </ac:picMkLst>
        </pc:picChg>
        <pc:cxnChg chg="del">
          <ac:chgData name="Davis, James C" userId="84778d94-b1cc-4a48-87ce-749e1d7d6e72" providerId="ADAL" clId="{3A07BE75-CD12-464B-B8E5-341E489B6D50}" dt="2020-08-21T21:53:32.310" v="182" actId="478"/>
          <ac:cxnSpMkLst>
            <pc:docMk/>
            <pc:sldMasterMk cId="3595336832" sldId="2147483708"/>
            <ac:cxnSpMk id="16" creationId="{8DFF833F-712C-324A-8187-5455C581BDBA}"/>
          </ac:cxnSpMkLst>
        </pc:cxnChg>
        <pc:sldLayoutChg chg="delSp modSp mod ord">
          <pc:chgData name="Davis, James C" userId="84778d94-b1cc-4a48-87ce-749e1d7d6e72" providerId="ADAL" clId="{3A07BE75-CD12-464B-B8E5-341E489B6D50}" dt="2020-08-22T00:23:00.768" v="194" actId="478"/>
          <pc:sldLayoutMkLst>
            <pc:docMk/>
            <pc:sldMasterMk cId="3595336832" sldId="2147483708"/>
            <pc:sldLayoutMk cId="2463502173" sldId="2147483709"/>
          </pc:sldLayoutMkLst>
          <pc:spChg chg="mod">
            <ac:chgData name="Davis, James C" userId="84778d94-b1cc-4a48-87ce-749e1d7d6e72" providerId="ADAL" clId="{3A07BE75-CD12-464B-B8E5-341E489B6D50}" dt="2020-08-21T21:43:01.534" v="90" actId="20577"/>
            <ac:spMkLst>
              <pc:docMk/>
              <pc:sldMasterMk cId="3595336832" sldId="2147483708"/>
              <pc:sldLayoutMk cId="2463502173" sldId="2147483709"/>
              <ac:spMk id="2" creationId="{00000000-0000-0000-0000-000000000000}"/>
            </ac:spMkLst>
          </pc:spChg>
          <pc:spChg chg="mod">
            <ac:chgData name="Davis, James C" userId="84778d94-b1cc-4a48-87ce-749e1d7d6e72" providerId="ADAL" clId="{3A07BE75-CD12-464B-B8E5-341E489B6D50}" dt="2020-08-21T21:43:07.257" v="91" actId="2711"/>
            <ac:spMkLst>
              <pc:docMk/>
              <pc:sldMasterMk cId="3595336832" sldId="2147483708"/>
              <pc:sldLayoutMk cId="2463502173" sldId="2147483709"/>
              <ac:spMk id="3" creationId="{00000000-0000-0000-0000-000000000000}"/>
            </ac:spMkLst>
          </pc:spChg>
          <pc:spChg chg="del">
            <ac:chgData name="Davis, James C" userId="84778d94-b1cc-4a48-87ce-749e1d7d6e72" providerId="ADAL" clId="{3A07BE75-CD12-464B-B8E5-341E489B6D50}" dt="2020-08-22T00:23:00.768" v="194" actId="478"/>
            <ac:spMkLst>
              <pc:docMk/>
              <pc:sldMasterMk cId="3595336832" sldId="2147483708"/>
              <pc:sldLayoutMk cId="2463502173" sldId="2147483709"/>
              <ac:spMk id="7" creationId="{00000000-0000-0000-0000-000000000000}"/>
            </ac:spMkLst>
          </pc:spChg>
        </pc:sldLayoutChg>
        <pc:sldLayoutChg chg="delSp modSp mod">
          <pc:chgData name="Davis, James C" userId="84778d94-b1cc-4a48-87ce-749e1d7d6e72" providerId="ADAL" clId="{3A07BE75-CD12-464B-B8E5-341E489B6D50}" dt="2020-08-22T00:23:05.175" v="195" actId="478"/>
          <pc:sldLayoutMkLst>
            <pc:docMk/>
            <pc:sldMasterMk cId="3595336832" sldId="2147483708"/>
            <pc:sldLayoutMk cId="1406754891" sldId="2147483720"/>
          </pc:sldLayoutMkLst>
          <pc:spChg chg="mod">
            <ac:chgData name="Davis, James C" userId="84778d94-b1cc-4a48-87ce-749e1d7d6e72" providerId="ADAL" clId="{3A07BE75-CD12-464B-B8E5-341E489B6D50}" dt="2020-08-21T21:43:55.357" v="94" actId="20577"/>
            <ac:spMkLst>
              <pc:docMk/>
              <pc:sldMasterMk cId="3595336832" sldId="2147483708"/>
              <pc:sldLayoutMk cId="1406754891" sldId="2147483720"/>
              <ac:spMk id="2" creationId="{00000000-0000-0000-0000-000000000000}"/>
            </ac:spMkLst>
          </pc:spChg>
          <pc:spChg chg="mod">
            <ac:chgData name="Davis, James C" userId="84778d94-b1cc-4a48-87ce-749e1d7d6e72" providerId="ADAL" clId="{3A07BE75-CD12-464B-B8E5-341E489B6D50}" dt="2020-08-21T21:43:57.588" v="95" actId="20577"/>
            <ac:spMkLst>
              <pc:docMk/>
              <pc:sldMasterMk cId="3595336832" sldId="2147483708"/>
              <pc:sldLayoutMk cId="1406754891" sldId="2147483720"/>
              <ac:spMk id="3" creationId="{00000000-0000-0000-0000-000000000000}"/>
            </ac:spMkLst>
          </pc:spChg>
          <pc:spChg chg="mod">
            <ac:chgData name="Davis, James C" userId="84778d94-b1cc-4a48-87ce-749e1d7d6e72" providerId="ADAL" clId="{3A07BE75-CD12-464B-B8E5-341E489B6D50}" dt="2020-08-21T21:43:52.321" v="93" actId="2711"/>
            <ac:spMkLst>
              <pc:docMk/>
              <pc:sldMasterMk cId="3595336832" sldId="2147483708"/>
              <pc:sldLayoutMk cId="1406754891" sldId="2147483720"/>
              <ac:spMk id="25" creationId="{9F798712-4535-8340-942F-27FFD5E3FE9B}"/>
            </ac:spMkLst>
          </pc:spChg>
          <pc:spChg chg="del mod">
            <ac:chgData name="Davis, James C" userId="84778d94-b1cc-4a48-87ce-749e1d7d6e72" providerId="ADAL" clId="{3A07BE75-CD12-464B-B8E5-341E489B6D50}" dt="2020-08-22T00:23:05.175" v="195" actId="478"/>
            <ac:spMkLst>
              <pc:docMk/>
              <pc:sldMasterMk cId="3595336832" sldId="2147483708"/>
              <pc:sldLayoutMk cId="1406754891" sldId="2147483720"/>
              <ac:spMk id="28" creationId="{32B67432-75BE-B145-B884-FF16D239EAF2}"/>
            </ac:spMkLst>
          </pc:spChg>
          <pc:spChg chg="mod">
            <ac:chgData name="Davis, James C" userId="84778d94-b1cc-4a48-87ce-749e1d7d6e72" providerId="ADAL" clId="{3A07BE75-CD12-464B-B8E5-341E489B6D50}" dt="2020-08-21T21:43:52.321" v="93" actId="2711"/>
            <ac:spMkLst>
              <pc:docMk/>
              <pc:sldMasterMk cId="3595336832" sldId="2147483708"/>
              <pc:sldLayoutMk cId="1406754891" sldId="2147483720"/>
              <ac:spMk id="29" creationId="{49E8753C-A442-034F-B0F4-92D22B3247FE}"/>
            </ac:spMkLst>
          </pc:spChg>
          <pc:picChg chg="mod">
            <ac:chgData name="Davis, James C" userId="84778d94-b1cc-4a48-87ce-749e1d7d6e72" providerId="ADAL" clId="{3A07BE75-CD12-464B-B8E5-341E489B6D50}" dt="2020-08-21T21:43:52.321" v="93" actId="2711"/>
            <ac:picMkLst>
              <pc:docMk/>
              <pc:sldMasterMk cId="3595336832" sldId="2147483708"/>
              <pc:sldLayoutMk cId="1406754891" sldId="2147483720"/>
              <ac:picMk id="27" creationId="{6283C7A5-FA96-634B-82F6-99BF44D20F7C}"/>
            </ac:picMkLst>
          </pc:picChg>
          <pc:cxnChg chg="mod">
            <ac:chgData name="Davis, James C" userId="84778d94-b1cc-4a48-87ce-749e1d7d6e72" providerId="ADAL" clId="{3A07BE75-CD12-464B-B8E5-341E489B6D50}" dt="2020-08-21T21:43:52.321" v="93" actId="2711"/>
            <ac:cxnSpMkLst>
              <pc:docMk/>
              <pc:sldMasterMk cId="3595336832" sldId="2147483708"/>
              <pc:sldLayoutMk cId="1406754891" sldId="2147483720"/>
              <ac:cxnSpMk id="30" creationId="{58350E96-57A4-414B-9B8B-1430C2B4D38E}"/>
            </ac:cxnSpMkLst>
          </pc:cxnChg>
        </pc:sldLayoutChg>
        <pc:sldLayoutChg chg="delSp modSp mod">
          <pc:chgData name="Davis, James C" userId="84778d94-b1cc-4a48-87ce-749e1d7d6e72" providerId="ADAL" clId="{3A07BE75-CD12-464B-B8E5-341E489B6D50}" dt="2020-08-22T00:23:08.231" v="196" actId="478"/>
          <pc:sldLayoutMkLst>
            <pc:docMk/>
            <pc:sldMasterMk cId="3595336832" sldId="2147483708"/>
            <pc:sldLayoutMk cId="1815464052" sldId="2147483721"/>
          </pc:sldLayoutMkLst>
          <pc:spChg chg="mod">
            <ac:chgData name="Davis, James C" userId="84778d94-b1cc-4a48-87ce-749e1d7d6e72" providerId="ADAL" clId="{3A07BE75-CD12-464B-B8E5-341E489B6D50}" dt="2020-08-21T21:44:14.595" v="105" actId="20577"/>
            <ac:spMkLst>
              <pc:docMk/>
              <pc:sldMasterMk cId="3595336832" sldId="2147483708"/>
              <pc:sldLayoutMk cId="1815464052" sldId="2147483721"/>
              <ac:spMk id="3" creationId="{00000000-0000-0000-0000-000000000000}"/>
            </ac:spMkLst>
          </pc:spChg>
          <pc:spChg chg="mod">
            <ac:chgData name="Davis, James C" userId="84778d94-b1cc-4a48-87ce-749e1d7d6e72" providerId="ADAL" clId="{3A07BE75-CD12-464B-B8E5-341E489B6D50}" dt="2020-08-21T21:44:08.192" v="96" actId="2711"/>
            <ac:spMkLst>
              <pc:docMk/>
              <pc:sldMasterMk cId="3595336832" sldId="2147483708"/>
              <pc:sldLayoutMk cId="1815464052" sldId="2147483721"/>
              <ac:spMk id="10" creationId="{699BD747-48B6-2547-8F7C-25A44594F612}"/>
            </ac:spMkLst>
          </pc:spChg>
          <pc:spChg chg="mod">
            <ac:chgData name="Davis, James C" userId="84778d94-b1cc-4a48-87ce-749e1d7d6e72" providerId="ADAL" clId="{3A07BE75-CD12-464B-B8E5-341E489B6D50}" dt="2020-08-21T21:44:08.192" v="96" actId="2711"/>
            <ac:spMkLst>
              <pc:docMk/>
              <pc:sldMasterMk cId="3595336832" sldId="2147483708"/>
              <pc:sldLayoutMk cId="1815464052" sldId="2147483721"/>
              <ac:spMk id="19" creationId="{4B5CCD19-DE21-294C-8B0B-3103725AE082}"/>
            </ac:spMkLst>
          </pc:spChg>
          <pc:spChg chg="mod">
            <ac:chgData name="Davis, James C" userId="84778d94-b1cc-4a48-87ce-749e1d7d6e72" providerId="ADAL" clId="{3A07BE75-CD12-464B-B8E5-341E489B6D50}" dt="2020-08-21T21:44:10.980" v="97" actId="20577"/>
            <ac:spMkLst>
              <pc:docMk/>
              <pc:sldMasterMk cId="3595336832" sldId="2147483708"/>
              <pc:sldLayoutMk cId="1815464052" sldId="2147483721"/>
              <ac:spMk id="22" creationId="{73768DE6-FB80-874D-8DE0-986B46F1FD05}"/>
            </ac:spMkLst>
          </pc:spChg>
          <pc:spChg chg="del mod">
            <ac:chgData name="Davis, James C" userId="84778d94-b1cc-4a48-87ce-749e1d7d6e72" providerId="ADAL" clId="{3A07BE75-CD12-464B-B8E5-341E489B6D50}" dt="2020-08-22T00:23:08.231" v="196" actId="478"/>
            <ac:spMkLst>
              <pc:docMk/>
              <pc:sldMasterMk cId="3595336832" sldId="2147483708"/>
              <pc:sldLayoutMk cId="1815464052" sldId="2147483721"/>
              <ac:spMk id="23" creationId="{CF069E70-AF49-2042-836A-1CC5C09B9CCB}"/>
            </ac:spMkLst>
          </pc:spChg>
          <pc:spChg chg="mod">
            <ac:chgData name="Davis, James C" userId="84778d94-b1cc-4a48-87ce-749e1d7d6e72" providerId="ADAL" clId="{3A07BE75-CD12-464B-B8E5-341E489B6D50}" dt="2020-08-21T21:44:08.192" v="96" actId="2711"/>
            <ac:spMkLst>
              <pc:docMk/>
              <pc:sldMasterMk cId="3595336832" sldId="2147483708"/>
              <pc:sldLayoutMk cId="1815464052" sldId="2147483721"/>
              <ac:spMk id="24" creationId="{50D54855-2B56-7D4D-BC1F-BBB8B58B9663}"/>
            </ac:spMkLst>
          </pc:spChg>
          <pc:picChg chg="mod">
            <ac:chgData name="Davis, James C" userId="84778d94-b1cc-4a48-87ce-749e1d7d6e72" providerId="ADAL" clId="{3A07BE75-CD12-464B-B8E5-341E489B6D50}" dt="2020-08-21T21:44:08.192" v="96" actId="2711"/>
            <ac:picMkLst>
              <pc:docMk/>
              <pc:sldMasterMk cId="3595336832" sldId="2147483708"/>
              <pc:sldLayoutMk cId="1815464052" sldId="2147483721"/>
              <ac:picMk id="21" creationId="{87C91AFD-CCD5-AA40-82FE-4B69C6151917}"/>
            </ac:picMkLst>
          </pc:picChg>
          <pc:cxnChg chg="mod">
            <ac:chgData name="Davis, James C" userId="84778d94-b1cc-4a48-87ce-749e1d7d6e72" providerId="ADAL" clId="{3A07BE75-CD12-464B-B8E5-341E489B6D50}" dt="2020-08-21T21:44:08.192" v="96" actId="2711"/>
            <ac:cxnSpMkLst>
              <pc:docMk/>
              <pc:sldMasterMk cId="3595336832" sldId="2147483708"/>
              <pc:sldLayoutMk cId="1815464052" sldId="2147483721"/>
              <ac:cxnSpMk id="25" creationId="{BCC405A1-23C8-8E4E-940E-49CA3B709385}"/>
            </ac:cxnSpMkLst>
          </pc:cxnChg>
        </pc:sldLayoutChg>
        <pc:sldLayoutChg chg="delSp modSp mod">
          <pc:chgData name="Davis, James C" userId="84778d94-b1cc-4a48-87ce-749e1d7d6e72" providerId="ADAL" clId="{3A07BE75-CD12-464B-B8E5-341E489B6D50}" dt="2020-08-22T00:23:14.775" v="197" actId="478"/>
          <pc:sldLayoutMkLst>
            <pc:docMk/>
            <pc:sldMasterMk cId="3595336832" sldId="2147483708"/>
            <pc:sldLayoutMk cId="4186258001" sldId="2147483722"/>
          </pc:sldLayoutMkLst>
          <pc:spChg chg="mod">
            <ac:chgData name="Davis, James C" userId="84778d94-b1cc-4a48-87ce-749e1d7d6e72" providerId="ADAL" clId="{3A07BE75-CD12-464B-B8E5-341E489B6D50}" dt="2020-08-21T21:44:27.196" v="107" actId="2711"/>
            <ac:spMkLst>
              <pc:docMk/>
              <pc:sldMasterMk cId="3595336832" sldId="2147483708"/>
              <pc:sldLayoutMk cId="4186258001" sldId="2147483722"/>
              <ac:spMk id="14" creationId="{0D6DAF39-EE35-6843-807B-FF770BE21293}"/>
            </ac:spMkLst>
          </pc:spChg>
          <pc:spChg chg="mod">
            <ac:chgData name="Davis, James C" userId="84778d94-b1cc-4a48-87ce-749e1d7d6e72" providerId="ADAL" clId="{3A07BE75-CD12-464B-B8E5-341E489B6D50}" dt="2020-08-21T21:44:23.703" v="106" actId="2711"/>
            <ac:spMkLst>
              <pc:docMk/>
              <pc:sldMasterMk cId="3595336832" sldId="2147483708"/>
              <pc:sldLayoutMk cId="4186258001" sldId="2147483722"/>
              <ac:spMk id="17" creationId="{B6A7C9B5-3617-0144-A4ED-16186741E8C3}"/>
            </ac:spMkLst>
          </pc:spChg>
          <pc:spChg chg="del">
            <ac:chgData name="Davis, James C" userId="84778d94-b1cc-4a48-87ce-749e1d7d6e72" providerId="ADAL" clId="{3A07BE75-CD12-464B-B8E5-341E489B6D50}" dt="2020-08-22T00:23:14.775" v="197" actId="478"/>
            <ac:spMkLst>
              <pc:docMk/>
              <pc:sldMasterMk cId="3595336832" sldId="2147483708"/>
              <pc:sldLayoutMk cId="4186258001" sldId="2147483722"/>
              <ac:spMk id="19" creationId="{AAF94E19-ED71-7845-B4E1-5D3EA4F2593F}"/>
            </ac:spMkLst>
          </pc:spChg>
        </pc:sldLayoutChg>
        <pc:sldLayoutChg chg="delSp modSp mod">
          <pc:chgData name="Davis, James C" userId="84778d94-b1cc-4a48-87ce-749e1d7d6e72" providerId="ADAL" clId="{3A07BE75-CD12-464B-B8E5-341E489B6D50}" dt="2020-08-22T00:23:19.703" v="198" actId="478"/>
          <pc:sldLayoutMkLst>
            <pc:docMk/>
            <pc:sldMasterMk cId="3595336832" sldId="2147483708"/>
            <pc:sldLayoutMk cId="2707393526" sldId="2147483723"/>
          </pc:sldLayoutMkLst>
          <pc:spChg chg="mod">
            <ac:chgData name="Davis, James C" userId="84778d94-b1cc-4a48-87ce-749e1d7d6e72" providerId="ADAL" clId="{3A07BE75-CD12-464B-B8E5-341E489B6D50}" dt="2020-08-21T21:44:35.786" v="108" actId="2711"/>
            <ac:spMkLst>
              <pc:docMk/>
              <pc:sldMasterMk cId="3595336832" sldId="2147483708"/>
              <pc:sldLayoutMk cId="2707393526" sldId="2147483723"/>
              <ac:spMk id="6" creationId="{5CCAEC11-865D-CB4B-88E8-5AF51FB37FBE}"/>
            </ac:spMkLst>
          </pc:spChg>
          <pc:spChg chg="mod">
            <ac:chgData name="Davis, James C" userId="84778d94-b1cc-4a48-87ce-749e1d7d6e72" providerId="ADAL" clId="{3A07BE75-CD12-464B-B8E5-341E489B6D50}" dt="2020-08-21T21:44:35.786" v="108" actId="2711"/>
            <ac:spMkLst>
              <pc:docMk/>
              <pc:sldMasterMk cId="3595336832" sldId="2147483708"/>
              <pc:sldLayoutMk cId="2707393526" sldId="2147483723"/>
              <ac:spMk id="15" creationId="{4D7D7E43-151C-6148-8D70-1135C4C4B705}"/>
            </ac:spMkLst>
          </pc:spChg>
          <pc:spChg chg="mod">
            <ac:chgData name="Davis, James C" userId="84778d94-b1cc-4a48-87ce-749e1d7d6e72" providerId="ADAL" clId="{3A07BE75-CD12-464B-B8E5-341E489B6D50}" dt="2020-08-21T21:44:35.786" v="108" actId="2711"/>
            <ac:spMkLst>
              <pc:docMk/>
              <pc:sldMasterMk cId="3595336832" sldId="2147483708"/>
              <pc:sldLayoutMk cId="2707393526" sldId="2147483723"/>
              <ac:spMk id="16" creationId="{0B79470A-88E7-9241-9D11-9A69D762338C}"/>
            </ac:spMkLst>
          </pc:spChg>
          <pc:spChg chg="mod">
            <ac:chgData name="Davis, James C" userId="84778d94-b1cc-4a48-87ce-749e1d7d6e72" providerId="ADAL" clId="{3A07BE75-CD12-464B-B8E5-341E489B6D50}" dt="2020-08-21T21:44:35.786" v="108" actId="2711"/>
            <ac:spMkLst>
              <pc:docMk/>
              <pc:sldMasterMk cId="3595336832" sldId="2147483708"/>
              <pc:sldLayoutMk cId="2707393526" sldId="2147483723"/>
              <ac:spMk id="20" creationId="{EACB2F0C-1C3D-CD48-AD13-7B5AD683F7C7}"/>
            </ac:spMkLst>
          </pc:spChg>
          <pc:spChg chg="mod">
            <ac:chgData name="Davis, James C" userId="84778d94-b1cc-4a48-87ce-749e1d7d6e72" providerId="ADAL" clId="{3A07BE75-CD12-464B-B8E5-341E489B6D50}" dt="2020-08-21T21:44:35.786" v="108" actId="2711"/>
            <ac:spMkLst>
              <pc:docMk/>
              <pc:sldMasterMk cId="3595336832" sldId="2147483708"/>
              <pc:sldLayoutMk cId="2707393526" sldId="2147483723"/>
              <ac:spMk id="23" creationId="{BD416322-CF1A-F143-B2A9-844B608C50DA}"/>
            </ac:spMkLst>
          </pc:spChg>
          <pc:spChg chg="del mod">
            <ac:chgData name="Davis, James C" userId="84778d94-b1cc-4a48-87ce-749e1d7d6e72" providerId="ADAL" clId="{3A07BE75-CD12-464B-B8E5-341E489B6D50}" dt="2020-08-22T00:23:19.703" v="198" actId="478"/>
            <ac:spMkLst>
              <pc:docMk/>
              <pc:sldMasterMk cId="3595336832" sldId="2147483708"/>
              <pc:sldLayoutMk cId="2707393526" sldId="2147483723"/>
              <ac:spMk id="25" creationId="{A7492D50-D618-9F40-B9F2-9B08441829B8}"/>
            </ac:spMkLst>
          </pc:spChg>
          <pc:spChg chg="mod">
            <ac:chgData name="Davis, James C" userId="84778d94-b1cc-4a48-87ce-749e1d7d6e72" providerId="ADAL" clId="{3A07BE75-CD12-464B-B8E5-341E489B6D50}" dt="2020-08-21T21:44:35.786" v="108" actId="2711"/>
            <ac:spMkLst>
              <pc:docMk/>
              <pc:sldMasterMk cId="3595336832" sldId="2147483708"/>
              <pc:sldLayoutMk cId="2707393526" sldId="2147483723"/>
              <ac:spMk id="26" creationId="{8E13B548-F076-CF46-A887-15D7D4869738}"/>
            </ac:spMkLst>
          </pc:spChg>
          <pc:picChg chg="mod">
            <ac:chgData name="Davis, James C" userId="84778d94-b1cc-4a48-87ce-749e1d7d6e72" providerId="ADAL" clId="{3A07BE75-CD12-464B-B8E5-341E489B6D50}" dt="2020-08-21T21:44:35.786" v="108" actId="2711"/>
            <ac:picMkLst>
              <pc:docMk/>
              <pc:sldMasterMk cId="3595336832" sldId="2147483708"/>
              <pc:sldLayoutMk cId="2707393526" sldId="2147483723"/>
              <ac:picMk id="24" creationId="{4DC803D7-BDE8-2740-B36D-EB98236EB729}"/>
            </ac:picMkLst>
          </pc:picChg>
          <pc:cxnChg chg="mod">
            <ac:chgData name="Davis, James C" userId="84778d94-b1cc-4a48-87ce-749e1d7d6e72" providerId="ADAL" clId="{3A07BE75-CD12-464B-B8E5-341E489B6D50}" dt="2020-08-21T21:44:35.786" v="108" actId="2711"/>
            <ac:cxnSpMkLst>
              <pc:docMk/>
              <pc:sldMasterMk cId="3595336832" sldId="2147483708"/>
              <pc:sldLayoutMk cId="2707393526" sldId="2147483723"/>
              <ac:cxnSpMk id="27" creationId="{8F96F97C-D2D6-7949-BDC5-C0B91FB918BD}"/>
            </ac:cxnSpMkLst>
          </pc:cxnChg>
        </pc:sldLayoutChg>
        <pc:sldLayoutChg chg="delSp modSp mod">
          <pc:chgData name="Davis, James C" userId="84778d94-b1cc-4a48-87ce-749e1d7d6e72" providerId="ADAL" clId="{3A07BE75-CD12-464B-B8E5-341E489B6D50}" dt="2020-08-22T00:23:26.607" v="199" actId="478"/>
          <pc:sldLayoutMkLst>
            <pc:docMk/>
            <pc:sldMasterMk cId="3595336832" sldId="2147483708"/>
            <pc:sldLayoutMk cId="69532377" sldId="2147483724"/>
          </pc:sldLayoutMkLst>
          <pc:spChg chg="mod">
            <ac:chgData name="Davis, James C" userId="84778d94-b1cc-4a48-87ce-749e1d7d6e72" providerId="ADAL" clId="{3A07BE75-CD12-464B-B8E5-341E489B6D50}" dt="2020-08-21T21:44:47.211" v="109" actId="2711"/>
            <ac:spMkLst>
              <pc:docMk/>
              <pc:sldMasterMk cId="3595336832" sldId="2147483708"/>
              <pc:sldLayoutMk cId="69532377" sldId="2147483724"/>
              <ac:spMk id="2" creationId="{00000000-0000-0000-0000-000000000000}"/>
            </ac:spMkLst>
          </pc:spChg>
          <pc:spChg chg="mod">
            <ac:chgData name="Davis, James C" userId="84778d94-b1cc-4a48-87ce-749e1d7d6e72" providerId="ADAL" clId="{3A07BE75-CD12-464B-B8E5-341E489B6D50}" dt="2020-08-21T21:44:47.211" v="109" actId="2711"/>
            <ac:spMkLst>
              <pc:docMk/>
              <pc:sldMasterMk cId="3595336832" sldId="2147483708"/>
              <pc:sldLayoutMk cId="69532377" sldId="2147483724"/>
              <ac:spMk id="16" creationId="{900775FC-E9E4-FF46-A522-92CC39196093}"/>
            </ac:spMkLst>
          </pc:spChg>
          <pc:spChg chg="mod">
            <ac:chgData name="Davis, James C" userId="84778d94-b1cc-4a48-87ce-749e1d7d6e72" providerId="ADAL" clId="{3A07BE75-CD12-464B-B8E5-341E489B6D50}" dt="2020-08-21T21:44:47.211" v="109" actId="2711"/>
            <ac:spMkLst>
              <pc:docMk/>
              <pc:sldMasterMk cId="3595336832" sldId="2147483708"/>
              <pc:sldLayoutMk cId="69532377" sldId="2147483724"/>
              <ac:spMk id="17" creationId="{F59025A6-822F-2D44-9F31-61A4A63F5CD3}"/>
            </ac:spMkLst>
          </pc:spChg>
          <pc:spChg chg="del mod">
            <ac:chgData name="Davis, James C" userId="84778d94-b1cc-4a48-87ce-749e1d7d6e72" providerId="ADAL" clId="{3A07BE75-CD12-464B-B8E5-341E489B6D50}" dt="2020-08-22T00:23:26.607" v="199" actId="478"/>
            <ac:spMkLst>
              <pc:docMk/>
              <pc:sldMasterMk cId="3595336832" sldId="2147483708"/>
              <pc:sldLayoutMk cId="69532377" sldId="2147483724"/>
              <ac:spMk id="22" creationId="{F8CD2E15-DFA2-0F4C-8839-A9AD4504A2B8}"/>
            </ac:spMkLst>
          </pc:spChg>
          <pc:spChg chg="mod">
            <ac:chgData name="Davis, James C" userId="84778d94-b1cc-4a48-87ce-749e1d7d6e72" providerId="ADAL" clId="{3A07BE75-CD12-464B-B8E5-341E489B6D50}" dt="2020-08-21T21:44:47.211" v="109" actId="2711"/>
            <ac:spMkLst>
              <pc:docMk/>
              <pc:sldMasterMk cId="3595336832" sldId="2147483708"/>
              <pc:sldLayoutMk cId="69532377" sldId="2147483724"/>
              <ac:spMk id="23" creationId="{ACFC5D5C-1C9B-F148-A910-72ADDA93ABF0}"/>
            </ac:spMkLst>
          </pc:spChg>
          <pc:picChg chg="mod">
            <ac:chgData name="Davis, James C" userId="84778d94-b1cc-4a48-87ce-749e1d7d6e72" providerId="ADAL" clId="{3A07BE75-CD12-464B-B8E5-341E489B6D50}" dt="2020-08-21T21:44:47.211" v="109" actId="2711"/>
            <ac:picMkLst>
              <pc:docMk/>
              <pc:sldMasterMk cId="3595336832" sldId="2147483708"/>
              <pc:sldLayoutMk cId="69532377" sldId="2147483724"/>
              <ac:picMk id="21" creationId="{237F821D-D4B4-C442-814B-E1605BD7539E}"/>
            </ac:picMkLst>
          </pc:picChg>
          <pc:cxnChg chg="mod">
            <ac:chgData name="Davis, James C" userId="84778d94-b1cc-4a48-87ce-749e1d7d6e72" providerId="ADAL" clId="{3A07BE75-CD12-464B-B8E5-341E489B6D50}" dt="2020-08-21T21:44:47.211" v="109" actId="2711"/>
            <ac:cxnSpMkLst>
              <pc:docMk/>
              <pc:sldMasterMk cId="3595336832" sldId="2147483708"/>
              <pc:sldLayoutMk cId="69532377" sldId="2147483724"/>
              <ac:cxnSpMk id="25" creationId="{A45DD0F1-B8FD-0047-817A-E2982F127A6A}"/>
            </ac:cxnSpMkLst>
          </pc:cxnChg>
        </pc:sldLayoutChg>
        <pc:sldLayoutChg chg="delSp modSp mod ord">
          <pc:chgData name="Davis, James C" userId="84778d94-b1cc-4a48-87ce-749e1d7d6e72" providerId="ADAL" clId="{3A07BE75-CD12-464B-B8E5-341E489B6D50}" dt="2020-08-22T00:22:53.569" v="193" actId="478"/>
          <pc:sldLayoutMkLst>
            <pc:docMk/>
            <pc:sldMasterMk cId="3595336832" sldId="2147483708"/>
            <pc:sldLayoutMk cId="574188406" sldId="2147483725"/>
          </pc:sldLayoutMkLst>
          <pc:spChg chg="mod">
            <ac:chgData name="Davis, James C" userId="84778d94-b1cc-4a48-87ce-749e1d7d6e72" providerId="ADAL" clId="{3A07BE75-CD12-464B-B8E5-341E489B6D50}" dt="2020-08-21T21:47:59.479" v="115" actId="20577"/>
            <ac:spMkLst>
              <pc:docMk/>
              <pc:sldMasterMk cId="3595336832" sldId="2147483708"/>
              <pc:sldLayoutMk cId="574188406" sldId="2147483725"/>
              <ac:spMk id="11" creationId="{7218C6A0-FE47-3C49-9974-F3CABE12FB6E}"/>
            </ac:spMkLst>
          </pc:spChg>
          <pc:spChg chg="del">
            <ac:chgData name="Davis, James C" userId="84778d94-b1cc-4a48-87ce-749e1d7d6e72" providerId="ADAL" clId="{3A07BE75-CD12-464B-B8E5-341E489B6D50}" dt="2020-08-22T00:22:53.569" v="193" actId="478"/>
            <ac:spMkLst>
              <pc:docMk/>
              <pc:sldMasterMk cId="3595336832" sldId="2147483708"/>
              <pc:sldLayoutMk cId="574188406" sldId="2147483725"/>
              <ac:spMk id="19" creationId="{AAF94E19-ED71-7845-B4E1-5D3EA4F2593F}"/>
            </ac:spMkLst>
          </pc:spChg>
        </pc:sldLayoutChg>
        <pc:sldLayoutChg chg="addSp delSp modSp mod modTransition">
          <pc:chgData name="Davis, James C" userId="84778d94-b1cc-4a48-87ce-749e1d7d6e72" providerId="ADAL" clId="{3A07BE75-CD12-464B-B8E5-341E489B6D50}" dt="2020-08-22T00:40:43.830" v="269" actId="208"/>
          <pc:sldLayoutMkLst>
            <pc:docMk/>
            <pc:sldMasterMk cId="3595336832" sldId="2147483708"/>
            <pc:sldLayoutMk cId="4232609549" sldId="2147483726"/>
          </pc:sldLayoutMkLst>
          <pc:spChg chg="add del mod">
            <ac:chgData name="Davis, James C" userId="84778d94-b1cc-4a48-87ce-749e1d7d6e72" providerId="ADAL" clId="{3A07BE75-CD12-464B-B8E5-341E489B6D50}" dt="2020-08-21T21:35:31.852" v="21"/>
            <ac:spMkLst>
              <pc:docMk/>
              <pc:sldMasterMk cId="3595336832" sldId="2147483708"/>
              <pc:sldLayoutMk cId="4232609549" sldId="2147483726"/>
              <ac:spMk id="2" creationId="{3DB09C4B-756F-E046-A7B8-E818F3D67C91}"/>
            </ac:spMkLst>
          </pc:spChg>
          <pc:spChg chg="add del mod">
            <ac:chgData name="Davis, James C" userId="84778d94-b1cc-4a48-87ce-749e1d7d6e72" providerId="ADAL" clId="{3A07BE75-CD12-464B-B8E5-341E489B6D50}" dt="2020-08-21T21:35:31.852" v="21"/>
            <ac:spMkLst>
              <pc:docMk/>
              <pc:sldMasterMk cId="3595336832" sldId="2147483708"/>
              <pc:sldLayoutMk cId="4232609549" sldId="2147483726"/>
              <ac:spMk id="3" creationId="{4A738382-6B3F-6B47-8A09-6FCE0611FDA4}"/>
            </ac:spMkLst>
          </pc:spChg>
          <pc:spChg chg="add del mod">
            <ac:chgData name="Davis, James C" userId="84778d94-b1cc-4a48-87ce-749e1d7d6e72" providerId="ADAL" clId="{3A07BE75-CD12-464B-B8E5-341E489B6D50}" dt="2020-08-21T21:35:31.852" v="21"/>
            <ac:spMkLst>
              <pc:docMk/>
              <pc:sldMasterMk cId="3595336832" sldId="2147483708"/>
              <pc:sldLayoutMk cId="4232609549" sldId="2147483726"/>
              <ac:spMk id="4" creationId="{7629B2FB-9B75-0F4D-933A-91D5F9EB95B4}"/>
            </ac:spMkLst>
          </pc:spChg>
          <pc:spChg chg="add del mod">
            <ac:chgData name="Davis, James C" userId="84778d94-b1cc-4a48-87ce-749e1d7d6e72" providerId="ADAL" clId="{3A07BE75-CD12-464B-B8E5-341E489B6D50}" dt="2020-08-21T21:35:33.686" v="23"/>
            <ac:spMkLst>
              <pc:docMk/>
              <pc:sldMasterMk cId="3595336832" sldId="2147483708"/>
              <pc:sldLayoutMk cId="4232609549" sldId="2147483726"/>
              <ac:spMk id="7" creationId="{7F1E983B-BAA3-B44E-9FA7-C1DBBF63451D}"/>
            </ac:spMkLst>
          </pc:spChg>
          <pc:spChg chg="mod">
            <ac:chgData name="Davis, James C" userId="84778d94-b1cc-4a48-87ce-749e1d7d6e72" providerId="ADAL" clId="{3A07BE75-CD12-464B-B8E5-341E489B6D50}" dt="2020-08-22T00:40:39.983" v="268" actId="208"/>
            <ac:spMkLst>
              <pc:docMk/>
              <pc:sldMasterMk cId="3595336832" sldId="2147483708"/>
              <pc:sldLayoutMk cId="4232609549" sldId="2147483726"/>
              <ac:spMk id="8" creationId="{9629C0A1-FA46-974B-8B59-DAFA34D587F5}"/>
            </ac:spMkLst>
          </pc:spChg>
          <pc:spChg chg="del">
            <ac:chgData name="Davis, James C" userId="84778d94-b1cc-4a48-87ce-749e1d7d6e72" providerId="ADAL" clId="{3A07BE75-CD12-464B-B8E5-341E489B6D50}" dt="2020-08-22T00:22:22.489" v="186" actId="478"/>
            <ac:spMkLst>
              <pc:docMk/>
              <pc:sldMasterMk cId="3595336832" sldId="2147483708"/>
              <pc:sldLayoutMk cId="4232609549" sldId="2147483726"/>
              <ac:spMk id="9" creationId="{44FC41B1-856D-154F-84BA-1815B447367D}"/>
            </ac:spMkLst>
          </pc:spChg>
          <pc:spChg chg="mod">
            <ac:chgData name="Davis, James C" userId="84778d94-b1cc-4a48-87ce-749e1d7d6e72" providerId="ADAL" clId="{3A07BE75-CD12-464B-B8E5-341E489B6D50}" dt="2020-08-22T00:40:43.830" v="269" actId="208"/>
            <ac:spMkLst>
              <pc:docMk/>
              <pc:sldMasterMk cId="3595336832" sldId="2147483708"/>
              <pc:sldLayoutMk cId="4232609549" sldId="2147483726"/>
              <ac:spMk id="11" creationId="{F21F285B-3B58-4149-B959-9010CE636448}"/>
            </ac:spMkLst>
          </pc:spChg>
          <pc:spChg chg="add del mod">
            <ac:chgData name="Davis, James C" userId="84778d94-b1cc-4a48-87ce-749e1d7d6e72" providerId="ADAL" clId="{3A07BE75-CD12-464B-B8E5-341E489B6D50}" dt="2020-08-21T21:35:33.686" v="23"/>
            <ac:spMkLst>
              <pc:docMk/>
              <pc:sldMasterMk cId="3595336832" sldId="2147483708"/>
              <pc:sldLayoutMk cId="4232609549" sldId="2147483726"/>
              <ac:spMk id="13" creationId="{541CDDB2-4D8E-A543-A397-396990320797}"/>
            </ac:spMkLst>
          </pc:spChg>
          <pc:spChg chg="add del mod">
            <ac:chgData name="Davis, James C" userId="84778d94-b1cc-4a48-87ce-749e1d7d6e72" providerId="ADAL" clId="{3A07BE75-CD12-464B-B8E5-341E489B6D50}" dt="2020-08-21T21:35:33.686" v="23"/>
            <ac:spMkLst>
              <pc:docMk/>
              <pc:sldMasterMk cId="3595336832" sldId="2147483708"/>
              <pc:sldLayoutMk cId="4232609549" sldId="2147483726"/>
              <ac:spMk id="15" creationId="{09BBB4B8-9B85-9842-9B69-F922216F8990}"/>
            </ac:spMkLst>
          </pc:spChg>
          <pc:spChg chg="add mod">
            <ac:chgData name="Davis, James C" userId="84778d94-b1cc-4a48-87ce-749e1d7d6e72" providerId="ADAL" clId="{3A07BE75-CD12-464B-B8E5-341E489B6D50}" dt="2020-08-22T00:22:15.073" v="185"/>
            <ac:spMkLst>
              <pc:docMk/>
              <pc:sldMasterMk cId="3595336832" sldId="2147483708"/>
              <pc:sldLayoutMk cId="4232609549" sldId="2147483726"/>
              <ac:spMk id="16" creationId="{1991DBEA-463E-0543-8703-1617F14E9D1E}"/>
            </ac:spMkLst>
          </pc:spChg>
          <pc:spChg chg="add del mod">
            <ac:chgData name="Davis, James C" userId="84778d94-b1cc-4a48-87ce-749e1d7d6e72" providerId="ADAL" clId="{3A07BE75-CD12-464B-B8E5-341E489B6D50}" dt="2020-08-21T21:49:35.056" v="129" actId="2085"/>
            <ac:spMkLst>
              <pc:docMk/>
              <pc:sldMasterMk cId="3595336832" sldId="2147483708"/>
              <pc:sldLayoutMk cId="4232609549" sldId="2147483726"/>
              <ac:spMk id="251914" creationId="{00000000-0000-0000-0000-000000000000}"/>
            </ac:spMkLst>
          </pc:spChg>
          <pc:picChg chg="add del mod">
            <ac:chgData name="Davis, James C" userId="84778d94-b1cc-4a48-87ce-749e1d7d6e72" providerId="ADAL" clId="{3A07BE75-CD12-464B-B8E5-341E489B6D50}" dt="2020-08-21T21:35:22.429" v="18" actId="21"/>
            <ac:picMkLst>
              <pc:docMk/>
              <pc:sldMasterMk cId="3595336832" sldId="2147483708"/>
              <pc:sldLayoutMk cId="4232609549" sldId="2147483726"/>
              <ac:picMk id="6" creationId="{37731326-0C60-DD41-B5BD-7937076E0B2E}"/>
            </ac:picMkLst>
          </pc:picChg>
          <pc:picChg chg="del">
            <ac:chgData name="Davis, James C" userId="84778d94-b1cc-4a48-87ce-749e1d7d6e72" providerId="ADAL" clId="{3A07BE75-CD12-464B-B8E5-341E489B6D50}" dt="2020-08-21T21:32:58.065" v="4" actId="478"/>
            <ac:picMkLst>
              <pc:docMk/>
              <pc:sldMasterMk cId="3595336832" sldId="2147483708"/>
              <pc:sldLayoutMk cId="4232609549" sldId="2147483726"/>
              <ac:picMk id="10" creationId="{213FEFA3-8A82-6844-88D4-95E07E779EF4}"/>
            </ac:picMkLst>
          </pc:picChg>
          <pc:picChg chg="add mod">
            <ac:chgData name="Davis, James C" userId="84778d94-b1cc-4a48-87ce-749e1d7d6e72" providerId="ADAL" clId="{3A07BE75-CD12-464B-B8E5-341E489B6D50}" dt="2020-08-21T21:33:10.757" v="9" actId="1076"/>
            <ac:picMkLst>
              <pc:docMk/>
              <pc:sldMasterMk cId="3595336832" sldId="2147483708"/>
              <pc:sldLayoutMk cId="4232609549" sldId="2147483726"/>
              <ac:picMk id="12" creationId="{BCBD89D8-43BD-5D41-99C6-91B0B6A51904}"/>
            </ac:picMkLst>
          </pc:picChg>
          <pc:picChg chg="add del mod">
            <ac:chgData name="Davis, James C" userId="84778d94-b1cc-4a48-87ce-749e1d7d6e72" providerId="ADAL" clId="{3A07BE75-CD12-464B-B8E5-341E489B6D50}" dt="2020-08-21T21:37:51.327" v="44" actId="21"/>
            <ac:picMkLst>
              <pc:docMk/>
              <pc:sldMasterMk cId="3595336832" sldId="2147483708"/>
              <pc:sldLayoutMk cId="4232609549" sldId="2147483726"/>
              <ac:picMk id="14" creationId="{AD52B8E7-6A95-D242-B4DC-D368E54B24F3}"/>
            </ac:picMkLst>
          </pc:picChg>
        </pc:sldLayoutChg>
        <pc:sldLayoutChg chg="delSp new del mod">
          <pc:chgData name="Davis, James C" userId="84778d94-b1cc-4a48-87ce-749e1d7d6e72" providerId="ADAL" clId="{3A07BE75-CD12-464B-B8E5-341E489B6D50}" dt="2020-08-21T21:36:14.105" v="31" actId="2696"/>
          <pc:sldLayoutMkLst>
            <pc:docMk/>
            <pc:sldMasterMk cId="3595336832" sldId="2147483708"/>
            <pc:sldLayoutMk cId="3571145014" sldId="2147483727"/>
          </pc:sldLayoutMkLst>
          <pc:spChg chg="del">
            <ac:chgData name="Davis, James C" userId="84778d94-b1cc-4a48-87ce-749e1d7d6e72" providerId="ADAL" clId="{3A07BE75-CD12-464B-B8E5-341E489B6D50}" dt="2020-08-21T21:35:57.762" v="28" actId="478"/>
            <ac:spMkLst>
              <pc:docMk/>
              <pc:sldMasterMk cId="3595336832" sldId="2147483708"/>
              <pc:sldLayoutMk cId="3571145014" sldId="2147483727"/>
              <ac:spMk id="2" creationId="{DB4F1C61-C21B-0A4B-BDB4-132F0405C9BE}"/>
            </ac:spMkLst>
          </pc:spChg>
          <pc:spChg chg="del">
            <ac:chgData name="Davis, James C" userId="84778d94-b1cc-4a48-87ce-749e1d7d6e72" providerId="ADAL" clId="{3A07BE75-CD12-464B-B8E5-341E489B6D50}" dt="2020-08-21T21:36:00.473" v="29"/>
            <ac:spMkLst>
              <pc:docMk/>
              <pc:sldMasterMk cId="3595336832" sldId="2147483708"/>
              <pc:sldLayoutMk cId="3571145014" sldId="2147483727"/>
              <ac:spMk id="3" creationId="{12A83881-1209-9945-BCDF-198622D8227C}"/>
            </ac:spMkLst>
          </pc:spChg>
          <pc:spChg chg="del">
            <ac:chgData name="Davis, James C" userId="84778d94-b1cc-4a48-87ce-749e1d7d6e72" providerId="ADAL" clId="{3A07BE75-CD12-464B-B8E5-341E489B6D50}" dt="2020-08-21T21:36:00.473" v="29"/>
            <ac:spMkLst>
              <pc:docMk/>
              <pc:sldMasterMk cId="3595336832" sldId="2147483708"/>
              <pc:sldLayoutMk cId="3571145014" sldId="2147483727"/>
              <ac:spMk id="4" creationId="{32B112DC-B82E-6F4F-8D13-45166552D6E7}"/>
            </ac:spMkLst>
          </pc:spChg>
          <pc:spChg chg="del">
            <ac:chgData name="Davis, James C" userId="84778d94-b1cc-4a48-87ce-749e1d7d6e72" providerId="ADAL" clId="{3A07BE75-CD12-464B-B8E5-341E489B6D50}" dt="2020-08-21T21:36:00.473" v="29"/>
            <ac:spMkLst>
              <pc:docMk/>
              <pc:sldMasterMk cId="3595336832" sldId="2147483708"/>
              <pc:sldLayoutMk cId="3571145014" sldId="2147483727"/>
              <ac:spMk id="5" creationId="{A52275F4-AECB-F54E-B051-819366F94C61}"/>
            </ac:spMkLst>
          </pc:spChg>
        </pc:sldLayoutChg>
        <pc:sldLayoutChg chg="addSp delSp modSp mod modTransition">
          <pc:chgData name="Davis, James C" userId="84778d94-b1cc-4a48-87ce-749e1d7d6e72" providerId="ADAL" clId="{3A07BE75-CD12-464B-B8E5-341E489B6D50}" dt="2020-08-22T00:40:52.264" v="270" actId="208"/>
          <pc:sldLayoutMkLst>
            <pc:docMk/>
            <pc:sldMasterMk cId="3595336832" sldId="2147483708"/>
            <pc:sldLayoutMk cId="3328718115" sldId="2147483728"/>
          </pc:sldLayoutMkLst>
          <pc:spChg chg="add del mod">
            <ac:chgData name="Davis, James C" userId="84778d94-b1cc-4a48-87ce-749e1d7d6e72" providerId="ADAL" clId="{3A07BE75-CD12-464B-B8E5-341E489B6D50}" dt="2020-08-21T21:53:44.149" v="183" actId="478"/>
            <ac:spMkLst>
              <pc:docMk/>
              <pc:sldMasterMk cId="3595336832" sldId="2147483708"/>
              <pc:sldLayoutMk cId="3328718115" sldId="2147483728"/>
              <ac:spMk id="2" creationId="{A0349C6E-8F46-DA41-ADEA-4CAA630A7964}"/>
            </ac:spMkLst>
          </pc:spChg>
          <pc:spChg chg="mod">
            <ac:chgData name="Davis, James C" userId="84778d94-b1cc-4a48-87ce-749e1d7d6e72" providerId="ADAL" clId="{3A07BE75-CD12-464B-B8E5-341E489B6D50}" dt="2020-08-22T00:40:52.264" v="270" actId="208"/>
            <ac:spMkLst>
              <pc:docMk/>
              <pc:sldMasterMk cId="3595336832" sldId="2147483708"/>
              <pc:sldLayoutMk cId="3328718115" sldId="2147483728"/>
              <ac:spMk id="4" creationId="{67B3E873-1394-3543-8BD2-2C910090ECBD}"/>
            </ac:spMkLst>
          </pc:spChg>
          <pc:spChg chg="add del mod">
            <ac:chgData name="Davis, James C" userId="84778d94-b1cc-4a48-87ce-749e1d7d6e72" providerId="ADAL" clId="{3A07BE75-CD12-464B-B8E5-341E489B6D50}" dt="2020-08-22T00:39:41.505" v="234" actId="207"/>
            <ac:spMkLst>
              <pc:docMk/>
              <pc:sldMasterMk cId="3595336832" sldId="2147483708"/>
              <pc:sldLayoutMk cId="3328718115" sldId="2147483728"/>
              <ac:spMk id="5" creationId="{00000000-0000-0000-0000-000000000000}"/>
            </ac:spMkLst>
          </pc:spChg>
          <pc:spChg chg="add del mod">
            <ac:chgData name="Davis, James C" userId="84778d94-b1cc-4a48-87ce-749e1d7d6e72" providerId="ADAL" clId="{3A07BE75-CD12-464B-B8E5-341E489B6D50}" dt="2020-08-21T21:54:10.149" v="184" actId="478"/>
            <ac:spMkLst>
              <pc:docMk/>
              <pc:sldMasterMk cId="3595336832" sldId="2147483708"/>
              <pc:sldLayoutMk cId="3328718115" sldId="2147483728"/>
              <ac:spMk id="8" creationId="{87597FFB-B432-F440-9DDE-C765DFB23B24}"/>
            </ac:spMkLst>
          </pc:spChg>
          <pc:spChg chg="add mod">
            <ac:chgData name="Davis, James C" userId="84778d94-b1cc-4a48-87ce-749e1d7d6e72" providerId="ADAL" clId="{3A07BE75-CD12-464B-B8E5-341E489B6D50}" dt="2020-08-21T21:53:17.422" v="179"/>
            <ac:spMkLst>
              <pc:docMk/>
              <pc:sldMasterMk cId="3595336832" sldId="2147483708"/>
              <pc:sldLayoutMk cId="3328718115" sldId="2147483728"/>
              <ac:spMk id="9" creationId="{4403002C-B894-EA4E-9F9C-C47945496723}"/>
            </ac:spMkLst>
          </pc:spChg>
          <pc:picChg chg="add del mod">
            <ac:chgData name="Davis, James C" userId="84778d94-b1cc-4a48-87ce-749e1d7d6e72" providerId="ADAL" clId="{3A07BE75-CD12-464B-B8E5-341E489B6D50}" dt="2020-08-21T21:37:57.744" v="48"/>
            <ac:picMkLst>
              <pc:docMk/>
              <pc:sldMasterMk cId="3595336832" sldId="2147483708"/>
              <pc:sldLayoutMk cId="3328718115" sldId="2147483728"/>
              <ac:picMk id="6" creationId="{5109DD2C-49A7-2340-918F-14658BEE258D}"/>
            </ac:picMkLst>
          </pc:picChg>
          <pc:picChg chg="add del mod">
            <ac:chgData name="Davis, James C" userId="84778d94-b1cc-4a48-87ce-749e1d7d6e72" providerId="ADAL" clId="{3A07BE75-CD12-464B-B8E5-341E489B6D50}" dt="2020-08-21T21:39:00.916" v="58" actId="478"/>
            <ac:picMkLst>
              <pc:docMk/>
              <pc:sldMasterMk cId="3595336832" sldId="2147483708"/>
              <pc:sldLayoutMk cId="3328718115" sldId="2147483728"/>
              <ac:picMk id="7" creationId="{436176C0-63A3-BE44-BA6C-A9E6FBC44A2F}"/>
            </ac:picMkLst>
          </pc:picChg>
        </pc:sldLayoutChg>
        <pc:sldLayoutChg chg="addSp delSp modSp mod modTransition">
          <pc:chgData name="Davis, James C" userId="84778d94-b1cc-4a48-87ce-749e1d7d6e72" providerId="ADAL" clId="{3A07BE75-CD12-464B-B8E5-341E489B6D50}" dt="2020-08-22T00:40:59.683" v="271" actId="208"/>
          <pc:sldLayoutMkLst>
            <pc:docMk/>
            <pc:sldMasterMk cId="3595336832" sldId="2147483708"/>
            <pc:sldLayoutMk cId="694698316" sldId="2147483729"/>
          </pc:sldLayoutMkLst>
          <pc:spChg chg="add mod">
            <ac:chgData name="Davis, James C" userId="84778d94-b1cc-4a48-87ce-749e1d7d6e72" providerId="ADAL" clId="{3A07BE75-CD12-464B-B8E5-341E489B6D50}" dt="2020-08-22T00:22:27.599" v="187"/>
            <ac:spMkLst>
              <pc:docMk/>
              <pc:sldMasterMk cId="3595336832" sldId="2147483708"/>
              <pc:sldLayoutMk cId="694698316" sldId="2147483729"/>
              <ac:spMk id="2" creationId="{63EE7B0E-2C93-BA42-B420-3285D7F3E908}"/>
            </ac:spMkLst>
          </pc:spChg>
          <pc:spChg chg="add del mod">
            <ac:chgData name="Davis, James C" userId="84778d94-b1cc-4a48-87ce-749e1d7d6e72" providerId="ADAL" clId="{3A07BE75-CD12-464B-B8E5-341E489B6D50}" dt="2020-08-22T00:40:59.683" v="271" actId="208"/>
            <ac:spMkLst>
              <pc:docMk/>
              <pc:sldMasterMk cId="3595336832" sldId="2147483708"/>
              <pc:sldLayoutMk cId="694698316" sldId="2147483729"/>
              <ac:spMk id="7" creationId="{43238AEC-E676-EF48-A1EE-CE1856C5DB86}"/>
            </ac:spMkLst>
          </pc:spChg>
          <pc:spChg chg="del">
            <ac:chgData name="Davis, James C" userId="84778d94-b1cc-4a48-87ce-749e1d7d6e72" providerId="ADAL" clId="{3A07BE75-CD12-464B-B8E5-341E489B6D50}" dt="2020-08-21T21:49:41.914" v="130" actId="478"/>
            <ac:spMkLst>
              <pc:docMk/>
              <pc:sldMasterMk cId="3595336832" sldId="2147483708"/>
              <pc:sldLayoutMk cId="694698316" sldId="2147483729"/>
              <ac:spMk id="8" creationId="{54299B08-215C-6449-B3F9-1A0AD0C27459}"/>
            </ac:spMkLst>
          </pc:spChg>
          <pc:spChg chg="add del mod">
            <ac:chgData name="Davis, James C" userId="84778d94-b1cc-4a48-87ce-749e1d7d6e72" providerId="ADAL" clId="{3A07BE75-CD12-464B-B8E5-341E489B6D50}" dt="2020-08-22T00:39:59.584" v="235" actId="478"/>
            <ac:spMkLst>
              <pc:docMk/>
              <pc:sldMasterMk cId="3595336832" sldId="2147483708"/>
              <pc:sldLayoutMk cId="694698316" sldId="2147483729"/>
              <ac:spMk id="10" creationId="{B9EAC580-F61D-3248-985B-963029B60BD7}"/>
            </ac:spMkLst>
          </pc:spChg>
          <pc:spChg chg="add del mod">
            <ac:chgData name="Davis, James C" userId="84778d94-b1cc-4a48-87ce-749e1d7d6e72" providerId="ADAL" clId="{3A07BE75-CD12-464B-B8E5-341E489B6D50}" dt="2020-08-21T21:51:26.904" v="154"/>
            <ac:spMkLst>
              <pc:docMk/>
              <pc:sldMasterMk cId="3595336832" sldId="2147483708"/>
              <pc:sldLayoutMk cId="694698316" sldId="2147483729"/>
              <ac:spMk id="11" creationId="{BB079078-4975-8043-86A2-01C27989FD9B}"/>
            </ac:spMkLst>
          </pc:spChg>
          <pc:spChg chg="add mod">
            <ac:chgData name="Davis, James C" userId="84778d94-b1cc-4a48-87ce-749e1d7d6e72" providerId="ADAL" clId="{3A07BE75-CD12-464B-B8E5-341E489B6D50}" dt="2020-08-22T00:39:59.881" v="236"/>
            <ac:spMkLst>
              <pc:docMk/>
              <pc:sldMasterMk cId="3595336832" sldId="2147483708"/>
              <pc:sldLayoutMk cId="694698316" sldId="2147483729"/>
              <ac:spMk id="12" creationId="{4EEA1B3E-FF6B-734D-830E-C9FC203C0A8A}"/>
            </ac:spMkLst>
          </pc:spChg>
          <pc:picChg chg="add del mod">
            <ac:chgData name="Davis, James C" userId="84778d94-b1cc-4a48-87ce-749e1d7d6e72" providerId="ADAL" clId="{3A07BE75-CD12-464B-B8E5-341E489B6D50}" dt="2020-08-21T21:37:57.145" v="47"/>
            <ac:picMkLst>
              <pc:docMk/>
              <pc:sldMasterMk cId="3595336832" sldId="2147483708"/>
              <pc:sldLayoutMk cId="694698316" sldId="2147483729"/>
              <ac:picMk id="6" creationId="{7BA8BD17-3132-FB46-9C90-DB7121FC4216}"/>
            </ac:picMkLst>
          </pc:picChg>
          <pc:picChg chg="add del mod">
            <ac:chgData name="Davis, James C" userId="84778d94-b1cc-4a48-87ce-749e1d7d6e72" providerId="ADAL" clId="{3A07BE75-CD12-464B-B8E5-341E489B6D50}" dt="2020-08-21T21:39:02.679" v="59" actId="478"/>
            <ac:picMkLst>
              <pc:docMk/>
              <pc:sldMasterMk cId="3595336832" sldId="2147483708"/>
              <pc:sldLayoutMk cId="694698316" sldId="2147483729"/>
              <ac:picMk id="9" creationId="{AFA908D9-16CC-7642-87C8-CAD6F2D9A015}"/>
            </ac:picMkLst>
          </pc:picChg>
        </pc:sldLayoutChg>
        <pc:sldLayoutChg chg="addSp delSp modSp mod modTransition">
          <pc:chgData name="Davis, James C" userId="84778d94-b1cc-4a48-87ce-749e1d7d6e72" providerId="ADAL" clId="{3A07BE75-CD12-464B-B8E5-341E489B6D50}" dt="2020-08-21T21:49:51.311" v="132" actId="2085"/>
          <pc:sldLayoutMkLst>
            <pc:docMk/>
            <pc:sldMasterMk cId="3595336832" sldId="2147483708"/>
            <pc:sldLayoutMk cId="2909255550" sldId="2147483730"/>
          </pc:sldLayoutMkLst>
          <pc:spChg chg="mod">
            <ac:chgData name="Davis, James C" userId="84778d94-b1cc-4a48-87ce-749e1d7d6e72" providerId="ADAL" clId="{3A07BE75-CD12-464B-B8E5-341E489B6D50}" dt="2020-08-21T21:49:51.311" v="132" actId="2085"/>
            <ac:spMkLst>
              <pc:docMk/>
              <pc:sldMasterMk cId="3595336832" sldId="2147483708"/>
              <pc:sldLayoutMk cId="2909255550" sldId="2147483730"/>
              <ac:spMk id="2" creationId="{00000000-0000-0000-0000-000000000000}"/>
            </ac:spMkLst>
          </pc:spChg>
          <pc:picChg chg="add del mod">
            <ac:chgData name="Davis, James C" userId="84778d94-b1cc-4a48-87ce-749e1d7d6e72" providerId="ADAL" clId="{3A07BE75-CD12-464B-B8E5-341E489B6D50}" dt="2020-08-21T21:39:05.826" v="60" actId="478"/>
            <ac:picMkLst>
              <pc:docMk/>
              <pc:sldMasterMk cId="3595336832" sldId="2147483708"/>
              <pc:sldLayoutMk cId="2909255550" sldId="2147483730"/>
              <ac:picMk id="7" creationId="{27C84A94-4C94-3A48-AA0E-AC42698DC144}"/>
            </ac:picMkLst>
          </pc:picChg>
        </pc:sldLayoutChg>
        <pc:sldLayoutChg chg="addSp delSp modSp mod modTransition">
          <pc:chgData name="Davis, James C" userId="84778d94-b1cc-4a48-87ce-749e1d7d6e72" providerId="ADAL" clId="{3A07BE75-CD12-464B-B8E5-341E489B6D50}" dt="2020-08-22T00:41:06.101" v="272" actId="208"/>
          <pc:sldLayoutMkLst>
            <pc:docMk/>
            <pc:sldMasterMk cId="3595336832" sldId="2147483708"/>
            <pc:sldLayoutMk cId="72169177" sldId="2147483731"/>
          </pc:sldLayoutMkLst>
          <pc:spChg chg="add mod">
            <ac:chgData name="Davis, James C" userId="84778d94-b1cc-4a48-87ce-749e1d7d6e72" providerId="ADAL" clId="{3A07BE75-CD12-464B-B8E5-341E489B6D50}" dt="2020-08-22T00:22:34.999" v="188"/>
            <ac:spMkLst>
              <pc:docMk/>
              <pc:sldMasterMk cId="3595336832" sldId="2147483708"/>
              <pc:sldLayoutMk cId="72169177" sldId="2147483731"/>
              <ac:spMk id="2" creationId="{62769056-9B24-3340-82FF-6C6B5739D9BC}"/>
            </ac:spMkLst>
          </pc:spChg>
          <pc:spChg chg="mod">
            <ac:chgData name="Davis, James C" userId="84778d94-b1cc-4a48-87ce-749e1d7d6e72" providerId="ADAL" clId="{3A07BE75-CD12-464B-B8E5-341E489B6D50}" dt="2020-08-22T00:41:06.101" v="272" actId="208"/>
            <ac:spMkLst>
              <pc:docMk/>
              <pc:sldMasterMk cId="3595336832" sldId="2147483708"/>
              <pc:sldLayoutMk cId="72169177" sldId="2147483731"/>
              <ac:spMk id="9" creationId="{2473502F-33E0-294C-B0A7-D634CB781736}"/>
            </ac:spMkLst>
          </pc:spChg>
          <pc:spChg chg="add del mod">
            <ac:chgData name="Davis, James C" userId="84778d94-b1cc-4a48-87ce-749e1d7d6e72" providerId="ADAL" clId="{3A07BE75-CD12-464B-B8E5-341E489B6D50}" dt="2020-08-21T21:51:50.438" v="161" actId="478"/>
            <ac:spMkLst>
              <pc:docMk/>
              <pc:sldMasterMk cId="3595336832" sldId="2147483708"/>
              <pc:sldLayoutMk cId="72169177" sldId="2147483731"/>
              <ac:spMk id="10" creationId="{6FFDCCFB-1F77-9545-807B-771C13BE6464}"/>
            </ac:spMkLst>
          </pc:spChg>
          <pc:spChg chg="del">
            <ac:chgData name="Davis, James C" userId="84778d94-b1cc-4a48-87ce-749e1d7d6e72" providerId="ADAL" clId="{3A07BE75-CD12-464B-B8E5-341E489B6D50}" dt="2020-08-21T21:49:53.756" v="133" actId="478"/>
            <ac:spMkLst>
              <pc:docMk/>
              <pc:sldMasterMk cId="3595336832" sldId="2147483708"/>
              <pc:sldLayoutMk cId="72169177" sldId="2147483731"/>
              <ac:spMk id="11" creationId="{545324D7-CC7E-054E-9C45-DBD5F9F63503}"/>
            </ac:spMkLst>
          </pc:spChg>
          <pc:spChg chg="add del mod">
            <ac:chgData name="Davis, James C" userId="84778d94-b1cc-4a48-87ce-749e1d7d6e72" providerId="ADAL" clId="{3A07BE75-CD12-464B-B8E5-341E489B6D50}" dt="2020-08-22T00:40:03.391" v="237" actId="478"/>
            <ac:spMkLst>
              <pc:docMk/>
              <pc:sldMasterMk cId="3595336832" sldId="2147483708"/>
              <pc:sldLayoutMk cId="72169177" sldId="2147483731"/>
              <ac:spMk id="12" creationId="{D683F71B-CE88-4648-AC3A-8C1B31F3209D}"/>
            </ac:spMkLst>
          </pc:spChg>
          <pc:spChg chg="add mod">
            <ac:chgData name="Davis, James C" userId="84778d94-b1cc-4a48-87ce-749e1d7d6e72" providerId="ADAL" clId="{3A07BE75-CD12-464B-B8E5-341E489B6D50}" dt="2020-08-22T00:40:03.725" v="238"/>
            <ac:spMkLst>
              <pc:docMk/>
              <pc:sldMasterMk cId="3595336832" sldId="2147483708"/>
              <pc:sldLayoutMk cId="72169177" sldId="2147483731"/>
              <ac:spMk id="13" creationId="{AA231EA3-1A2F-1844-B410-74339C343F3B}"/>
            </ac:spMkLst>
          </pc:spChg>
          <pc:picChg chg="add del mod">
            <ac:chgData name="Davis, James C" userId="84778d94-b1cc-4a48-87ce-749e1d7d6e72" providerId="ADAL" clId="{3A07BE75-CD12-464B-B8E5-341E489B6D50}" dt="2020-08-21T21:39:12.937" v="61" actId="478"/>
            <ac:picMkLst>
              <pc:docMk/>
              <pc:sldMasterMk cId="3595336832" sldId="2147483708"/>
              <pc:sldLayoutMk cId="72169177" sldId="2147483731"/>
              <ac:picMk id="8" creationId="{BA01369E-A0A4-9640-A3D0-EA829CCB74EF}"/>
            </ac:picMkLst>
          </pc:picChg>
        </pc:sldLayoutChg>
        <pc:sldLayoutChg chg="addSp delSp modSp mod modTransition">
          <pc:chgData name="Davis, James C" userId="84778d94-b1cc-4a48-87ce-749e1d7d6e72" providerId="ADAL" clId="{3A07BE75-CD12-464B-B8E5-341E489B6D50}" dt="2020-08-22T00:22:38.314" v="189"/>
          <pc:sldLayoutMkLst>
            <pc:docMk/>
            <pc:sldMasterMk cId="3595336832" sldId="2147483708"/>
            <pc:sldLayoutMk cId="1735298232" sldId="2147483732"/>
          </pc:sldLayoutMkLst>
          <pc:spChg chg="add mod">
            <ac:chgData name="Davis, James C" userId="84778d94-b1cc-4a48-87ce-749e1d7d6e72" providerId="ADAL" clId="{3A07BE75-CD12-464B-B8E5-341E489B6D50}" dt="2020-08-22T00:22:38.314" v="189"/>
            <ac:spMkLst>
              <pc:docMk/>
              <pc:sldMasterMk cId="3595336832" sldId="2147483708"/>
              <pc:sldLayoutMk cId="1735298232" sldId="2147483732"/>
              <ac:spMk id="2" creationId="{CE36F63A-CE5C-9B40-933E-022B0D8B1C6B}"/>
            </ac:spMkLst>
          </pc:spChg>
          <pc:picChg chg="add del mod">
            <ac:chgData name="Davis, James C" userId="84778d94-b1cc-4a48-87ce-749e1d7d6e72" providerId="ADAL" clId="{3A07BE75-CD12-464B-B8E5-341E489B6D50}" dt="2020-08-21T21:39:14.531" v="62" actId="478"/>
            <ac:picMkLst>
              <pc:docMk/>
              <pc:sldMasterMk cId="3595336832" sldId="2147483708"/>
              <pc:sldLayoutMk cId="1735298232" sldId="2147483732"/>
              <ac:picMk id="5" creationId="{4F4006C6-9E67-7E49-9565-414BBE2BB0AF}"/>
            </ac:picMkLst>
          </pc:picChg>
        </pc:sldLayoutChg>
        <pc:sldLayoutChg chg="addSp modSp modTransition">
          <pc:chgData name="Davis, James C" userId="84778d94-b1cc-4a48-87ce-749e1d7d6e72" providerId="ADAL" clId="{3A07BE75-CD12-464B-B8E5-341E489B6D50}" dt="2020-08-22T00:22:40.308" v="190"/>
          <pc:sldLayoutMkLst>
            <pc:docMk/>
            <pc:sldMasterMk cId="3595336832" sldId="2147483708"/>
            <pc:sldLayoutMk cId="2822395168" sldId="2147483733"/>
          </pc:sldLayoutMkLst>
          <pc:spChg chg="add mod">
            <ac:chgData name="Davis, James C" userId="84778d94-b1cc-4a48-87ce-749e1d7d6e72" providerId="ADAL" clId="{3A07BE75-CD12-464B-B8E5-341E489B6D50}" dt="2020-08-22T00:22:40.308" v="190"/>
            <ac:spMkLst>
              <pc:docMk/>
              <pc:sldMasterMk cId="3595336832" sldId="2147483708"/>
              <pc:sldLayoutMk cId="2822395168" sldId="2147483733"/>
              <ac:spMk id="2" creationId="{67FB7F21-D986-DE48-8D0B-E206BB744136}"/>
            </ac:spMkLst>
          </pc:spChg>
        </pc:sldLayoutChg>
        <pc:sldLayoutChg chg="addSp delSp modSp mod modTransition">
          <pc:chgData name="Davis, James C" userId="84778d94-b1cc-4a48-87ce-749e1d7d6e72" providerId="ADAL" clId="{3A07BE75-CD12-464B-B8E5-341E489B6D50}" dt="2020-08-22T00:22:42.410" v="191"/>
          <pc:sldLayoutMkLst>
            <pc:docMk/>
            <pc:sldMasterMk cId="3595336832" sldId="2147483708"/>
            <pc:sldLayoutMk cId="669961557" sldId="2147483734"/>
          </pc:sldLayoutMkLst>
          <pc:spChg chg="mod">
            <ac:chgData name="Davis, James C" userId="84778d94-b1cc-4a48-87ce-749e1d7d6e72" providerId="ADAL" clId="{3A07BE75-CD12-464B-B8E5-341E489B6D50}" dt="2020-08-21T21:43:37.629" v="92" actId="2711"/>
            <ac:spMkLst>
              <pc:docMk/>
              <pc:sldMasterMk cId="3595336832" sldId="2147483708"/>
              <pc:sldLayoutMk cId="669961557" sldId="2147483734"/>
              <ac:spMk id="3" creationId="{00000000-0000-0000-0000-000000000000}"/>
            </ac:spMkLst>
          </pc:spChg>
          <pc:spChg chg="del">
            <ac:chgData name="Davis, James C" userId="84778d94-b1cc-4a48-87ce-749e1d7d6e72" providerId="ADAL" clId="{3A07BE75-CD12-464B-B8E5-341E489B6D50}" dt="2020-08-21T21:50:10.455" v="135" actId="478"/>
            <ac:spMkLst>
              <pc:docMk/>
              <pc:sldMasterMk cId="3595336832" sldId="2147483708"/>
              <pc:sldLayoutMk cId="669961557" sldId="2147483734"/>
              <ac:spMk id="5" creationId="{0F3ED26C-BA8F-FF4F-AE42-088993C8BDBB}"/>
            </ac:spMkLst>
          </pc:spChg>
          <pc:spChg chg="del">
            <ac:chgData name="Davis, James C" userId="84778d94-b1cc-4a48-87ce-749e1d7d6e72" providerId="ADAL" clId="{3A07BE75-CD12-464B-B8E5-341E489B6D50}" dt="2020-08-21T21:50:10.455" v="135" actId="478"/>
            <ac:spMkLst>
              <pc:docMk/>
              <pc:sldMasterMk cId="3595336832" sldId="2147483708"/>
              <pc:sldLayoutMk cId="669961557" sldId="2147483734"/>
              <ac:spMk id="6" creationId="{7459A6C9-1895-6441-9AC8-69CD38D23F53}"/>
            </ac:spMkLst>
          </pc:spChg>
          <pc:spChg chg="add mod">
            <ac:chgData name="Davis, James C" userId="84778d94-b1cc-4a48-87ce-749e1d7d6e72" providerId="ADAL" clId="{3A07BE75-CD12-464B-B8E5-341E489B6D50}" dt="2020-08-21T21:50:11.037" v="136"/>
            <ac:spMkLst>
              <pc:docMk/>
              <pc:sldMasterMk cId="3595336832" sldId="2147483708"/>
              <pc:sldLayoutMk cId="669961557" sldId="2147483734"/>
              <ac:spMk id="7" creationId="{00379C94-9660-514E-8573-54286DE89411}"/>
            </ac:spMkLst>
          </pc:spChg>
          <pc:spChg chg="add mod">
            <ac:chgData name="Davis, James C" userId="84778d94-b1cc-4a48-87ce-749e1d7d6e72" providerId="ADAL" clId="{3A07BE75-CD12-464B-B8E5-341E489B6D50}" dt="2020-08-21T21:50:11.037" v="136"/>
            <ac:spMkLst>
              <pc:docMk/>
              <pc:sldMasterMk cId="3595336832" sldId="2147483708"/>
              <pc:sldLayoutMk cId="669961557" sldId="2147483734"/>
              <ac:spMk id="8" creationId="{D15DDF22-1F41-F644-A1F1-7ADD56BDE3A3}"/>
            </ac:spMkLst>
          </pc:spChg>
          <pc:spChg chg="add mod">
            <ac:chgData name="Davis, James C" userId="84778d94-b1cc-4a48-87ce-749e1d7d6e72" providerId="ADAL" clId="{3A07BE75-CD12-464B-B8E5-341E489B6D50}" dt="2020-08-22T00:22:42.410" v="191"/>
            <ac:spMkLst>
              <pc:docMk/>
              <pc:sldMasterMk cId="3595336832" sldId="2147483708"/>
              <pc:sldLayoutMk cId="669961557" sldId="2147483734"/>
              <ac:spMk id="9" creationId="{0A566D20-E8C7-904C-94FE-895061C60765}"/>
            </ac:spMkLst>
          </pc:spChg>
        </pc:sldLayoutChg>
        <pc:sldLayoutChg chg="addSp delSp modSp mod modTransition">
          <pc:chgData name="Davis, James C" userId="84778d94-b1cc-4a48-87ce-749e1d7d6e72" providerId="ADAL" clId="{3A07BE75-CD12-464B-B8E5-341E489B6D50}" dt="2020-08-22T00:41:14.878" v="273" actId="208"/>
          <pc:sldLayoutMkLst>
            <pc:docMk/>
            <pc:sldMasterMk cId="3595336832" sldId="2147483708"/>
            <pc:sldLayoutMk cId="2625959151" sldId="2147483735"/>
          </pc:sldLayoutMkLst>
          <pc:spChg chg="add mod">
            <ac:chgData name="Davis, James C" userId="84778d94-b1cc-4a48-87ce-749e1d7d6e72" providerId="ADAL" clId="{3A07BE75-CD12-464B-B8E5-341E489B6D50}" dt="2020-08-22T00:22:43.766" v="192"/>
            <ac:spMkLst>
              <pc:docMk/>
              <pc:sldMasterMk cId="3595336832" sldId="2147483708"/>
              <pc:sldLayoutMk cId="2625959151" sldId="2147483735"/>
              <ac:spMk id="2" creationId="{3DEA9EA1-F1A5-094D-9902-BECC17F58D5D}"/>
            </ac:spMkLst>
          </pc:spChg>
          <pc:spChg chg="mod">
            <ac:chgData name="Davis, James C" userId="84778d94-b1cc-4a48-87ce-749e1d7d6e72" providerId="ADAL" clId="{3A07BE75-CD12-464B-B8E5-341E489B6D50}" dt="2020-08-22T00:41:14.878" v="273" actId="208"/>
            <ac:spMkLst>
              <pc:docMk/>
              <pc:sldMasterMk cId="3595336832" sldId="2147483708"/>
              <pc:sldLayoutMk cId="2625959151" sldId="2147483735"/>
              <ac:spMk id="5" creationId="{86516E46-FEB4-8747-ABDB-067B42ABF68D}"/>
            </ac:spMkLst>
          </pc:spChg>
          <pc:spChg chg="del mod">
            <ac:chgData name="Davis, James C" userId="84778d94-b1cc-4a48-87ce-749e1d7d6e72" providerId="ADAL" clId="{3A07BE75-CD12-464B-B8E5-341E489B6D50}" dt="2020-08-22T00:40:10.151" v="239" actId="478"/>
            <ac:spMkLst>
              <pc:docMk/>
              <pc:sldMasterMk cId="3595336832" sldId="2147483708"/>
              <pc:sldLayoutMk cId="2625959151" sldId="2147483735"/>
              <ac:spMk id="6" creationId="{E87CB39C-1C1B-D642-A306-2EBAED5C721F}"/>
            </ac:spMkLst>
          </pc:spChg>
          <pc:spChg chg="add mod">
            <ac:chgData name="Davis, James C" userId="84778d94-b1cc-4a48-87ce-749e1d7d6e72" providerId="ADAL" clId="{3A07BE75-CD12-464B-B8E5-341E489B6D50}" dt="2020-08-22T00:40:15.383" v="267" actId="20577"/>
            <ac:spMkLst>
              <pc:docMk/>
              <pc:sldMasterMk cId="3595336832" sldId="2147483708"/>
              <pc:sldLayoutMk cId="2625959151" sldId="2147483735"/>
              <ac:spMk id="11" creationId="{763F7E14-41AB-9449-929A-4F43668AF032}"/>
            </ac:spMkLst>
          </pc:spChg>
        </pc:sldLayoutChg>
      </pc:sldMasterChg>
    </pc:docChg>
  </pc:docChgLst>
  <pc:docChgLst>
    <pc:chgData name="Davis, James C" userId="84778d94-b1cc-4a48-87ce-749e1d7d6e72" providerId="ADAL" clId="{DA9691DF-BA35-4D49-800F-8FFE4D3E1A75}"/>
    <pc:docChg chg="undo redo custSel addSld delSld modSld sldOrd delMainMaster">
      <pc:chgData name="Davis, James C" userId="84778d94-b1cc-4a48-87ce-749e1d7d6e72" providerId="ADAL" clId="{DA9691DF-BA35-4D49-800F-8FFE4D3E1A75}" dt="2024-03-20T05:53:45.255" v="24606" actId="20577"/>
      <pc:docMkLst>
        <pc:docMk/>
      </pc:docMkLst>
      <pc:sldChg chg="modSp mod">
        <pc:chgData name="Davis, James C" userId="84778d94-b1cc-4a48-87ce-749e1d7d6e72" providerId="ADAL" clId="{DA9691DF-BA35-4D49-800F-8FFE4D3E1A75}" dt="2024-02-28T02:07:40.759" v="6" actId="20577"/>
        <pc:sldMkLst>
          <pc:docMk/>
          <pc:sldMk cId="681153070" sldId="263"/>
        </pc:sldMkLst>
        <pc:spChg chg="mod">
          <ac:chgData name="Davis, James C" userId="84778d94-b1cc-4a48-87ce-749e1d7d6e72" providerId="ADAL" clId="{DA9691DF-BA35-4D49-800F-8FFE4D3E1A75}" dt="2024-02-28T02:07:40.759" v="6" actId="20577"/>
          <ac:spMkLst>
            <pc:docMk/>
            <pc:sldMk cId="681153070" sldId="263"/>
            <ac:spMk id="2" creationId="{7A610390-B9F9-1640-9974-0C21350E01C9}"/>
          </ac:spMkLst>
        </pc:spChg>
      </pc:sldChg>
      <pc:sldChg chg="del">
        <pc:chgData name="Davis, James C" userId="84778d94-b1cc-4a48-87ce-749e1d7d6e72" providerId="ADAL" clId="{DA9691DF-BA35-4D49-800F-8FFE4D3E1A75}" dt="2024-02-28T02:49:20.068" v="2934" actId="2696"/>
        <pc:sldMkLst>
          <pc:docMk/>
          <pc:sldMk cId="0" sldId="308"/>
        </pc:sldMkLst>
      </pc:sldChg>
      <pc:sldChg chg="del">
        <pc:chgData name="Davis, James C" userId="84778d94-b1cc-4a48-87ce-749e1d7d6e72" providerId="ADAL" clId="{DA9691DF-BA35-4D49-800F-8FFE4D3E1A75}" dt="2024-02-28T02:49:20.068" v="2934" actId="2696"/>
        <pc:sldMkLst>
          <pc:docMk/>
          <pc:sldMk cId="0" sldId="310"/>
        </pc:sldMkLst>
      </pc:sldChg>
      <pc:sldChg chg="add del">
        <pc:chgData name="Davis, James C" userId="84778d94-b1cc-4a48-87ce-749e1d7d6e72" providerId="ADAL" clId="{DA9691DF-BA35-4D49-800F-8FFE4D3E1A75}" dt="2024-03-04T13:23:42.964" v="12525" actId="2696"/>
        <pc:sldMkLst>
          <pc:docMk/>
          <pc:sldMk cId="1542419570" sldId="358"/>
        </pc:sldMkLst>
      </pc:sldChg>
      <pc:sldChg chg="add">
        <pc:chgData name="Davis, James C" userId="84778d94-b1cc-4a48-87ce-749e1d7d6e72" providerId="ADAL" clId="{DA9691DF-BA35-4D49-800F-8FFE4D3E1A75}" dt="2024-03-04T13:23:44.501" v="12526"/>
        <pc:sldMkLst>
          <pc:docMk/>
          <pc:sldMk cId="3460278940" sldId="358"/>
        </pc:sldMkLst>
      </pc:sldChg>
      <pc:sldChg chg="addSp delSp modSp add del mod addAnim delAnim modAnim modNotesTx">
        <pc:chgData name="Davis, James C" userId="84778d94-b1cc-4a48-87ce-749e1d7d6e72" providerId="ADAL" clId="{DA9691DF-BA35-4D49-800F-8FFE4D3E1A75}" dt="2024-03-04T13:23:37.296" v="12523" actId="2696"/>
        <pc:sldMkLst>
          <pc:docMk/>
          <pc:sldMk cId="3649190488" sldId="358"/>
        </pc:sldMkLst>
        <pc:spChg chg="add mod">
          <ac:chgData name="Davis, James C" userId="84778d94-b1cc-4a48-87ce-749e1d7d6e72" providerId="ADAL" clId="{DA9691DF-BA35-4D49-800F-8FFE4D3E1A75}" dt="2024-03-01T02:25:49.214" v="6473" actId="14100"/>
          <ac:spMkLst>
            <pc:docMk/>
            <pc:sldMk cId="3649190488" sldId="358"/>
            <ac:spMk id="2" creationId="{148AFECB-5DDF-2195-B3FB-CC8CB4711833}"/>
          </ac:spMkLst>
        </pc:spChg>
        <pc:spChg chg="mod">
          <ac:chgData name="Davis, James C" userId="84778d94-b1cc-4a48-87ce-749e1d7d6e72" providerId="ADAL" clId="{DA9691DF-BA35-4D49-800F-8FFE4D3E1A75}" dt="2024-02-29T20:16:33.755" v="5706" actId="20577"/>
          <ac:spMkLst>
            <pc:docMk/>
            <pc:sldMk cId="3649190488" sldId="358"/>
            <ac:spMk id="12" creationId="{C0AFF789-4441-E94F-ADE5-643E79491D5F}"/>
          </ac:spMkLst>
        </pc:spChg>
        <pc:spChg chg="add del mod">
          <ac:chgData name="Davis, James C" userId="84778d94-b1cc-4a48-87ce-749e1d7d6e72" providerId="ADAL" clId="{DA9691DF-BA35-4D49-800F-8FFE4D3E1A75}" dt="2024-02-29T20:16:39.478" v="5714" actId="20577"/>
          <ac:spMkLst>
            <pc:docMk/>
            <pc:sldMk cId="3649190488" sldId="358"/>
            <ac:spMk id="15" creationId="{B9578F4E-C79A-864E-A465-5786DB1544BA}"/>
          </ac:spMkLst>
        </pc:spChg>
        <pc:cxnChg chg="mod">
          <ac:chgData name="Davis, James C" userId="84778d94-b1cc-4a48-87ce-749e1d7d6e72" providerId="ADAL" clId="{DA9691DF-BA35-4D49-800F-8FFE4D3E1A75}" dt="2024-02-29T20:16:33.755" v="5706" actId="20577"/>
          <ac:cxnSpMkLst>
            <pc:docMk/>
            <pc:sldMk cId="3649190488" sldId="358"/>
            <ac:cxnSpMk id="11" creationId="{0DA25A0F-A4A0-A443-BEE4-A27FEED9FCA4}"/>
          </ac:cxnSpMkLst>
        </pc:cxnChg>
        <pc:cxnChg chg="add del mod">
          <ac:chgData name="Davis, James C" userId="84778d94-b1cc-4a48-87ce-749e1d7d6e72" providerId="ADAL" clId="{DA9691DF-BA35-4D49-800F-8FFE4D3E1A75}" dt="2024-02-29T20:16:29.978" v="5697" actId="478"/>
          <ac:cxnSpMkLst>
            <pc:docMk/>
            <pc:sldMk cId="3649190488" sldId="358"/>
            <ac:cxnSpMk id="14" creationId="{D3DC9441-10AD-4D4B-A487-52E4628BE960}"/>
          </ac:cxnSpMkLst>
        </pc:cxnChg>
      </pc:sldChg>
      <pc:sldChg chg="add del">
        <pc:chgData name="Davis, James C" userId="84778d94-b1cc-4a48-87ce-749e1d7d6e72" providerId="ADAL" clId="{DA9691DF-BA35-4D49-800F-8FFE4D3E1A75}" dt="2024-02-29T20:16:17.639" v="5694" actId="2696"/>
        <pc:sldMkLst>
          <pc:docMk/>
          <pc:sldMk cId="4045046430" sldId="358"/>
        </pc:sldMkLst>
      </pc:sldChg>
      <pc:sldChg chg="modSp add del mod">
        <pc:chgData name="Davis, James C" userId="84778d94-b1cc-4a48-87ce-749e1d7d6e72" providerId="ADAL" clId="{DA9691DF-BA35-4D49-800F-8FFE4D3E1A75}" dt="2024-03-01T13:30:57.428" v="9553" actId="2696"/>
        <pc:sldMkLst>
          <pc:docMk/>
          <pc:sldMk cId="1795384768" sldId="360"/>
        </pc:sldMkLst>
        <pc:spChg chg="mod">
          <ac:chgData name="Davis, James C" userId="84778d94-b1cc-4a48-87ce-749e1d7d6e72" providerId="ADAL" clId="{DA9691DF-BA35-4D49-800F-8FFE4D3E1A75}" dt="2024-02-29T20:17:07.016" v="5722" actId="20577"/>
          <ac:spMkLst>
            <pc:docMk/>
            <pc:sldMk cId="1795384768" sldId="360"/>
            <ac:spMk id="2" creationId="{8BEDB958-5302-624B-9645-8F9C16112B9C}"/>
          </ac:spMkLst>
        </pc:spChg>
      </pc:sldChg>
      <pc:sldChg chg="add del">
        <pc:chgData name="Davis, James C" userId="84778d94-b1cc-4a48-87ce-749e1d7d6e72" providerId="ADAL" clId="{DA9691DF-BA35-4D49-800F-8FFE4D3E1A75}" dt="2024-03-04T13:30:39.909" v="12909" actId="2696"/>
        <pc:sldMkLst>
          <pc:docMk/>
          <pc:sldMk cId="3618227006" sldId="360"/>
        </pc:sldMkLst>
      </pc:sldChg>
      <pc:sldChg chg="del">
        <pc:chgData name="Davis, James C" userId="84778d94-b1cc-4a48-87ce-749e1d7d6e72" providerId="ADAL" clId="{DA9691DF-BA35-4D49-800F-8FFE4D3E1A75}" dt="2024-02-28T02:49:20.068" v="2934" actId="2696"/>
        <pc:sldMkLst>
          <pc:docMk/>
          <pc:sldMk cId="806461314" sldId="361"/>
        </pc:sldMkLst>
      </pc:sldChg>
      <pc:sldChg chg="del">
        <pc:chgData name="Davis, James C" userId="84778d94-b1cc-4a48-87ce-749e1d7d6e72" providerId="ADAL" clId="{DA9691DF-BA35-4D49-800F-8FFE4D3E1A75}" dt="2024-02-28T02:49:20.068" v="2934" actId="2696"/>
        <pc:sldMkLst>
          <pc:docMk/>
          <pc:sldMk cId="1976778170" sldId="362"/>
        </pc:sldMkLst>
      </pc:sldChg>
      <pc:sldChg chg="del">
        <pc:chgData name="Davis, James C" userId="84778d94-b1cc-4a48-87ce-749e1d7d6e72" providerId="ADAL" clId="{DA9691DF-BA35-4D49-800F-8FFE4D3E1A75}" dt="2024-02-28T02:49:20.068" v="2934" actId="2696"/>
        <pc:sldMkLst>
          <pc:docMk/>
          <pc:sldMk cId="211981575" sldId="363"/>
        </pc:sldMkLst>
      </pc:sldChg>
      <pc:sldChg chg="del">
        <pc:chgData name="Davis, James C" userId="84778d94-b1cc-4a48-87ce-749e1d7d6e72" providerId="ADAL" clId="{DA9691DF-BA35-4D49-800F-8FFE4D3E1A75}" dt="2024-02-28T02:49:20.068" v="2934" actId="2696"/>
        <pc:sldMkLst>
          <pc:docMk/>
          <pc:sldMk cId="800427382" sldId="364"/>
        </pc:sldMkLst>
      </pc:sldChg>
      <pc:sldChg chg="del">
        <pc:chgData name="Davis, James C" userId="84778d94-b1cc-4a48-87ce-749e1d7d6e72" providerId="ADAL" clId="{DA9691DF-BA35-4D49-800F-8FFE4D3E1A75}" dt="2024-02-28T02:49:20.068" v="2934" actId="2696"/>
        <pc:sldMkLst>
          <pc:docMk/>
          <pc:sldMk cId="3105702546" sldId="365"/>
        </pc:sldMkLst>
      </pc:sldChg>
      <pc:sldChg chg="del">
        <pc:chgData name="Davis, James C" userId="84778d94-b1cc-4a48-87ce-749e1d7d6e72" providerId="ADAL" clId="{DA9691DF-BA35-4D49-800F-8FFE4D3E1A75}" dt="2024-02-28T02:49:20.068" v="2934" actId="2696"/>
        <pc:sldMkLst>
          <pc:docMk/>
          <pc:sldMk cId="1980714566" sldId="366"/>
        </pc:sldMkLst>
      </pc:sldChg>
      <pc:sldChg chg="del">
        <pc:chgData name="Davis, James C" userId="84778d94-b1cc-4a48-87ce-749e1d7d6e72" providerId="ADAL" clId="{DA9691DF-BA35-4D49-800F-8FFE4D3E1A75}" dt="2024-02-28T02:49:20.068" v="2934" actId="2696"/>
        <pc:sldMkLst>
          <pc:docMk/>
          <pc:sldMk cId="1281350844" sldId="367"/>
        </pc:sldMkLst>
      </pc:sldChg>
      <pc:sldChg chg="del">
        <pc:chgData name="Davis, James C" userId="84778d94-b1cc-4a48-87ce-749e1d7d6e72" providerId="ADAL" clId="{DA9691DF-BA35-4D49-800F-8FFE4D3E1A75}" dt="2024-02-28T02:49:20.068" v="2934" actId="2696"/>
        <pc:sldMkLst>
          <pc:docMk/>
          <pc:sldMk cId="963959453" sldId="368"/>
        </pc:sldMkLst>
      </pc:sldChg>
      <pc:sldChg chg="del">
        <pc:chgData name="Davis, James C" userId="84778d94-b1cc-4a48-87ce-749e1d7d6e72" providerId="ADAL" clId="{DA9691DF-BA35-4D49-800F-8FFE4D3E1A75}" dt="2024-02-28T02:49:20.068" v="2934" actId="2696"/>
        <pc:sldMkLst>
          <pc:docMk/>
          <pc:sldMk cId="347487471" sldId="371"/>
        </pc:sldMkLst>
      </pc:sldChg>
      <pc:sldChg chg="del">
        <pc:chgData name="Davis, James C" userId="84778d94-b1cc-4a48-87ce-749e1d7d6e72" providerId="ADAL" clId="{DA9691DF-BA35-4D49-800F-8FFE4D3E1A75}" dt="2024-02-28T02:49:20.068" v="2934" actId="2696"/>
        <pc:sldMkLst>
          <pc:docMk/>
          <pc:sldMk cId="89469062" sldId="372"/>
        </pc:sldMkLst>
      </pc:sldChg>
      <pc:sldChg chg="del">
        <pc:chgData name="Davis, James C" userId="84778d94-b1cc-4a48-87ce-749e1d7d6e72" providerId="ADAL" clId="{DA9691DF-BA35-4D49-800F-8FFE4D3E1A75}" dt="2024-02-28T02:49:20.068" v="2934" actId="2696"/>
        <pc:sldMkLst>
          <pc:docMk/>
          <pc:sldMk cId="2954772135" sldId="373"/>
        </pc:sldMkLst>
      </pc:sldChg>
      <pc:sldChg chg="addSp delSp modSp add mod delAnim modAnim modNotesTx">
        <pc:chgData name="Davis, James C" userId="84778d94-b1cc-4a48-87ce-749e1d7d6e72" providerId="ADAL" clId="{DA9691DF-BA35-4D49-800F-8FFE4D3E1A75}" dt="2024-03-04T13:29:36.861" v="12868" actId="20577"/>
        <pc:sldMkLst>
          <pc:docMk/>
          <pc:sldMk cId="3905401408" sldId="374"/>
        </pc:sldMkLst>
        <pc:spChg chg="mod">
          <ac:chgData name="Davis, James C" userId="84778d94-b1cc-4a48-87ce-749e1d7d6e72" providerId="ADAL" clId="{DA9691DF-BA35-4D49-800F-8FFE4D3E1A75}" dt="2024-03-04T13:26:25.380" v="12788" actId="20577"/>
          <ac:spMkLst>
            <pc:docMk/>
            <pc:sldMk cId="3905401408" sldId="374"/>
            <ac:spMk id="4" creationId="{AFE1E276-597D-234C-94AB-112B550C35F1}"/>
          </ac:spMkLst>
        </pc:spChg>
        <pc:spChg chg="mod">
          <ac:chgData name="Davis, James C" userId="84778d94-b1cc-4a48-87ce-749e1d7d6e72" providerId="ADAL" clId="{DA9691DF-BA35-4D49-800F-8FFE4D3E1A75}" dt="2024-03-04T13:26:17.690" v="12765" actId="1076"/>
          <ac:spMkLst>
            <pc:docMk/>
            <pc:sldMk cId="3905401408" sldId="374"/>
            <ac:spMk id="5" creationId="{18276DB1-26E6-954E-BAC1-ECCFC4D6CAEB}"/>
          </ac:spMkLst>
        </pc:spChg>
        <pc:spChg chg="del mod">
          <ac:chgData name="Davis, James C" userId="84778d94-b1cc-4a48-87ce-749e1d7d6e72" providerId="ADAL" clId="{DA9691DF-BA35-4D49-800F-8FFE4D3E1A75}" dt="2024-03-01T03:18:36.296" v="9345" actId="478"/>
          <ac:spMkLst>
            <pc:docMk/>
            <pc:sldMk cId="3905401408" sldId="374"/>
            <ac:spMk id="8" creationId="{02855683-AD6C-C642-BC95-845A79A66184}"/>
          </ac:spMkLst>
        </pc:spChg>
        <pc:picChg chg="add mod">
          <ac:chgData name="Davis, James C" userId="84778d94-b1cc-4a48-87ce-749e1d7d6e72" providerId="ADAL" clId="{DA9691DF-BA35-4D49-800F-8FFE4D3E1A75}" dt="2024-03-04T13:26:51.534" v="12806" actId="1035"/>
          <ac:picMkLst>
            <pc:docMk/>
            <pc:sldMk cId="3905401408" sldId="374"/>
            <ac:picMk id="2" creationId="{12626CC6-893A-31E6-2EA4-3FA589ADC233}"/>
          </ac:picMkLst>
        </pc:picChg>
        <pc:picChg chg="del">
          <ac:chgData name="Davis, James C" userId="84778d94-b1cc-4a48-87ce-749e1d7d6e72" providerId="ADAL" clId="{DA9691DF-BA35-4D49-800F-8FFE4D3E1A75}" dt="2024-03-01T03:18:29.328" v="9342" actId="478"/>
          <ac:picMkLst>
            <pc:docMk/>
            <pc:sldMk cId="3905401408" sldId="374"/>
            <ac:picMk id="6" creationId="{58132E30-BF09-E74E-9DF3-1025E0C12D70}"/>
          </ac:picMkLst>
        </pc:picChg>
        <pc:picChg chg="add mod">
          <ac:chgData name="Davis, James C" userId="84778d94-b1cc-4a48-87ce-749e1d7d6e72" providerId="ADAL" clId="{DA9691DF-BA35-4D49-800F-8FFE4D3E1A75}" dt="2024-03-04T13:26:51.534" v="12806" actId="1035"/>
          <ac:picMkLst>
            <pc:docMk/>
            <pc:sldMk cId="3905401408" sldId="374"/>
            <ac:picMk id="6" creationId="{64903149-B43D-D9D3-71D9-69F999C8A6BB}"/>
          </ac:picMkLst>
        </pc:picChg>
      </pc:sldChg>
      <pc:sldChg chg="add del modNotesTx">
        <pc:chgData name="Davis, James C" userId="84778d94-b1cc-4a48-87ce-749e1d7d6e72" providerId="ADAL" clId="{DA9691DF-BA35-4D49-800F-8FFE4D3E1A75}" dt="2024-02-29T20:26:57.484" v="5739" actId="2696"/>
        <pc:sldMkLst>
          <pc:docMk/>
          <pc:sldMk cId="3947513201" sldId="374"/>
        </pc:sldMkLst>
      </pc:sldChg>
      <pc:sldChg chg="del">
        <pc:chgData name="Davis, James C" userId="84778d94-b1cc-4a48-87ce-749e1d7d6e72" providerId="ADAL" clId="{DA9691DF-BA35-4D49-800F-8FFE4D3E1A75}" dt="2024-02-28T02:49:20.068" v="2934" actId="2696"/>
        <pc:sldMkLst>
          <pc:docMk/>
          <pc:sldMk cId="3732852177" sldId="413"/>
        </pc:sldMkLst>
      </pc:sldChg>
      <pc:sldChg chg="del">
        <pc:chgData name="Davis, James C" userId="84778d94-b1cc-4a48-87ce-749e1d7d6e72" providerId="ADAL" clId="{DA9691DF-BA35-4D49-800F-8FFE4D3E1A75}" dt="2024-02-28T02:07:57.286" v="7" actId="2696"/>
        <pc:sldMkLst>
          <pc:docMk/>
          <pc:sldMk cId="1153947206" sldId="417"/>
        </pc:sldMkLst>
      </pc:sldChg>
      <pc:sldChg chg="del">
        <pc:chgData name="Davis, James C" userId="84778d94-b1cc-4a48-87ce-749e1d7d6e72" providerId="ADAL" clId="{DA9691DF-BA35-4D49-800F-8FFE4D3E1A75}" dt="2024-02-28T02:49:20.068" v="2934" actId="2696"/>
        <pc:sldMkLst>
          <pc:docMk/>
          <pc:sldMk cId="2908035440" sldId="420"/>
        </pc:sldMkLst>
      </pc:sldChg>
      <pc:sldChg chg="del">
        <pc:chgData name="Davis, James C" userId="84778d94-b1cc-4a48-87ce-749e1d7d6e72" providerId="ADAL" clId="{DA9691DF-BA35-4D49-800F-8FFE4D3E1A75}" dt="2024-02-28T02:49:20.068" v="2934" actId="2696"/>
        <pc:sldMkLst>
          <pc:docMk/>
          <pc:sldMk cId="2561376397" sldId="422"/>
        </pc:sldMkLst>
      </pc:sldChg>
      <pc:sldChg chg="del">
        <pc:chgData name="Davis, James C" userId="84778d94-b1cc-4a48-87ce-749e1d7d6e72" providerId="ADAL" clId="{DA9691DF-BA35-4D49-800F-8FFE4D3E1A75}" dt="2024-02-28T02:49:20.068" v="2934" actId="2696"/>
        <pc:sldMkLst>
          <pc:docMk/>
          <pc:sldMk cId="2020759926" sldId="424"/>
        </pc:sldMkLst>
      </pc:sldChg>
      <pc:sldChg chg="del">
        <pc:chgData name="Davis, James C" userId="84778d94-b1cc-4a48-87ce-749e1d7d6e72" providerId="ADAL" clId="{DA9691DF-BA35-4D49-800F-8FFE4D3E1A75}" dt="2024-02-28T02:49:20.068" v="2934" actId="2696"/>
        <pc:sldMkLst>
          <pc:docMk/>
          <pc:sldMk cId="4192049634" sldId="425"/>
        </pc:sldMkLst>
      </pc:sldChg>
      <pc:sldChg chg="del">
        <pc:chgData name="Davis, James C" userId="84778d94-b1cc-4a48-87ce-749e1d7d6e72" providerId="ADAL" clId="{DA9691DF-BA35-4D49-800F-8FFE4D3E1A75}" dt="2024-02-28T02:49:20.068" v="2934" actId="2696"/>
        <pc:sldMkLst>
          <pc:docMk/>
          <pc:sldMk cId="1774500328" sldId="426"/>
        </pc:sldMkLst>
      </pc:sldChg>
      <pc:sldChg chg="del">
        <pc:chgData name="Davis, James C" userId="84778d94-b1cc-4a48-87ce-749e1d7d6e72" providerId="ADAL" clId="{DA9691DF-BA35-4D49-800F-8FFE4D3E1A75}" dt="2024-02-28T02:49:20.068" v="2934" actId="2696"/>
        <pc:sldMkLst>
          <pc:docMk/>
          <pc:sldMk cId="377950625" sldId="428"/>
        </pc:sldMkLst>
      </pc:sldChg>
      <pc:sldChg chg="add del">
        <pc:chgData name="Davis, James C" userId="84778d94-b1cc-4a48-87ce-749e1d7d6e72" providerId="ADAL" clId="{DA9691DF-BA35-4D49-800F-8FFE4D3E1A75}" dt="2024-03-06T13:26:02.391" v="13035" actId="2696"/>
        <pc:sldMkLst>
          <pc:docMk/>
          <pc:sldMk cId="77406680" sldId="994"/>
        </pc:sldMkLst>
      </pc:sldChg>
      <pc:sldChg chg="add del">
        <pc:chgData name="Davis, James C" userId="84778d94-b1cc-4a48-87ce-749e1d7d6e72" providerId="ADAL" clId="{DA9691DF-BA35-4D49-800F-8FFE4D3E1A75}" dt="2024-03-06T13:25:35.571" v="13012" actId="2696"/>
        <pc:sldMkLst>
          <pc:docMk/>
          <pc:sldMk cId="2785493668" sldId="994"/>
        </pc:sldMkLst>
      </pc:sldChg>
      <pc:sldChg chg="add del">
        <pc:chgData name="Davis, James C" userId="84778d94-b1cc-4a48-87ce-749e1d7d6e72" providerId="ADAL" clId="{DA9691DF-BA35-4D49-800F-8FFE4D3E1A75}" dt="2024-03-04T13:30:27.011" v="12904" actId="2696"/>
        <pc:sldMkLst>
          <pc:docMk/>
          <pc:sldMk cId="3635273645" sldId="994"/>
        </pc:sldMkLst>
      </pc:sldChg>
      <pc:sldChg chg="addSp modSp add mod">
        <pc:chgData name="Davis, James C" userId="84778d94-b1cc-4a48-87ce-749e1d7d6e72" providerId="ADAL" clId="{DA9691DF-BA35-4D49-800F-8FFE4D3E1A75}" dt="2024-03-06T13:25:57.245" v="13034" actId="15"/>
        <pc:sldMkLst>
          <pc:docMk/>
          <pc:sldMk cId="2550098991" sldId="995"/>
        </pc:sldMkLst>
        <pc:spChg chg="add mod">
          <ac:chgData name="Davis, James C" userId="84778d94-b1cc-4a48-87ce-749e1d7d6e72" providerId="ADAL" clId="{DA9691DF-BA35-4D49-800F-8FFE4D3E1A75}" dt="2024-03-06T13:25:57.245" v="13034" actId="15"/>
          <ac:spMkLst>
            <pc:docMk/>
            <pc:sldMk cId="2550098991" sldId="995"/>
            <ac:spMk id="5" creationId="{C4A7ACF8-E5A0-EB3C-EB02-7CB91DFACBB5}"/>
          </ac:spMkLst>
        </pc:spChg>
      </pc:sldChg>
      <pc:sldChg chg="add del">
        <pc:chgData name="Davis, James C" userId="84778d94-b1cc-4a48-87ce-749e1d7d6e72" providerId="ADAL" clId="{DA9691DF-BA35-4D49-800F-8FFE4D3E1A75}" dt="2024-03-04T13:30:41.925" v="12910" actId="2696"/>
        <pc:sldMkLst>
          <pc:docMk/>
          <pc:sldMk cId="3045835080" sldId="995"/>
        </pc:sldMkLst>
      </pc:sldChg>
      <pc:sldChg chg="modSp add del mod modNotesTx">
        <pc:chgData name="Davis, James C" userId="84778d94-b1cc-4a48-87ce-749e1d7d6e72" providerId="ADAL" clId="{DA9691DF-BA35-4D49-800F-8FFE4D3E1A75}" dt="2024-03-06T13:25:02.636" v="13010" actId="2696"/>
        <pc:sldMkLst>
          <pc:docMk/>
          <pc:sldMk cId="3791309799" sldId="995"/>
        </pc:sldMkLst>
        <pc:spChg chg="mod">
          <ac:chgData name="Davis, James C" userId="84778d94-b1cc-4a48-87ce-749e1d7d6e72" providerId="ADAL" clId="{DA9691DF-BA35-4D49-800F-8FFE4D3E1A75}" dt="2024-03-06T13:22:40.842" v="12914" actId="20577"/>
          <ac:spMkLst>
            <pc:docMk/>
            <pc:sldMk cId="3791309799" sldId="995"/>
            <ac:spMk id="2" creationId="{81116FFD-C134-2B41-9179-AC115EEAD47F}"/>
          </ac:spMkLst>
        </pc:spChg>
      </pc:sldChg>
      <pc:sldChg chg="add del">
        <pc:chgData name="Davis, James C" userId="84778d94-b1cc-4a48-87ce-749e1d7d6e72" providerId="ADAL" clId="{DA9691DF-BA35-4D49-800F-8FFE4D3E1A75}" dt="2024-03-04T10:13:34.141" v="9794" actId="2696"/>
        <pc:sldMkLst>
          <pc:docMk/>
          <pc:sldMk cId="194823810" sldId="999"/>
        </pc:sldMkLst>
      </pc:sldChg>
      <pc:sldChg chg="add del">
        <pc:chgData name="Davis, James C" userId="84778d94-b1cc-4a48-87ce-749e1d7d6e72" providerId="ADAL" clId="{DA9691DF-BA35-4D49-800F-8FFE4D3E1A75}" dt="2024-02-29T20:22:22.423" v="5736" actId="2696"/>
        <pc:sldMkLst>
          <pc:docMk/>
          <pc:sldMk cId="375008789" sldId="1000"/>
        </pc:sldMkLst>
      </pc:sldChg>
      <pc:sldChg chg="add del">
        <pc:chgData name="Davis, James C" userId="84778d94-b1cc-4a48-87ce-749e1d7d6e72" providerId="ADAL" clId="{DA9691DF-BA35-4D49-800F-8FFE4D3E1A75}" dt="2024-03-04T13:30:20.616" v="12901" actId="2696"/>
        <pc:sldMkLst>
          <pc:docMk/>
          <pc:sldMk cId="1229015129" sldId="1001"/>
        </pc:sldMkLst>
      </pc:sldChg>
      <pc:sldChg chg="add del">
        <pc:chgData name="Davis, James C" userId="84778d94-b1cc-4a48-87ce-749e1d7d6e72" providerId="ADAL" clId="{DA9691DF-BA35-4D49-800F-8FFE4D3E1A75}" dt="2024-03-01T13:31:17.911" v="9555" actId="2696"/>
        <pc:sldMkLst>
          <pc:docMk/>
          <pc:sldMk cId="1509025156" sldId="1001"/>
        </pc:sldMkLst>
      </pc:sldChg>
      <pc:sldChg chg="add">
        <pc:chgData name="Davis, James C" userId="84778d94-b1cc-4a48-87ce-749e1d7d6e72" providerId="ADAL" clId="{DA9691DF-BA35-4D49-800F-8FFE4D3E1A75}" dt="2024-03-04T13:30:22.088" v="12902"/>
        <pc:sldMkLst>
          <pc:docMk/>
          <pc:sldMk cId="3716946687" sldId="1001"/>
        </pc:sldMkLst>
      </pc:sldChg>
      <pc:sldChg chg="add del">
        <pc:chgData name="Davis, James C" userId="84778d94-b1cc-4a48-87ce-749e1d7d6e72" providerId="ADAL" clId="{DA9691DF-BA35-4D49-800F-8FFE4D3E1A75}" dt="2024-03-04T13:30:33.274" v="12906" actId="2696"/>
        <pc:sldMkLst>
          <pc:docMk/>
          <pc:sldMk cId="3682432629" sldId="1002"/>
        </pc:sldMkLst>
      </pc:sldChg>
      <pc:sldChg chg="add del">
        <pc:chgData name="Davis, James C" userId="84778d94-b1cc-4a48-87ce-749e1d7d6e72" providerId="ADAL" clId="{DA9691DF-BA35-4D49-800F-8FFE4D3E1A75}" dt="2024-03-04T13:30:35.537" v="12907" actId="2696"/>
        <pc:sldMkLst>
          <pc:docMk/>
          <pc:sldMk cId="1727382327" sldId="1003"/>
        </pc:sldMkLst>
      </pc:sldChg>
      <pc:sldChg chg="add del">
        <pc:chgData name="Davis, James C" userId="84778d94-b1cc-4a48-87ce-749e1d7d6e72" providerId="ADAL" clId="{DA9691DF-BA35-4D49-800F-8FFE4D3E1A75}" dt="2024-03-04T13:30:37.307" v="12908" actId="2696"/>
        <pc:sldMkLst>
          <pc:docMk/>
          <pc:sldMk cId="2803899599" sldId="1004"/>
        </pc:sldMkLst>
      </pc:sldChg>
      <pc:sldChg chg="modNotesTx">
        <pc:chgData name="Davis, James C" userId="84778d94-b1cc-4a48-87ce-749e1d7d6e72" providerId="ADAL" clId="{DA9691DF-BA35-4D49-800F-8FFE4D3E1A75}" dt="2024-02-28T02:46:49.534" v="2621" actId="20577"/>
        <pc:sldMkLst>
          <pc:docMk/>
          <pc:sldMk cId="1454413101" sldId="1052"/>
        </pc:sldMkLst>
      </pc:sldChg>
      <pc:sldChg chg="addSp delSp modSp mod modAnim modNotesTx">
        <pc:chgData name="Davis, James C" userId="84778d94-b1cc-4a48-87ce-749e1d7d6e72" providerId="ADAL" clId="{DA9691DF-BA35-4D49-800F-8FFE4D3E1A75}" dt="2024-02-28T02:40:47.192" v="2232" actId="114"/>
        <pc:sldMkLst>
          <pc:docMk/>
          <pc:sldMk cId="3213718190" sldId="1055"/>
        </pc:sldMkLst>
        <pc:spChg chg="mod">
          <ac:chgData name="Davis, James C" userId="84778d94-b1cc-4a48-87ce-749e1d7d6e72" providerId="ADAL" clId="{DA9691DF-BA35-4D49-800F-8FFE4D3E1A75}" dt="2024-02-28T02:18:49.231" v="177" actId="20577"/>
          <ac:spMkLst>
            <pc:docMk/>
            <pc:sldMk cId="3213718190" sldId="1055"/>
            <ac:spMk id="3" creationId="{DD4F6765-C82C-B6EB-7F45-B4514AC5B54E}"/>
          </ac:spMkLst>
        </pc:spChg>
        <pc:spChg chg="add mod">
          <ac:chgData name="Davis, James C" userId="84778d94-b1cc-4a48-87ce-749e1d7d6e72" providerId="ADAL" clId="{DA9691DF-BA35-4D49-800F-8FFE4D3E1A75}" dt="2024-02-28T02:40:47.192" v="2232" actId="114"/>
          <ac:spMkLst>
            <pc:docMk/>
            <pc:sldMk cId="3213718190" sldId="1055"/>
            <ac:spMk id="9" creationId="{D7D0C792-4921-6C11-C88A-FF7B31613D28}"/>
          </ac:spMkLst>
        </pc:spChg>
        <pc:picChg chg="add mod modCrop">
          <ac:chgData name="Davis, James C" userId="84778d94-b1cc-4a48-87ce-749e1d7d6e72" providerId="ADAL" clId="{DA9691DF-BA35-4D49-800F-8FFE4D3E1A75}" dt="2024-02-28T02:17:54.364" v="102" actId="14100"/>
          <ac:picMkLst>
            <pc:docMk/>
            <pc:sldMk cId="3213718190" sldId="1055"/>
            <ac:picMk id="2" creationId="{A426B1DE-E3B6-17AF-F41B-CAB1065D1D24}"/>
          </ac:picMkLst>
        </pc:picChg>
        <pc:picChg chg="del">
          <ac:chgData name="Davis, James C" userId="84778d94-b1cc-4a48-87ce-749e1d7d6e72" providerId="ADAL" clId="{DA9691DF-BA35-4D49-800F-8FFE4D3E1A75}" dt="2024-02-28T02:14:55.166" v="14" actId="478"/>
          <ac:picMkLst>
            <pc:docMk/>
            <pc:sldMk cId="3213718190" sldId="1055"/>
            <ac:picMk id="5" creationId="{4A001131-5CFF-0E0E-DB56-FC9BC056BB0B}"/>
          </ac:picMkLst>
        </pc:picChg>
        <pc:picChg chg="add del mod">
          <ac:chgData name="Davis, James C" userId="84778d94-b1cc-4a48-87ce-749e1d7d6e72" providerId="ADAL" clId="{DA9691DF-BA35-4D49-800F-8FFE4D3E1A75}" dt="2024-02-28T02:17:51.289" v="101" actId="478"/>
          <ac:picMkLst>
            <pc:docMk/>
            <pc:sldMk cId="3213718190" sldId="1055"/>
            <ac:picMk id="6" creationId="{B04ABE68-5289-E064-5D60-BA38D2535660}"/>
          </ac:picMkLst>
        </pc:picChg>
        <pc:cxnChg chg="add mod">
          <ac:chgData name="Davis, James C" userId="84778d94-b1cc-4a48-87ce-749e1d7d6e72" providerId="ADAL" clId="{DA9691DF-BA35-4D49-800F-8FFE4D3E1A75}" dt="2024-02-28T02:40:03.580" v="1964" actId="1076"/>
          <ac:cxnSpMkLst>
            <pc:docMk/>
            <pc:sldMk cId="3213718190" sldId="1055"/>
            <ac:cxnSpMk id="7" creationId="{5384ADDB-7FD2-6EA5-026B-685F1167187C}"/>
          </ac:cxnSpMkLst>
        </pc:cxnChg>
        <pc:cxnChg chg="add mod">
          <ac:chgData name="Davis, James C" userId="84778d94-b1cc-4a48-87ce-749e1d7d6e72" providerId="ADAL" clId="{DA9691DF-BA35-4D49-800F-8FFE4D3E1A75}" dt="2024-02-28T02:40:06.295" v="1965" actId="1076"/>
          <ac:cxnSpMkLst>
            <pc:docMk/>
            <pc:sldMk cId="3213718190" sldId="1055"/>
            <ac:cxnSpMk id="8" creationId="{61D72A17-1A5A-6061-5BE6-6DB59767E944}"/>
          </ac:cxnSpMkLst>
        </pc:cxnChg>
      </pc:sldChg>
      <pc:sldChg chg="addSp delSp modSp mod ord modNotesTx">
        <pc:chgData name="Davis, James C" userId="84778d94-b1cc-4a48-87ce-749e1d7d6e72" providerId="ADAL" clId="{DA9691DF-BA35-4D49-800F-8FFE4D3E1A75}" dt="2024-02-28T02:47:56.779" v="2811" actId="20577"/>
        <pc:sldMkLst>
          <pc:docMk/>
          <pc:sldMk cId="461266182" sldId="1056"/>
        </pc:sldMkLst>
        <pc:spChg chg="mod">
          <ac:chgData name="Davis, James C" userId="84778d94-b1cc-4a48-87ce-749e1d7d6e72" providerId="ADAL" clId="{DA9691DF-BA35-4D49-800F-8FFE4D3E1A75}" dt="2024-02-28T02:28:24.421" v="446" actId="14100"/>
          <ac:spMkLst>
            <pc:docMk/>
            <pc:sldMk cId="461266182" sldId="1056"/>
            <ac:spMk id="3" creationId="{3AF5477A-30C6-20F0-BAA3-3449244489DB}"/>
          </ac:spMkLst>
        </pc:spChg>
        <pc:picChg chg="add mod">
          <ac:chgData name="Davis, James C" userId="84778d94-b1cc-4a48-87ce-749e1d7d6e72" providerId="ADAL" clId="{DA9691DF-BA35-4D49-800F-8FFE4D3E1A75}" dt="2024-02-28T02:29:21.305" v="477" actId="14100"/>
          <ac:picMkLst>
            <pc:docMk/>
            <pc:sldMk cId="461266182" sldId="1056"/>
            <ac:picMk id="2" creationId="{47A94848-6FB3-72D1-91D8-85E7B434522D}"/>
          </ac:picMkLst>
        </pc:picChg>
        <pc:picChg chg="add mod">
          <ac:chgData name="Davis, James C" userId="84778d94-b1cc-4a48-87ce-749e1d7d6e72" providerId="ADAL" clId="{DA9691DF-BA35-4D49-800F-8FFE4D3E1A75}" dt="2024-02-28T02:28:09.810" v="432" actId="14100"/>
          <ac:picMkLst>
            <pc:docMk/>
            <pc:sldMk cId="461266182" sldId="1056"/>
            <ac:picMk id="5" creationId="{4570A804-313B-98B8-9619-3EC3AFD9F821}"/>
          </ac:picMkLst>
        </pc:picChg>
        <pc:picChg chg="del mod modCrop">
          <ac:chgData name="Davis, James C" userId="84778d94-b1cc-4a48-87ce-749e1d7d6e72" providerId="ADAL" clId="{DA9691DF-BA35-4D49-800F-8FFE4D3E1A75}" dt="2024-02-28T02:26:00.802" v="424" actId="478"/>
          <ac:picMkLst>
            <pc:docMk/>
            <pc:sldMk cId="461266182" sldId="1056"/>
            <ac:picMk id="6" creationId="{C8F71833-540E-6A94-C7DD-A35F3796D26C}"/>
          </ac:picMkLst>
        </pc:picChg>
        <pc:picChg chg="del">
          <ac:chgData name="Davis, James C" userId="84778d94-b1cc-4a48-87ce-749e1d7d6e72" providerId="ADAL" clId="{DA9691DF-BA35-4D49-800F-8FFE4D3E1A75}" dt="2024-02-28T02:25:32.878" v="415" actId="478"/>
          <ac:picMkLst>
            <pc:docMk/>
            <pc:sldMk cId="461266182" sldId="1056"/>
            <ac:picMk id="7" creationId="{0161FE84-88FC-FFD6-4F48-D8EA5E939FF2}"/>
          </ac:picMkLst>
        </pc:picChg>
      </pc:sldChg>
      <pc:sldChg chg="modSp mod">
        <pc:chgData name="Davis, James C" userId="84778d94-b1cc-4a48-87ce-749e1d7d6e72" providerId="ADAL" clId="{DA9691DF-BA35-4D49-800F-8FFE4D3E1A75}" dt="2024-02-29T20:20:16.241" v="5734" actId="1076"/>
        <pc:sldMkLst>
          <pc:docMk/>
          <pc:sldMk cId="3120068207" sldId="1057"/>
        </pc:sldMkLst>
        <pc:spChg chg="mod">
          <ac:chgData name="Davis, James C" userId="84778d94-b1cc-4a48-87ce-749e1d7d6e72" providerId="ADAL" clId="{DA9691DF-BA35-4D49-800F-8FFE4D3E1A75}" dt="2024-02-29T20:20:16.241" v="5734" actId="1076"/>
          <ac:spMkLst>
            <pc:docMk/>
            <pc:sldMk cId="3120068207" sldId="1057"/>
            <ac:spMk id="5" creationId="{C318D1A5-01FB-5790-61D0-2B5B9553C89E}"/>
          </ac:spMkLst>
        </pc:spChg>
      </pc:sldChg>
      <pc:sldChg chg="modSp mod">
        <pc:chgData name="Davis, James C" userId="84778d94-b1cc-4a48-87ce-749e1d7d6e72" providerId="ADAL" clId="{DA9691DF-BA35-4D49-800F-8FFE4D3E1A75}" dt="2024-03-04T10:10:29.095" v="9664" actId="14100"/>
        <pc:sldMkLst>
          <pc:docMk/>
          <pc:sldMk cId="927313003" sldId="1059"/>
        </pc:sldMkLst>
        <pc:spChg chg="mod">
          <ac:chgData name="Davis, James C" userId="84778d94-b1cc-4a48-87ce-749e1d7d6e72" providerId="ADAL" clId="{DA9691DF-BA35-4D49-800F-8FFE4D3E1A75}" dt="2024-03-04T10:10:29.095" v="9664" actId="14100"/>
          <ac:spMkLst>
            <pc:docMk/>
            <pc:sldMk cId="927313003" sldId="1059"/>
            <ac:spMk id="5" creationId="{6A8AFD98-9A76-9DA7-7385-8B0F08457CD8}"/>
          </ac:spMkLst>
        </pc:spChg>
      </pc:sldChg>
      <pc:sldChg chg="del">
        <pc:chgData name="Davis, James C" userId="84778d94-b1cc-4a48-87ce-749e1d7d6e72" providerId="ADAL" clId="{DA9691DF-BA35-4D49-800F-8FFE4D3E1A75}" dt="2024-02-28T02:49:20.068" v="2934" actId="2696"/>
        <pc:sldMkLst>
          <pc:docMk/>
          <pc:sldMk cId="115620332" sldId="1060"/>
        </pc:sldMkLst>
      </pc:sldChg>
      <pc:sldChg chg="del">
        <pc:chgData name="Davis, James C" userId="84778d94-b1cc-4a48-87ce-749e1d7d6e72" providerId="ADAL" clId="{DA9691DF-BA35-4D49-800F-8FFE4D3E1A75}" dt="2024-02-28T02:49:20.068" v="2934" actId="2696"/>
        <pc:sldMkLst>
          <pc:docMk/>
          <pc:sldMk cId="534167397" sldId="1061"/>
        </pc:sldMkLst>
      </pc:sldChg>
      <pc:sldChg chg="del">
        <pc:chgData name="Davis, James C" userId="84778d94-b1cc-4a48-87ce-749e1d7d6e72" providerId="ADAL" clId="{DA9691DF-BA35-4D49-800F-8FFE4D3E1A75}" dt="2024-02-28T02:49:20.068" v="2934" actId="2696"/>
        <pc:sldMkLst>
          <pc:docMk/>
          <pc:sldMk cId="2223473137" sldId="1063"/>
        </pc:sldMkLst>
      </pc:sldChg>
      <pc:sldChg chg="del">
        <pc:chgData name="Davis, James C" userId="84778d94-b1cc-4a48-87ce-749e1d7d6e72" providerId="ADAL" clId="{DA9691DF-BA35-4D49-800F-8FFE4D3E1A75}" dt="2024-02-28T02:49:20.068" v="2934" actId="2696"/>
        <pc:sldMkLst>
          <pc:docMk/>
          <pc:sldMk cId="1211394960" sldId="1064"/>
        </pc:sldMkLst>
      </pc:sldChg>
      <pc:sldChg chg="del">
        <pc:chgData name="Davis, James C" userId="84778d94-b1cc-4a48-87ce-749e1d7d6e72" providerId="ADAL" clId="{DA9691DF-BA35-4D49-800F-8FFE4D3E1A75}" dt="2024-02-28T02:49:20.068" v="2934" actId="2696"/>
        <pc:sldMkLst>
          <pc:docMk/>
          <pc:sldMk cId="1463436503" sldId="1066"/>
        </pc:sldMkLst>
      </pc:sldChg>
      <pc:sldChg chg="del">
        <pc:chgData name="Davis, James C" userId="84778d94-b1cc-4a48-87ce-749e1d7d6e72" providerId="ADAL" clId="{DA9691DF-BA35-4D49-800F-8FFE4D3E1A75}" dt="2024-02-28T02:49:20.068" v="2934" actId="2696"/>
        <pc:sldMkLst>
          <pc:docMk/>
          <pc:sldMk cId="2293363202" sldId="1067"/>
        </pc:sldMkLst>
      </pc:sldChg>
      <pc:sldChg chg="del">
        <pc:chgData name="Davis, James C" userId="84778d94-b1cc-4a48-87ce-749e1d7d6e72" providerId="ADAL" clId="{DA9691DF-BA35-4D49-800F-8FFE4D3E1A75}" dt="2024-02-28T02:49:20.068" v="2934" actId="2696"/>
        <pc:sldMkLst>
          <pc:docMk/>
          <pc:sldMk cId="4250788765" sldId="1068"/>
        </pc:sldMkLst>
      </pc:sldChg>
      <pc:sldChg chg="del">
        <pc:chgData name="Davis, James C" userId="84778d94-b1cc-4a48-87ce-749e1d7d6e72" providerId="ADAL" clId="{DA9691DF-BA35-4D49-800F-8FFE4D3E1A75}" dt="2024-02-28T02:49:20.068" v="2934" actId="2696"/>
        <pc:sldMkLst>
          <pc:docMk/>
          <pc:sldMk cId="1153175003" sldId="1069"/>
        </pc:sldMkLst>
      </pc:sldChg>
      <pc:sldChg chg="del">
        <pc:chgData name="Davis, James C" userId="84778d94-b1cc-4a48-87ce-749e1d7d6e72" providerId="ADAL" clId="{DA9691DF-BA35-4D49-800F-8FFE4D3E1A75}" dt="2024-02-28T02:49:20.068" v="2934" actId="2696"/>
        <pc:sldMkLst>
          <pc:docMk/>
          <pc:sldMk cId="1544467097" sldId="1070"/>
        </pc:sldMkLst>
      </pc:sldChg>
      <pc:sldChg chg="del">
        <pc:chgData name="Davis, James C" userId="84778d94-b1cc-4a48-87ce-749e1d7d6e72" providerId="ADAL" clId="{DA9691DF-BA35-4D49-800F-8FFE4D3E1A75}" dt="2024-02-28T02:49:20.068" v="2934" actId="2696"/>
        <pc:sldMkLst>
          <pc:docMk/>
          <pc:sldMk cId="4060647632" sldId="1071"/>
        </pc:sldMkLst>
      </pc:sldChg>
      <pc:sldChg chg="del">
        <pc:chgData name="Davis, James C" userId="84778d94-b1cc-4a48-87ce-749e1d7d6e72" providerId="ADAL" clId="{DA9691DF-BA35-4D49-800F-8FFE4D3E1A75}" dt="2024-02-28T02:49:20.068" v="2934" actId="2696"/>
        <pc:sldMkLst>
          <pc:docMk/>
          <pc:sldMk cId="3538060778" sldId="1072"/>
        </pc:sldMkLst>
      </pc:sldChg>
      <pc:sldChg chg="del">
        <pc:chgData name="Davis, James C" userId="84778d94-b1cc-4a48-87ce-749e1d7d6e72" providerId="ADAL" clId="{DA9691DF-BA35-4D49-800F-8FFE4D3E1A75}" dt="2024-02-28T02:49:20.068" v="2934" actId="2696"/>
        <pc:sldMkLst>
          <pc:docMk/>
          <pc:sldMk cId="3363385597" sldId="1073"/>
        </pc:sldMkLst>
      </pc:sldChg>
      <pc:sldChg chg="del">
        <pc:chgData name="Davis, James C" userId="84778d94-b1cc-4a48-87ce-749e1d7d6e72" providerId="ADAL" clId="{DA9691DF-BA35-4D49-800F-8FFE4D3E1A75}" dt="2024-02-28T02:49:20.068" v="2934" actId="2696"/>
        <pc:sldMkLst>
          <pc:docMk/>
          <pc:sldMk cId="1764249873" sldId="1074"/>
        </pc:sldMkLst>
      </pc:sldChg>
      <pc:sldChg chg="addSp delSp modSp add mod modAnim modNotesTx">
        <pc:chgData name="Davis, James C" userId="84778d94-b1cc-4a48-87ce-749e1d7d6e72" providerId="ADAL" clId="{DA9691DF-BA35-4D49-800F-8FFE4D3E1A75}" dt="2024-02-28T02:38:31.124" v="1526"/>
        <pc:sldMkLst>
          <pc:docMk/>
          <pc:sldMk cId="3983947554" sldId="1075"/>
        </pc:sldMkLst>
        <pc:spChg chg="mod">
          <ac:chgData name="Davis, James C" userId="84778d94-b1cc-4a48-87ce-749e1d7d6e72" providerId="ADAL" clId="{DA9691DF-BA35-4D49-800F-8FFE4D3E1A75}" dt="2024-02-28T02:18:57.763" v="182" actId="404"/>
          <ac:spMkLst>
            <pc:docMk/>
            <pc:sldMk cId="3983947554" sldId="1075"/>
            <ac:spMk id="3" creationId="{DD4F6765-C82C-B6EB-7F45-B4514AC5B54E}"/>
          </ac:spMkLst>
        </pc:spChg>
        <pc:picChg chg="mod modCrop">
          <ac:chgData name="Davis, James C" userId="84778d94-b1cc-4a48-87ce-749e1d7d6e72" providerId="ADAL" clId="{DA9691DF-BA35-4D49-800F-8FFE4D3E1A75}" dt="2024-02-28T02:17:22.600" v="79" actId="1037"/>
          <ac:picMkLst>
            <pc:docMk/>
            <pc:sldMk cId="3983947554" sldId="1075"/>
            <ac:picMk id="2" creationId="{A426B1DE-E3B6-17AF-F41B-CAB1065D1D24}"/>
          </ac:picMkLst>
        </pc:picChg>
        <pc:picChg chg="add del mod modCrop">
          <ac:chgData name="Davis, James C" userId="84778d94-b1cc-4a48-87ce-749e1d7d6e72" providerId="ADAL" clId="{DA9691DF-BA35-4D49-800F-8FFE4D3E1A75}" dt="2024-02-28T02:16:47.864" v="55" actId="478"/>
          <ac:picMkLst>
            <pc:docMk/>
            <pc:sldMk cId="3983947554" sldId="1075"/>
            <ac:picMk id="5" creationId="{8D304FCA-6F19-D2A1-BF09-018502DDF1FF}"/>
          </ac:picMkLst>
        </pc:picChg>
        <pc:picChg chg="mod modCrop">
          <ac:chgData name="Davis, James C" userId="84778d94-b1cc-4a48-87ce-749e1d7d6e72" providerId="ADAL" clId="{DA9691DF-BA35-4D49-800F-8FFE4D3E1A75}" dt="2024-02-28T02:17:06.272" v="75" actId="1035"/>
          <ac:picMkLst>
            <pc:docMk/>
            <pc:sldMk cId="3983947554" sldId="1075"/>
            <ac:picMk id="6" creationId="{B04ABE68-5289-E064-5D60-BA38D2535660}"/>
          </ac:picMkLst>
        </pc:picChg>
        <pc:cxnChg chg="add mod">
          <ac:chgData name="Davis, James C" userId="84778d94-b1cc-4a48-87ce-749e1d7d6e72" providerId="ADAL" clId="{DA9691DF-BA35-4D49-800F-8FFE4D3E1A75}" dt="2024-02-28T02:35:20.425" v="1134" actId="14100"/>
          <ac:cxnSpMkLst>
            <pc:docMk/>
            <pc:sldMk cId="3983947554" sldId="1075"/>
            <ac:cxnSpMk id="8" creationId="{426A928A-CE43-C691-A1A6-E0237EE95DB6}"/>
          </ac:cxnSpMkLst>
        </pc:cxnChg>
        <pc:cxnChg chg="add mod">
          <ac:chgData name="Davis, James C" userId="84778d94-b1cc-4a48-87ce-749e1d7d6e72" providerId="ADAL" clId="{DA9691DF-BA35-4D49-800F-8FFE4D3E1A75}" dt="2024-02-28T02:35:34.105" v="1136" actId="1076"/>
          <ac:cxnSpMkLst>
            <pc:docMk/>
            <pc:sldMk cId="3983947554" sldId="1075"/>
            <ac:cxnSpMk id="10" creationId="{E11D2508-37FF-36C7-83D4-DFA731F1C3CD}"/>
          </ac:cxnSpMkLst>
        </pc:cxnChg>
        <pc:cxnChg chg="add del mod">
          <ac:chgData name="Davis, James C" userId="84778d94-b1cc-4a48-87ce-749e1d7d6e72" providerId="ADAL" clId="{DA9691DF-BA35-4D49-800F-8FFE4D3E1A75}" dt="2024-02-28T02:36:25.316" v="1139" actId="478"/>
          <ac:cxnSpMkLst>
            <pc:docMk/>
            <pc:sldMk cId="3983947554" sldId="1075"/>
            <ac:cxnSpMk id="11" creationId="{DAE7224E-B4CA-CF9E-8D65-C655DE1DC083}"/>
          </ac:cxnSpMkLst>
        </pc:cxnChg>
        <pc:cxnChg chg="add mod">
          <ac:chgData name="Davis, James C" userId="84778d94-b1cc-4a48-87ce-749e1d7d6e72" providerId="ADAL" clId="{DA9691DF-BA35-4D49-800F-8FFE4D3E1A75}" dt="2024-02-28T02:36:37.887" v="1141" actId="1076"/>
          <ac:cxnSpMkLst>
            <pc:docMk/>
            <pc:sldMk cId="3983947554" sldId="1075"/>
            <ac:cxnSpMk id="12" creationId="{4A62BD9D-EE3E-D1F4-E147-C978038EBBA7}"/>
          </ac:cxnSpMkLst>
        </pc:cxnChg>
        <pc:cxnChg chg="add mod">
          <ac:chgData name="Davis, James C" userId="84778d94-b1cc-4a48-87ce-749e1d7d6e72" providerId="ADAL" clId="{DA9691DF-BA35-4D49-800F-8FFE4D3E1A75}" dt="2024-02-28T02:36:42.079" v="1144" actId="14100"/>
          <ac:cxnSpMkLst>
            <pc:docMk/>
            <pc:sldMk cId="3983947554" sldId="1075"/>
            <ac:cxnSpMk id="13" creationId="{BC5C8F5C-8043-8C88-4713-4A2FACE7E2A8}"/>
          </ac:cxnSpMkLst>
        </pc:cxnChg>
        <pc:cxnChg chg="add mod">
          <ac:chgData name="Davis, James C" userId="84778d94-b1cc-4a48-87ce-749e1d7d6e72" providerId="ADAL" clId="{DA9691DF-BA35-4D49-800F-8FFE4D3E1A75}" dt="2024-02-28T02:36:46.318" v="1147" actId="14100"/>
          <ac:cxnSpMkLst>
            <pc:docMk/>
            <pc:sldMk cId="3983947554" sldId="1075"/>
            <ac:cxnSpMk id="16" creationId="{3871C54F-A671-FF0E-3070-6CC8489EA5DA}"/>
          </ac:cxnSpMkLst>
        </pc:cxnChg>
      </pc:sldChg>
      <pc:sldChg chg="addSp delSp modSp add mod delAnim modAnim modNotesTx">
        <pc:chgData name="Davis, James C" userId="84778d94-b1cc-4a48-87ce-749e1d7d6e72" providerId="ADAL" clId="{DA9691DF-BA35-4D49-800F-8FFE4D3E1A75}" dt="2024-02-28T02:42:58.079" v="2420" actId="20577"/>
        <pc:sldMkLst>
          <pc:docMk/>
          <pc:sldMk cId="2310752474" sldId="1076"/>
        </pc:sldMkLst>
        <pc:spChg chg="mod">
          <ac:chgData name="Davis, James C" userId="84778d94-b1cc-4a48-87ce-749e1d7d6e72" providerId="ADAL" clId="{DA9691DF-BA35-4D49-800F-8FFE4D3E1A75}" dt="2024-02-28T02:19:53.015" v="224" actId="20577"/>
          <ac:spMkLst>
            <pc:docMk/>
            <pc:sldMk cId="2310752474" sldId="1076"/>
            <ac:spMk id="3" creationId="{DD4F6765-C82C-B6EB-7F45-B4514AC5B54E}"/>
          </ac:spMkLst>
        </pc:spChg>
        <pc:picChg chg="del">
          <ac:chgData name="Davis, James C" userId="84778d94-b1cc-4a48-87ce-749e1d7d6e72" providerId="ADAL" clId="{DA9691DF-BA35-4D49-800F-8FFE4D3E1A75}" dt="2024-02-28T02:19:22.361" v="220" actId="478"/>
          <ac:picMkLst>
            <pc:docMk/>
            <pc:sldMk cId="2310752474" sldId="1076"/>
            <ac:picMk id="2" creationId="{A426B1DE-E3B6-17AF-F41B-CAB1065D1D24}"/>
          </ac:picMkLst>
        </pc:picChg>
        <pc:picChg chg="add mod">
          <ac:chgData name="Davis, James C" userId="84778d94-b1cc-4a48-87ce-749e1d7d6e72" providerId="ADAL" clId="{DA9691DF-BA35-4D49-800F-8FFE4D3E1A75}" dt="2024-02-28T02:20:05.578" v="230" actId="14100"/>
          <ac:picMkLst>
            <pc:docMk/>
            <pc:sldMk cId="2310752474" sldId="1076"/>
            <ac:picMk id="6" creationId="{62A26A58-D527-BC1F-E45A-7C13FD2D6A4E}"/>
          </ac:picMkLst>
        </pc:picChg>
        <pc:cxnChg chg="add del mod">
          <ac:chgData name="Davis, James C" userId="84778d94-b1cc-4a48-87ce-749e1d7d6e72" providerId="ADAL" clId="{DA9691DF-BA35-4D49-800F-8FFE4D3E1A75}" dt="2024-02-28T02:42:14.675" v="2235" actId="478"/>
          <ac:cxnSpMkLst>
            <pc:docMk/>
            <pc:sldMk cId="2310752474" sldId="1076"/>
            <ac:cxnSpMk id="7" creationId="{65270D10-140F-F066-CC0A-EE9B9B2B0341}"/>
          </ac:cxnSpMkLst>
        </pc:cxnChg>
        <pc:cxnChg chg="add mod">
          <ac:chgData name="Davis, James C" userId="84778d94-b1cc-4a48-87ce-749e1d7d6e72" providerId="ADAL" clId="{DA9691DF-BA35-4D49-800F-8FFE4D3E1A75}" dt="2024-02-28T02:42:36.155" v="2294" actId="1076"/>
          <ac:cxnSpMkLst>
            <pc:docMk/>
            <pc:sldMk cId="2310752474" sldId="1076"/>
            <ac:cxnSpMk id="8" creationId="{BE411930-0D0E-F4D0-56D5-B43ED3D041C4}"/>
          </ac:cxnSpMkLst>
        </pc:cxnChg>
      </pc:sldChg>
      <pc:sldChg chg="addSp delSp modSp add mod modAnim modNotesTx">
        <pc:chgData name="Davis, James C" userId="84778d94-b1cc-4a48-87ce-749e1d7d6e72" providerId="ADAL" clId="{DA9691DF-BA35-4D49-800F-8FFE4D3E1A75}" dt="2024-02-28T02:45:56.290" v="2536" actId="20577"/>
        <pc:sldMkLst>
          <pc:docMk/>
          <pc:sldMk cId="1193327420" sldId="1077"/>
        </pc:sldMkLst>
        <pc:spChg chg="mod">
          <ac:chgData name="Davis, James C" userId="84778d94-b1cc-4a48-87ce-749e1d7d6e72" providerId="ADAL" clId="{DA9691DF-BA35-4D49-800F-8FFE4D3E1A75}" dt="2024-02-28T02:22:41.870" v="269" actId="20577"/>
          <ac:spMkLst>
            <pc:docMk/>
            <pc:sldMk cId="1193327420" sldId="1077"/>
            <ac:spMk id="3" creationId="{DD4F6765-C82C-B6EB-7F45-B4514AC5B54E}"/>
          </ac:spMkLst>
        </pc:spChg>
        <pc:picChg chg="add mod">
          <ac:chgData name="Davis, James C" userId="84778d94-b1cc-4a48-87ce-749e1d7d6e72" providerId="ADAL" clId="{DA9691DF-BA35-4D49-800F-8FFE4D3E1A75}" dt="2024-02-28T02:23:21.805" v="309" actId="14100"/>
          <ac:picMkLst>
            <pc:docMk/>
            <pc:sldMk cId="1193327420" sldId="1077"/>
            <ac:picMk id="2" creationId="{2CB48386-1605-CB85-83B1-1E54D54D0674}"/>
          </ac:picMkLst>
        </pc:picChg>
        <pc:picChg chg="del">
          <ac:chgData name="Davis, James C" userId="84778d94-b1cc-4a48-87ce-749e1d7d6e72" providerId="ADAL" clId="{DA9691DF-BA35-4D49-800F-8FFE4D3E1A75}" dt="2024-02-28T02:22:24.773" v="232" actId="478"/>
          <ac:picMkLst>
            <pc:docMk/>
            <pc:sldMk cId="1193327420" sldId="1077"/>
            <ac:picMk id="6" creationId="{62A26A58-D527-BC1F-E45A-7C13FD2D6A4E}"/>
          </ac:picMkLst>
        </pc:picChg>
        <pc:cxnChg chg="add mod">
          <ac:chgData name="Davis, James C" userId="84778d94-b1cc-4a48-87ce-749e1d7d6e72" providerId="ADAL" clId="{DA9691DF-BA35-4D49-800F-8FFE4D3E1A75}" dt="2024-02-28T02:43:06.863" v="2422" actId="1076"/>
          <ac:cxnSpMkLst>
            <pc:docMk/>
            <pc:sldMk cId="1193327420" sldId="1077"/>
            <ac:cxnSpMk id="5" creationId="{2CA56E85-F8EC-FB2D-0C5A-83526B436AF8}"/>
          </ac:cxnSpMkLst>
        </pc:cxnChg>
      </pc:sldChg>
      <pc:sldChg chg="modSp add del mod">
        <pc:chgData name="Davis, James C" userId="84778d94-b1cc-4a48-87ce-749e1d7d6e72" providerId="ADAL" clId="{DA9691DF-BA35-4D49-800F-8FFE4D3E1A75}" dt="2024-02-28T02:46:05.246" v="2537" actId="2696"/>
        <pc:sldMkLst>
          <pc:docMk/>
          <pc:sldMk cId="2581739926" sldId="1078"/>
        </pc:sldMkLst>
        <pc:picChg chg="mod">
          <ac:chgData name="Davis, James C" userId="84778d94-b1cc-4a48-87ce-749e1d7d6e72" providerId="ADAL" clId="{DA9691DF-BA35-4D49-800F-8FFE4D3E1A75}" dt="2024-02-28T02:34:47.434" v="1130" actId="1076"/>
          <ac:picMkLst>
            <pc:docMk/>
            <pc:sldMk cId="2581739926" sldId="1078"/>
            <ac:picMk id="2" creationId="{2CB48386-1605-CB85-83B1-1E54D54D0674}"/>
          </ac:picMkLst>
        </pc:picChg>
      </pc:sldChg>
      <pc:sldChg chg="addSp delSp modSp add del mod modNotesTx">
        <pc:chgData name="Davis, James C" userId="84778d94-b1cc-4a48-87ce-749e1d7d6e72" providerId="ADAL" clId="{DA9691DF-BA35-4D49-800F-8FFE4D3E1A75}" dt="2024-02-28T16:56:10.310" v="5300" actId="20577"/>
        <pc:sldMkLst>
          <pc:docMk/>
          <pc:sldMk cId="3530509943" sldId="1079"/>
        </pc:sldMkLst>
        <pc:spChg chg="mod">
          <ac:chgData name="Davis, James C" userId="84778d94-b1cc-4a48-87ce-749e1d7d6e72" providerId="ADAL" clId="{DA9691DF-BA35-4D49-800F-8FFE4D3E1A75}" dt="2024-02-28T02:24:08.352" v="373" actId="20577"/>
          <ac:spMkLst>
            <pc:docMk/>
            <pc:sldMk cId="3530509943" sldId="1079"/>
            <ac:spMk id="3" creationId="{DD4F6765-C82C-B6EB-7F45-B4514AC5B54E}"/>
          </ac:spMkLst>
        </pc:spChg>
        <pc:picChg chg="del">
          <ac:chgData name="Davis, James C" userId="84778d94-b1cc-4a48-87ce-749e1d7d6e72" providerId="ADAL" clId="{DA9691DF-BA35-4D49-800F-8FFE4D3E1A75}" dt="2024-02-28T02:23:43.885" v="311" actId="478"/>
          <ac:picMkLst>
            <pc:docMk/>
            <pc:sldMk cId="3530509943" sldId="1079"/>
            <ac:picMk id="2" creationId="{2CB48386-1605-CB85-83B1-1E54D54D0674}"/>
          </ac:picMkLst>
        </pc:picChg>
        <pc:picChg chg="add mod">
          <ac:chgData name="Davis, James C" userId="84778d94-b1cc-4a48-87ce-749e1d7d6e72" providerId="ADAL" clId="{DA9691DF-BA35-4D49-800F-8FFE4D3E1A75}" dt="2024-02-28T02:23:53.064" v="316" actId="14100"/>
          <ac:picMkLst>
            <pc:docMk/>
            <pc:sldMk cId="3530509943" sldId="1079"/>
            <ac:picMk id="5" creationId="{39F13104-44A7-57D5-5264-8C12AAF0F783}"/>
          </ac:picMkLst>
        </pc:picChg>
      </pc:sldChg>
      <pc:sldChg chg="addSp delSp modSp add mod modNotesTx">
        <pc:chgData name="Davis, James C" userId="84778d94-b1cc-4a48-87ce-749e1d7d6e72" providerId="ADAL" clId="{DA9691DF-BA35-4D49-800F-8FFE4D3E1A75}" dt="2024-02-28T02:47:05.578" v="2678" actId="313"/>
        <pc:sldMkLst>
          <pc:docMk/>
          <pc:sldMk cId="2265120104" sldId="1080"/>
        </pc:sldMkLst>
        <pc:picChg chg="del">
          <ac:chgData name="Davis, James C" userId="84778d94-b1cc-4a48-87ce-749e1d7d6e72" providerId="ADAL" clId="{DA9691DF-BA35-4D49-800F-8FFE4D3E1A75}" dt="2024-02-28T02:29:24.510" v="479" actId="478"/>
          <ac:picMkLst>
            <pc:docMk/>
            <pc:sldMk cId="2265120104" sldId="1080"/>
            <ac:picMk id="2" creationId="{47A94848-6FB3-72D1-91D8-85E7B434522D}"/>
          </ac:picMkLst>
        </pc:picChg>
        <pc:picChg chg="add mod">
          <ac:chgData name="Davis, James C" userId="84778d94-b1cc-4a48-87ce-749e1d7d6e72" providerId="ADAL" clId="{DA9691DF-BA35-4D49-800F-8FFE4D3E1A75}" dt="2024-02-28T02:30:09.300" v="486" actId="14100"/>
          <ac:picMkLst>
            <pc:docMk/>
            <pc:sldMk cId="2265120104" sldId="1080"/>
            <ac:picMk id="6" creationId="{A8A3D896-6963-FE56-97A0-2E3C1C40156D}"/>
          </ac:picMkLst>
        </pc:picChg>
      </pc:sldChg>
      <pc:sldChg chg="addSp delSp modSp add mod modNotesTx">
        <pc:chgData name="Davis, James C" userId="84778d94-b1cc-4a48-87ce-749e1d7d6e72" providerId="ADAL" clId="{DA9691DF-BA35-4D49-800F-8FFE4D3E1A75}" dt="2024-02-28T02:31:49.232" v="691" actId="20577"/>
        <pc:sldMkLst>
          <pc:docMk/>
          <pc:sldMk cId="1026535594" sldId="1081"/>
        </pc:sldMkLst>
        <pc:picChg chg="del">
          <ac:chgData name="Davis, James C" userId="84778d94-b1cc-4a48-87ce-749e1d7d6e72" providerId="ADAL" clId="{DA9691DF-BA35-4D49-800F-8FFE4D3E1A75}" dt="2024-02-28T02:30:16.311" v="489" actId="478"/>
          <ac:picMkLst>
            <pc:docMk/>
            <pc:sldMk cId="1026535594" sldId="1081"/>
            <ac:picMk id="2" creationId="{47A94848-6FB3-72D1-91D8-85E7B434522D}"/>
          </ac:picMkLst>
        </pc:picChg>
        <pc:picChg chg="add mod">
          <ac:chgData name="Davis, James C" userId="84778d94-b1cc-4a48-87ce-749e1d7d6e72" providerId="ADAL" clId="{DA9691DF-BA35-4D49-800F-8FFE4D3E1A75}" dt="2024-02-28T02:30:26.189" v="494" actId="14100"/>
          <ac:picMkLst>
            <pc:docMk/>
            <pc:sldMk cId="1026535594" sldId="1081"/>
            <ac:picMk id="6" creationId="{2081B9DA-4EDC-D799-5251-67BC9C2E8D5E}"/>
          </ac:picMkLst>
        </pc:picChg>
      </pc:sldChg>
      <pc:sldChg chg="addSp delSp modSp new mod modClrScheme modAnim chgLayout modNotesTx">
        <pc:chgData name="Davis, James C" userId="84778d94-b1cc-4a48-87ce-749e1d7d6e72" providerId="ADAL" clId="{DA9691DF-BA35-4D49-800F-8FFE4D3E1A75}" dt="2024-02-28T13:29:33.660" v="4555" actId="20577"/>
        <pc:sldMkLst>
          <pc:docMk/>
          <pc:sldMk cId="2590639766" sldId="1082"/>
        </pc:sldMkLst>
        <pc:spChg chg="del mod ord">
          <ac:chgData name="Davis, James C" userId="84778d94-b1cc-4a48-87ce-749e1d7d6e72" providerId="ADAL" clId="{DA9691DF-BA35-4D49-800F-8FFE4D3E1A75}" dt="2024-02-28T02:50:17.664" v="2936" actId="700"/>
          <ac:spMkLst>
            <pc:docMk/>
            <pc:sldMk cId="2590639766" sldId="1082"/>
            <ac:spMk id="2" creationId="{7FDE5188-CB2D-5DDA-78F2-571A3AB5B26F}"/>
          </ac:spMkLst>
        </pc:spChg>
        <pc:spChg chg="mod ord">
          <ac:chgData name="Davis, James C" userId="84778d94-b1cc-4a48-87ce-749e1d7d6e72" providerId="ADAL" clId="{DA9691DF-BA35-4D49-800F-8FFE4D3E1A75}" dt="2024-02-28T02:50:17.664" v="2936" actId="700"/>
          <ac:spMkLst>
            <pc:docMk/>
            <pc:sldMk cId="2590639766" sldId="1082"/>
            <ac:spMk id="3" creationId="{D20E3CD6-E11F-F389-5399-ED47A46F0FC3}"/>
          </ac:spMkLst>
        </pc:spChg>
        <pc:spChg chg="add mod ord">
          <ac:chgData name="Davis, James C" userId="84778d94-b1cc-4a48-87ce-749e1d7d6e72" providerId="ADAL" clId="{DA9691DF-BA35-4D49-800F-8FFE4D3E1A75}" dt="2024-02-28T02:50:32.437" v="2999" actId="20577"/>
          <ac:spMkLst>
            <pc:docMk/>
            <pc:sldMk cId="2590639766" sldId="1082"/>
            <ac:spMk id="4" creationId="{1B2109D4-6FEC-0BCE-40AF-3490DB9785F5}"/>
          </ac:spMkLst>
        </pc:spChg>
        <pc:spChg chg="add del mod ord">
          <ac:chgData name="Davis, James C" userId="84778d94-b1cc-4a48-87ce-749e1d7d6e72" providerId="ADAL" clId="{DA9691DF-BA35-4D49-800F-8FFE4D3E1A75}" dt="2024-02-28T02:50:34.703" v="3000" actId="478"/>
          <ac:spMkLst>
            <pc:docMk/>
            <pc:sldMk cId="2590639766" sldId="1082"/>
            <ac:spMk id="5" creationId="{28B0666A-B0B6-CD91-2568-861247366698}"/>
          </ac:spMkLst>
        </pc:spChg>
        <pc:spChg chg="add mod">
          <ac:chgData name="Davis, James C" userId="84778d94-b1cc-4a48-87ce-749e1d7d6e72" providerId="ADAL" clId="{DA9691DF-BA35-4D49-800F-8FFE4D3E1A75}" dt="2024-02-28T02:57:31.790" v="3139" actId="1076"/>
          <ac:spMkLst>
            <pc:docMk/>
            <pc:sldMk cId="2590639766" sldId="1082"/>
            <ac:spMk id="6" creationId="{CE607EC9-6847-2585-BE8A-1582C23BEEA1}"/>
          </ac:spMkLst>
        </pc:spChg>
        <pc:spChg chg="add mod">
          <ac:chgData name="Davis, James C" userId="84778d94-b1cc-4a48-87ce-749e1d7d6e72" providerId="ADAL" clId="{DA9691DF-BA35-4D49-800F-8FFE4D3E1A75}" dt="2024-02-28T02:56:59.766" v="3096" actId="20577"/>
          <ac:spMkLst>
            <pc:docMk/>
            <pc:sldMk cId="2590639766" sldId="1082"/>
            <ac:spMk id="8" creationId="{AEF82B5E-A0F4-2518-F25B-2244730F6C98}"/>
          </ac:spMkLst>
        </pc:spChg>
        <pc:picChg chg="add mod">
          <ac:chgData name="Davis, James C" userId="84778d94-b1cc-4a48-87ce-749e1d7d6e72" providerId="ADAL" clId="{DA9691DF-BA35-4D49-800F-8FFE4D3E1A75}" dt="2024-02-28T03:04:02.125" v="3875" actId="1076"/>
          <ac:picMkLst>
            <pc:docMk/>
            <pc:sldMk cId="2590639766" sldId="1082"/>
            <ac:picMk id="1026" creationId="{FA23E580-2772-C8D2-43A3-F7F1D270416A}"/>
          </ac:picMkLst>
        </pc:picChg>
      </pc:sldChg>
      <pc:sldChg chg="addSp delSp modSp new mod modAnim modNotesTx">
        <pc:chgData name="Davis, James C" userId="84778d94-b1cc-4a48-87ce-749e1d7d6e72" providerId="ADAL" clId="{DA9691DF-BA35-4D49-800F-8FFE4D3E1A75}" dt="2024-02-28T16:55:48.543" v="5258" actId="20577"/>
        <pc:sldMkLst>
          <pc:docMk/>
          <pc:sldMk cId="974008604" sldId="1083"/>
        </pc:sldMkLst>
        <pc:spChg chg="del">
          <ac:chgData name="Davis, James C" userId="84778d94-b1cc-4a48-87ce-749e1d7d6e72" providerId="ADAL" clId="{DA9691DF-BA35-4D49-800F-8FFE4D3E1A75}" dt="2024-02-28T03:05:10.173" v="3952" actId="478"/>
          <ac:spMkLst>
            <pc:docMk/>
            <pc:sldMk cId="974008604" sldId="1083"/>
            <ac:spMk id="2" creationId="{C9225FCD-503E-85A1-DD7E-4F88B9688AD5}"/>
          </ac:spMkLst>
        </pc:spChg>
        <pc:spChg chg="mod">
          <ac:chgData name="Davis, James C" userId="84778d94-b1cc-4a48-87ce-749e1d7d6e72" providerId="ADAL" clId="{DA9691DF-BA35-4D49-800F-8FFE4D3E1A75}" dt="2024-02-28T03:04:30.100" v="3950" actId="14100"/>
          <ac:spMkLst>
            <pc:docMk/>
            <pc:sldMk cId="974008604" sldId="1083"/>
            <ac:spMk id="3" creationId="{60E63AF7-F8C9-E9E0-2FE7-259515BFE46E}"/>
          </ac:spMkLst>
        </pc:spChg>
        <pc:spChg chg="add del mod">
          <ac:chgData name="Davis, James C" userId="84778d94-b1cc-4a48-87ce-749e1d7d6e72" providerId="ADAL" clId="{DA9691DF-BA35-4D49-800F-8FFE4D3E1A75}" dt="2024-02-28T03:05:20.811" v="3958"/>
          <ac:spMkLst>
            <pc:docMk/>
            <pc:sldMk cId="974008604" sldId="1083"/>
            <ac:spMk id="6" creationId="{01E8A767-B0E2-DF69-0098-DBA69B9CFDE7}"/>
          </ac:spMkLst>
        </pc:spChg>
        <pc:spChg chg="add mod">
          <ac:chgData name="Davis, James C" userId="84778d94-b1cc-4a48-87ce-749e1d7d6e72" providerId="ADAL" clId="{DA9691DF-BA35-4D49-800F-8FFE4D3E1A75}" dt="2024-02-28T13:26:39.996" v="4073" actId="1035"/>
          <ac:spMkLst>
            <pc:docMk/>
            <pc:sldMk cId="974008604" sldId="1083"/>
            <ac:spMk id="8" creationId="{EB501D75-DAD2-ECF2-69CE-E6966B2B840D}"/>
          </ac:spMkLst>
        </pc:spChg>
        <pc:picChg chg="add mod">
          <ac:chgData name="Davis, James C" userId="84778d94-b1cc-4a48-87ce-749e1d7d6e72" providerId="ADAL" clId="{DA9691DF-BA35-4D49-800F-8FFE4D3E1A75}" dt="2024-02-28T13:26:39.996" v="4073" actId="1035"/>
          <ac:picMkLst>
            <pc:docMk/>
            <pc:sldMk cId="974008604" sldId="1083"/>
            <ac:picMk id="5" creationId="{692EA7E1-4541-E5BB-24B3-32011D282661}"/>
          </ac:picMkLst>
        </pc:picChg>
        <pc:picChg chg="add mod">
          <ac:chgData name="Davis, James C" userId="84778d94-b1cc-4a48-87ce-749e1d7d6e72" providerId="ADAL" clId="{DA9691DF-BA35-4D49-800F-8FFE4D3E1A75}" dt="2024-02-28T13:27:01.159" v="4078" actId="166"/>
          <ac:picMkLst>
            <pc:docMk/>
            <pc:sldMk cId="974008604" sldId="1083"/>
            <ac:picMk id="7" creationId="{C6A182ED-687C-C224-1BA2-C27CB0A78CBB}"/>
          </ac:picMkLst>
        </pc:picChg>
        <pc:picChg chg="add mod">
          <ac:chgData name="Davis, James C" userId="84778d94-b1cc-4a48-87ce-749e1d7d6e72" providerId="ADAL" clId="{DA9691DF-BA35-4D49-800F-8FFE4D3E1A75}" dt="2024-02-28T13:27:07.750" v="4080" actId="14100"/>
          <ac:picMkLst>
            <pc:docMk/>
            <pc:sldMk cId="974008604" sldId="1083"/>
            <ac:picMk id="2050" creationId="{7BD1D133-FE9B-65B2-110B-4C3B3BC9AA94}"/>
          </ac:picMkLst>
        </pc:picChg>
        <pc:picChg chg="add del">
          <ac:chgData name="Davis, James C" userId="84778d94-b1cc-4a48-87ce-749e1d7d6e72" providerId="ADAL" clId="{DA9691DF-BA35-4D49-800F-8FFE4D3E1A75}" dt="2024-02-28T13:32:10.747" v="4577"/>
          <ac:picMkLst>
            <pc:docMk/>
            <pc:sldMk cId="974008604" sldId="1083"/>
            <ac:picMk id="2052" creationId="{2DBF0926-503D-BC55-8110-4690F57E4CEF}"/>
          </ac:picMkLst>
        </pc:picChg>
      </pc:sldChg>
      <pc:sldChg chg="modSp add mod">
        <pc:chgData name="Davis, James C" userId="84778d94-b1cc-4a48-87ce-749e1d7d6e72" providerId="ADAL" clId="{DA9691DF-BA35-4D49-800F-8FFE4D3E1A75}" dt="2024-03-04T10:10:59.704" v="9701" actId="20577"/>
        <pc:sldMkLst>
          <pc:docMk/>
          <pc:sldMk cId="2584968024" sldId="1084"/>
        </pc:sldMkLst>
        <pc:spChg chg="mod">
          <ac:chgData name="Davis, James C" userId="84778d94-b1cc-4a48-87ce-749e1d7d6e72" providerId="ADAL" clId="{DA9691DF-BA35-4D49-800F-8FFE4D3E1A75}" dt="2024-03-04T10:10:59.704" v="9701" actId="20577"/>
          <ac:spMkLst>
            <pc:docMk/>
            <pc:sldMk cId="2584968024" sldId="1084"/>
            <ac:spMk id="5" creationId="{6A8AFD98-9A76-9DA7-7385-8B0F08457CD8}"/>
          </ac:spMkLst>
        </pc:spChg>
      </pc:sldChg>
      <pc:sldChg chg="modSp new del mod">
        <pc:chgData name="Davis, James C" userId="84778d94-b1cc-4a48-87ce-749e1d7d6e72" providerId="ADAL" clId="{DA9691DF-BA35-4D49-800F-8FFE4D3E1A75}" dt="2024-02-29T20:22:09.376" v="5735" actId="2696"/>
        <pc:sldMkLst>
          <pc:docMk/>
          <pc:sldMk cId="1752275790" sldId="1085"/>
        </pc:sldMkLst>
        <pc:spChg chg="mod">
          <ac:chgData name="Davis, James C" userId="84778d94-b1cc-4a48-87ce-749e1d7d6e72" providerId="ADAL" clId="{DA9691DF-BA35-4D49-800F-8FFE4D3E1A75}" dt="2024-02-28T16:59:51.589" v="5687" actId="20577"/>
          <ac:spMkLst>
            <pc:docMk/>
            <pc:sldMk cId="1752275790" sldId="1085"/>
            <ac:spMk id="2" creationId="{785712E4-B51D-8FB4-882E-99A44FD81565}"/>
          </ac:spMkLst>
        </pc:spChg>
      </pc:sldChg>
      <pc:sldChg chg="add del modNotesTx">
        <pc:chgData name="Davis, James C" userId="84778d94-b1cc-4a48-87ce-749e1d7d6e72" providerId="ADAL" clId="{DA9691DF-BA35-4D49-800F-8FFE4D3E1A75}" dt="2024-03-04T13:29:39.875" v="12869" actId="2696"/>
        <pc:sldMkLst>
          <pc:docMk/>
          <pc:sldMk cId="2781399395" sldId="1086"/>
        </pc:sldMkLst>
      </pc:sldChg>
      <pc:sldChg chg="addSp delSp modSp new mod modClrScheme modAnim chgLayout modNotesTx">
        <pc:chgData name="Davis, James C" userId="84778d94-b1cc-4a48-87ce-749e1d7d6e72" providerId="ADAL" clId="{DA9691DF-BA35-4D49-800F-8FFE4D3E1A75}" dt="2024-03-01T02:25:14.877" v="6468" actId="20577"/>
        <pc:sldMkLst>
          <pc:docMk/>
          <pc:sldMk cId="1537494930" sldId="1087"/>
        </pc:sldMkLst>
        <pc:spChg chg="del mod ord">
          <ac:chgData name="Davis, James C" userId="84778d94-b1cc-4a48-87ce-749e1d7d6e72" providerId="ADAL" clId="{DA9691DF-BA35-4D49-800F-8FFE4D3E1A75}" dt="2024-02-29T20:27:06.055" v="5742" actId="700"/>
          <ac:spMkLst>
            <pc:docMk/>
            <pc:sldMk cId="1537494930" sldId="1087"/>
            <ac:spMk id="2" creationId="{03168904-8DE9-18A3-C234-6910EC720CC9}"/>
          </ac:spMkLst>
        </pc:spChg>
        <pc:spChg chg="mod ord">
          <ac:chgData name="Davis, James C" userId="84778d94-b1cc-4a48-87ce-749e1d7d6e72" providerId="ADAL" clId="{DA9691DF-BA35-4D49-800F-8FFE4D3E1A75}" dt="2024-02-29T20:27:06.055" v="5742" actId="700"/>
          <ac:spMkLst>
            <pc:docMk/>
            <pc:sldMk cId="1537494930" sldId="1087"/>
            <ac:spMk id="3" creationId="{7278F42E-2744-3000-68E5-A539FA55E954}"/>
          </ac:spMkLst>
        </pc:spChg>
        <pc:spChg chg="add mod ord">
          <ac:chgData name="Davis, James C" userId="84778d94-b1cc-4a48-87ce-749e1d7d6e72" providerId="ADAL" clId="{DA9691DF-BA35-4D49-800F-8FFE4D3E1A75}" dt="2024-02-29T20:27:16.358" v="5798" actId="20577"/>
          <ac:spMkLst>
            <pc:docMk/>
            <pc:sldMk cId="1537494930" sldId="1087"/>
            <ac:spMk id="4" creationId="{44171F96-372B-AE34-419F-610B47F0F551}"/>
          </ac:spMkLst>
        </pc:spChg>
        <pc:spChg chg="add mod ord">
          <ac:chgData name="Davis, James C" userId="84778d94-b1cc-4a48-87ce-749e1d7d6e72" providerId="ADAL" clId="{DA9691DF-BA35-4D49-800F-8FFE4D3E1A75}" dt="2024-02-29T20:27:29.713" v="5860" actId="20577"/>
          <ac:spMkLst>
            <pc:docMk/>
            <pc:sldMk cId="1537494930" sldId="1087"/>
            <ac:spMk id="5" creationId="{62114F39-0007-39BD-8D15-D5EE060A921D}"/>
          </ac:spMkLst>
        </pc:spChg>
        <pc:spChg chg="add mod ord">
          <ac:chgData name="Davis, James C" userId="84778d94-b1cc-4a48-87ce-749e1d7d6e72" providerId="ADAL" clId="{DA9691DF-BA35-4D49-800F-8FFE4D3E1A75}" dt="2024-03-01T02:24:35.765" v="6341" actId="20577"/>
          <ac:spMkLst>
            <pc:docMk/>
            <pc:sldMk cId="1537494930" sldId="1087"/>
            <ac:spMk id="6" creationId="{C6B1B3B1-B4D7-2691-DB47-1860FFCAFDB8}"/>
          </ac:spMkLst>
        </pc:spChg>
        <pc:spChg chg="add mod ord">
          <ac:chgData name="Davis, James C" userId="84778d94-b1cc-4a48-87ce-749e1d7d6e72" providerId="ADAL" clId="{DA9691DF-BA35-4D49-800F-8FFE4D3E1A75}" dt="2024-02-29T20:27:37.411" v="5861" actId="255"/>
          <ac:spMkLst>
            <pc:docMk/>
            <pc:sldMk cId="1537494930" sldId="1087"/>
            <ac:spMk id="7" creationId="{419AFD93-326A-E88C-EDEB-5CADD2384619}"/>
          </ac:spMkLst>
        </pc:spChg>
        <pc:spChg chg="add mod ord">
          <ac:chgData name="Davis, James C" userId="84778d94-b1cc-4a48-87ce-749e1d7d6e72" providerId="ADAL" clId="{DA9691DF-BA35-4D49-800F-8FFE4D3E1A75}" dt="2024-03-01T02:24:19.646" v="6302" actId="20577"/>
          <ac:spMkLst>
            <pc:docMk/>
            <pc:sldMk cId="1537494930" sldId="1087"/>
            <ac:spMk id="8" creationId="{65CDD371-8E9E-E275-92BF-939F6CD52928}"/>
          </ac:spMkLst>
        </pc:spChg>
        <pc:spChg chg="add del mod">
          <ac:chgData name="Davis, James C" userId="84778d94-b1cc-4a48-87ce-749e1d7d6e72" providerId="ADAL" clId="{DA9691DF-BA35-4D49-800F-8FFE4D3E1A75}" dt="2024-03-01T02:23:34.739" v="6117" actId="478"/>
          <ac:spMkLst>
            <pc:docMk/>
            <pc:sldMk cId="1537494930" sldId="1087"/>
            <ac:spMk id="9" creationId="{4D061F46-1B41-B1D2-07E2-7B2862C44863}"/>
          </ac:spMkLst>
        </pc:spChg>
      </pc:sldChg>
      <pc:sldChg chg="addSp delSp modSp new mod ord modAnim addCm modCm modNotesTx">
        <pc:chgData name="Davis, James C" userId="84778d94-b1cc-4a48-87ce-749e1d7d6e72" providerId="ADAL" clId="{DA9691DF-BA35-4D49-800F-8FFE4D3E1A75}" dt="2024-03-04T10:11:46.041" v="9703"/>
        <pc:sldMkLst>
          <pc:docMk/>
          <pc:sldMk cId="2890624738" sldId="1088"/>
        </pc:sldMkLst>
        <pc:spChg chg="del">
          <ac:chgData name="Davis, James C" userId="84778d94-b1cc-4a48-87ce-749e1d7d6e72" providerId="ADAL" clId="{DA9691DF-BA35-4D49-800F-8FFE4D3E1A75}" dt="2024-03-01T02:27:38.395" v="6692" actId="478"/>
          <ac:spMkLst>
            <pc:docMk/>
            <pc:sldMk cId="2890624738" sldId="1088"/>
            <ac:spMk id="2" creationId="{9E0531CC-5812-B08F-F100-2EC4CDE7FE53}"/>
          </ac:spMkLst>
        </pc:spChg>
        <pc:spChg chg="mod">
          <ac:chgData name="Davis, James C" userId="84778d94-b1cc-4a48-87ce-749e1d7d6e72" providerId="ADAL" clId="{DA9691DF-BA35-4D49-800F-8FFE4D3E1A75}" dt="2024-03-01T02:30:41.776" v="6827" actId="20577"/>
          <ac:spMkLst>
            <pc:docMk/>
            <pc:sldMk cId="2890624738" sldId="1088"/>
            <ac:spMk id="3" creationId="{9FB99037-2039-9545-FC89-7F20F00DD4DF}"/>
          </ac:spMkLst>
        </pc:spChg>
        <pc:picChg chg="add mod">
          <ac:chgData name="Davis, James C" userId="84778d94-b1cc-4a48-87ce-749e1d7d6e72" providerId="ADAL" clId="{DA9691DF-BA35-4D49-800F-8FFE4D3E1A75}" dt="2024-03-01T02:30:33.841" v="6815" actId="1076"/>
          <ac:picMkLst>
            <pc:docMk/>
            <pc:sldMk cId="2890624738" sldId="1088"/>
            <ac:picMk id="5" creationId="{F3008F87-D7A8-AC29-2056-4C5928130C8F}"/>
          </ac:picMkLst>
        </pc:picChg>
        <pc:picChg chg="add mod">
          <ac:chgData name="Davis, James C" userId="84778d94-b1cc-4a48-87ce-749e1d7d6e72" providerId="ADAL" clId="{DA9691DF-BA35-4D49-800F-8FFE4D3E1A75}" dt="2024-03-01T02:30:49.085" v="6832" actId="14100"/>
          <ac:picMkLst>
            <pc:docMk/>
            <pc:sldMk cId="2890624738" sldId="1088"/>
            <ac:picMk id="6" creationId="{850DA772-B1C4-9E18-BDC6-6BC60401D6FF}"/>
          </ac:picMkLst>
        </pc:picChg>
        <pc:picChg chg="add mod">
          <ac:chgData name="Davis, James C" userId="84778d94-b1cc-4a48-87ce-749e1d7d6e72" providerId="ADAL" clId="{DA9691DF-BA35-4D49-800F-8FFE4D3E1A75}" dt="2024-03-01T02:30:35.689" v="6816" actId="1076"/>
          <ac:picMkLst>
            <pc:docMk/>
            <pc:sldMk cId="2890624738" sldId="1088"/>
            <ac:picMk id="3074" creationId="{CF7073DB-AD1E-E105-B7AA-39E6709EFEF5}"/>
          </ac:picMkLst>
        </pc:picChg>
      </pc:sldChg>
      <pc:sldChg chg="addSp modSp new mod modAnim modNotesTx">
        <pc:chgData name="Davis, James C" userId="84778d94-b1cc-4a48-87ce-749e1d7d6e72" providerId="ADAL" clId="{DA9691DF-BA35-4D49-800F-8FFE4D3E1A75}" dt="2024-03-01T02:56:23.085" v="7808" actId="20577"/>
        <pc:sldMkLst>
          <pc:docMk/>
          <pc:sldMk cId="3189428282" sldId="1089"/>
        </pc:sldMkLst>
        <pc:spChg chg="mod">
          <ac:chgData name="Davis, James C" userId="84778d94-b1cc-4a48-87ce-749e1d7d6e72" providerId="ADAL" clId="{DA9691DF-BA35-4D49-800F-8FFE4D3E1A75}" dt="2024-03-01T02:56:23.085" v="7808" actId="20577"/>
          <ac:spMkLst>
            <pc:docMk/>
            <pc:sldMk cId="3189428282" sldId="1089"/>
            <ac:spMk id="2" creationId="{5C3278DD-EE31-1DE5-EE61-58F26C3C43E2}"/>
          </ac:spMkLst>
        </pc:spChg>
        <pc:spChg chg="mod">
          <ac:chgData name="Davis, James C" userId="84778d94-b1cc-4a48-87ce-749e1d7d6e72" providerId="ADAL" clId="{DA9691DF-BA35-4D49-800F-8FFE4D3E1A75}" dt="2024-03-01T02:54:40.644" v="7722" actId="1076"/>
          <ac:spMkLst>
            <pc:docMk/>
            <pc:sldMk cId="3189428282" sldId="1089"/>
            <ac:spMk id="3" creationId="{8578B6D1-FA40-CA57-E18C-6A925ACAC767}"/>
          </ac:spMkLst>
        </pc:spChg>
        <pc:picChg chg="add mod">
          <ac:chgData name="Davis, James C" userId="84778d94-b1cc-4a48-87ce-749e1d7d6e72" providerId="ADAL" clId="{DA9691DF-BA35-4D49-800F-8FFE4D3E1A75}" dt="2024-03-01T02:53:37.911" v="7657" actId="14100"/>
          <ac:picMkLst>
            <pc:docMk/>
            <pc:sldMk cId="3189428282" sldId="1089"/>
            <ac:picMk id="4098" creationId="{C93FB7C5-9FF8-C537-4CE8-2B1C6ECE90FD}"/>
          </ac:picMkLst>
        </pc:picChg>
        <pc:picChg chg="add mod">
          <ac:chgData name="Davis, James C" userId="84778d94-b1cc-4a48-87ce-749e1d7d6e72" providerId="ADAL" clId="{DA9691DF-BA35-4D49-800F-8FFE4D3E1A75}" dt="2024-03-01T02:49:43.476" v="7526" actId="1076"/>
          <ac:picMkLst>
            <pc:docMk/>
            <pc:sldMk cId="3189428282" sldId="1089"/>
            <ac:picMk id="4100" creationId="{519847DF-0FF4-BD90-5E50-AC4B128CEDC8}"/>
          </ac:picMkLst>
        </pc:picChg>
      </pc:sldChg>
      <pc:sldChg chg="addSp delSp modSp add mod modAnim modNotesTx">
        <pc:chgData name="Davis, James C" userId="84778d94-b1cc-4a48-87ce-749e1d7d6e72" providerId="ADAL" clId="{DA9691DF-BA35-4D49-800F-8FFE4D3E1A75}" dt="2024-03-01T03:16:18.330" v="9101" actId="21"/>
        <pc:sldMkLst>
          <pc:docMk/>
          <pc:sldMk cId="2703407080" sldId="1090"/>
        </pc:sldMkLst>
        <pc:spChg chg="mod">
          <ac:chgData name="Davis, James C" userId="84778d94-b1cc-4a48-87ce-749e1d7d6e72" providerId="ADAL" clId="{DA9691DF-BA35-4D49-800F-8FFE4D3E1A75}" dt="2024-03-01T03:13:55.216" v="8768" actId="20577"/>
          <ac:spMkLst>
            <pc:docMk/>
            <pc:sldMk cId="2703407080" sldId="1090"/>
            <ac:spMk id="2" creationId="{5C3278DD-EE31-1DE5-EE61-58F26C3C43E2}"/>
          </ac:spMkLst>
        </pc:spChg>
        <pc:spChg chg="mod">
          <ac:chgData name="Davis, James C" userId="84778d94-b1cc-4a48-87ce-749e1d7d6e72" providerId="ADAL" clId="{DA9691DF-BA35-4D49-800F-8FFE4D3E1A75}" dt="2024-03-01T02:53:56.182" v="7703" actId="20577"/>
          <ac:spMkLst>
            <pc:docMk/>
            <pc:sldMk cId="2703407080" sldId="1090"/>
            <ac:spMk id="3" creationId="{8578B6D1-FA40-CA57-E18C-6A925ACAC767}"/>
          </ac:spMkLst>
        </pc:spChg>
        <pc:picChg chg="add del mod">
          <ac:chgData name="Davis, James C" userId="84778d94-b1cc-4a48-87ce-749e1d7d6e72" providerId="ADAL" clId="{DA9691DF-BA35-4D49-800F-8FFE4D3E1A75}" dt="2024-03-01T03:16:18.330" v="9101" actId="21"/>
          <ac:picMkLst>
            <pc:docMk/>
            <pc:sldMk cId="2703407080" sldId="1090"/>
            <ac:picMk id="5" creationId="{29B5E91B-8EBF-A3E3-B402-BE5D7F2FAA27}"/>
          </ac:picMkLst>
        </pc:picChg>
        <pc:picChg chg="del">
          <ac:chgData name="Davis, James C" userId="84778d94-b1cc-4a48-87ce-749e1d7d6e72" providerId="ADAL" clId="{DA9691DF-BA35-4D49-800F-8FFE4D3E1A75}" dt="2024-03-01T02:56:18.612" v="7799" actId="478"/>
          <ac:picMkLst>
            <pc:docMk/>
            <pc:sldMk cId="2703407080" sldId="1090"/>
            <ac:picMk id="4098" creationId="{C93FB7C5-9FF8-C537-4CE8-2B1C6ECE90FD}"/>
          </ac:picMkLst>
        </pc:picChg>
        <pc:picChg chg="del">
          <ac:chgData name="Davis, James C" userId="84778d94-b1cc-4a48-87ce-749e1d7d6e72" providerId="ADAL" clId="{DA9691DF-BA35-4D49-800F-8FFE4D3E1A75}" dt="2024-03-01T02:56:13.052" v="7794" actId="478"/>
          <ac:picMkLst>
            <pc:docMk/>
            <pc:sldMk cId="2703407080" sldId="1090"/>
            <ac:picMk id="4100" creationId="{519847DF-0FF4-BD90-5E50-AC4B128CEDC8}"/>
          </ac:picMkLst>
        </pc:picChg>
        <pc:picChg chg="add mod">
          <ac:chgData name="Davis, James C" userId="84778d94-b1cc-4a48-87ce-749e1d7d6e72" providerId="ADAL" clId="{DA9691DF-BA35-4D49-800F-8FFE4D3E1A75}" dt="2024-03-01T03:04:29.485" v="7993" actId="14100"/>
          <ac:picMkLst>
            <pc:docMk/>
            <pc:sldMk cId="2703407080" sldId="1090"/>
            <ac:picMk id="5122" creationId="{F328E98A-0677-3249-C901-F1F6AC4CDBC7}"/>
          </ac:picMkLst>
        </pc:picChg>
      </pc:sldChg>
      <pc:sldChg chg="addSp delSp modSp add mod delAnim modNotesTx">
        <pc:chgData name="Davis, James C" userId="84778d94-b1cc-4a48-87ce-749e1d7d6e72" providerId="ADAL" clId="{DA9691DF-BA35-4D49-800F-8FFE4D3E1A75}" dt="2024-03-01T13:17:23.794" v="9365" actId="20577"/>
        <pc:sldMkLst>
          <pc:docMk/>
          <pc:sldMk cId="997159558" sldId="1091"/>
        </pc:sldMkLst>
        <pc:spChg chg="del">
          <ac:chgData name="Davis, James C" userId="84778d94-b1cc-4a48-87ce-749e1d7d6e72" providerId="ADAL" clId="{DA9691DF-BA35-4D49-800F-8FFE4D3E1A75}" dt="2024-03-01T03:16:24.850" v="9103" actId="478"/>
          <ac:spMkLst>
            <pc:docMk/>
            <pc:sldMk cId="997159558" sldId="1091"/>
            <ac:spMk id="2" creationId="{5C3278DD-EE31-1DE5-EE61-58F26C3C43E2}"/>
          </ac:spMkLst>
        </pc:spChg>
        <pc:spChg chg="mod">
          <ac:chgData name="Davis, James C" userId="84778d94-b1cc-4a48-87ce-749e1d7d6e72" providerId="ADAL" clId="{DA9691DF-BA35-4D49-800F-8FFE4D3E1A75}" dt="2024-03-01T03:16:38.139" v="9145" actId="20577"/>
          <ac:spMkLst>
            <pc:docMk/>
            <pc:sldMk cId="997159558" sldId="1091"/>
            <ac:spMk id="3" creationId="{8578B6D1-FA40-CA57-E18C-6A925ACAC767}"/>
          </ac:spMkLst>
        </pc:spChg>
        <pc:spChg chg="add del mod">
          <ac:chgData name="Davis, James C" userId="84778d94-b1cc-4a48-87ce-749e1d7d6e72" providerId="ADAL" clId="{DA9691DF-BA35-4D49-800F-8FFE4D3E1A75}" dt="2024-03-01T03:16:26.245" v="9105" actId="478"/>
          <ac:spMkLst>
            <pc:docMk/>
            <pc:sldMk cId="997159558" sldId="1091"/>
            <ac:spMk id="6" creationId="{AE80426E-C360-5403-31C5-2CFBA6D71B74}"/>
          </ac:spMkLst>
        </pc:spChg>
        <pc:picChg chg="add mod">
          <ac:chgData name="Davis, James C" userId="84778d94-b1cc-4a48-87ce-749e1d7d6e72" providerId="ADAL" clId="{DA9691DF-BA35-4D49-800F-8FFE4D3E1A75}" dt="2024-03-01T03:16:29.104" v="9107" actId="1076"/>
          <ac:picMkLst>
            <pc:docMk/>
            <pc:sldMk cId="997159558" sldId="1091"/>
            <ac:picMk id="7" creationId="{1F7F4E05-A742-3630-8004-DD693131487F}"/>
          </ac:picMkLst>
        </pc:picChg>
        <pc:picChg chg="del">
          <ac:chgData name="Davis, James C" userId="84778d94-b1cc-4a48-87ce-749e1d7d6e72" providerId="ADAL" clId="{DA9691DF-BA35-4D49-800F-8FFE4D3E1A75}" dt="2024-03-01T03:16:25.381" v="9104" actId="478"/>
          <ac:picMkLst>
            <pc:docMk/>
            <pc:sldMk cId="997159558" sldId="1091"/>
            <ac:picMk id="5122" creationId="{F328E98A-0677-3249-C901-F1F6AC4CDBC7}"/>
          </ac:picMkLst>
        </pc:picChg>
      </pc:sldChg>
      <pc:sldChg chg="addSp delSp modSp new mod modAnim">
        <pc:chgData name="Davis, James C" userId="84778d94-b1cc-4a48-87ce-749e1d7d6e72" providerId="ADAL" clId="{DA9691DF-BA35-4D49-800F-8FFE4D3E1A75}" dt="2024-03-01T13:28:54.321" v="9534"/>
        <pc:sldMkLst>
          <pc:docMk/>
          <pc:sldMk cId="2923795050" sldId="1092"/>
        </pc:sldMkLst>
        <pc:spChg chg="del">
          <ac:chgData name="Davis, James C" userId="84778d94-b1cc-4a48-87ce-749e1d7d6e72" providerId="ADAL" clId="{DA9691DF-BA35-4D49-800F-8FFE4D3E1A75}" dt="2024-03-01T13:27:37.612" v="9471" actId="478"/>
          <ac:spMkLst>
            <pc:docMk/>
            <pc:sldMk cId="2923795050" sldId="1092"/>
            <ac:spMk id="2" creationId="{3D9FB1B0-1702-826D-6174-AB28C3DB3A62}"/>
          </ac:spMkLst>
        </pc:spChg>
        <pc:spChg chg="mod">
          <ac:chgData name="Davis, James C" userId="84778d94-b1cc-4a48-87ce-749e1d7d6e72" providerId="ADAL" clId="{DA9691DF-BA35-4D49-800F-8FFE4D3E1A75}" dt="2024-03-01T13:28:07.122" v="9523" actId="20577"/>
          <ac:spMkLst>
            <pc:docMk/>
            <pc:sldMk cId="2923795050" sldId="1092"/>
            <ac:spMk id="3" creationId="{7F1714DE-F2A3-FFA8-162D-187A6086E3B6}"/>
          </ac:spMkLst>
        </pc:spChg>
        <pc:picChg chg="add mod">
          <ac:chgData name="Davis, James C" userId="84778d94-b1cc-4a48-87ce-749e1d7d6e72" providerId="ADAL" clId="{DA9691DF-BA35-4D49-800F-8FFE4D3E1A75}" dt="2024-03-01T13:27:59.532" v="9479" actId="1076"/>
          <ac:picMkLst>
            <pc:docMk/>
            <pc:sldMk cId="2923795050" sldId="1092"/>
            <ac:picMk id="5" creationId="{5803E01E-619B-5EAC-827F-083CD90833CD}"/>
          </ac:picMkLst>
        </pc:picChg>
        <pc:picChg chg="add mod">
          <ac:chgData name="Davis, James C" userId="84778d94-b1cc-4a48-87ce-749e1d7d6e72" providerId="ADAL" clId="{DA9691DF-BA35-4D49-800F-8FFE4D3E1A75}" dt="2024-03-01T13:28:35.276" v="9527" actId="1076"/>
          <ac:picMkLst>
            <pc:docMk/>
            <pc:sldMk cId="2923795050" sldId="1092"/>
            <ac:picMk id="6" creationId="{2D706DA7-CF5E-2BE0-E221-6C1D4EED635D}"/>
          </ac:picMkLst>
        </pc:picChg>
        <pc:picChg chg="add mod">
          <ac:chgData name="Davis, James C" userId="84778d94-b1cc-4a48-87ce-749e1d7d6e72" providerId="ADAL" clId="{DA9691DF-BA35-4D49-800F-8FFE4D3E1A75}" dt="2024-03-01T13:28:44.126" v="9532" actId="1076"/>
          <ac:picMkLst>
            <pc:docMk/>
            <pc:sldMk cId="2923795050" sldId="1092"/>
            <ac:picMk id="7" creationId="{E6489A94-EDCC-3940-812B-E28E56CFE780}"/>
          </ac:picMkLst>
        </pc:picChg>
      </pc:sldChg>
      <pc:sldChg chg="modSp add mod">
        <pc:chgData name="Davis, James C" userId="84778d94-b1cc-4a48-87ce-749e1d7d6e72" providerId="ADAL" clId="{DA9691DF-BA35-4D49-800F-8FFE4D3E1A75}" dt="2024-03-04T10:08:36.140" v="9582" actId="20577"/>
        <pc:sldMkLst>
          <pc:docMk/>
          <pc:sldMk cId="4225813995" sldId="1093"/>
        </pc:sldMkLst>
        <pc:spChg chg="mod">
          <ac:chgData name="Davis, James C" userId="84778d94-b1cc-4a48-87ce-749e1d7d6e72" providerId="ADAL" clId="{DA9691DF-BA35-4D49-800F-8FFE4D3E1A75}" dt="2024-03-04T10:08:36.140" v="9582" actId="20577"/>
          <ac:spMkLst>
            <pc:docMk/>
            <pc:sldMk cId="4225813995" sldId="1093"/>
            <ac:spMk id="5" creationId="{6A8AFD98-9A76-9DA7-7385-8B0F08457CD8}"/>
          </ac:spMkLst>
        </pc:spChg>
      </pc:sldChg>
      <pc:sldChg chg="modSp add mod modNotesTx">
        <pc:chgData name="Davis, James C" userId="84778d94-b1cc-4a48-87ce-749e1d7d6e72" providerId="ADAL" clId="{DA9691DF-BA35-4D49-800F-8FFE4D3E1A75}" dt="2024-03-04T13:37:55.330" v="12912" actId="20577"/>
        <pc:sldMkLst>
          <pc:docMk/>
          <pc:sldMk cId="1335223784" sldId="1094"/>
        </pc:sldMkLst>
        <pc:spChg chg="mod">
          <ac:chgData name="Davis, James C" userId="84778d94-b1cc-4a48-87ce-749e1d7d6e72" providerId="ADAL" clId="{DA9691DF-BA35-4D49-800F-8FFE4D3E1A75}" dt="2024-03-04T10:12:45.910" v="9740" actId="20577"/>
          <ac:spMkLst>
            <pc:docMk/>
            <pc:sldMk cId="1335223784" sldId="1094"/>
            <ac:spMk id="5" creationId="{6A8AFD98-9A76-9DA7-7385-8B0F08457CD8}"/>
          </ac:spMkLst>
        </pc:spChg>
      </pc:sldChg>
      <pc:sldChg chg="modSp add del mod">
        <pc:chgData name="Davis, James C" userId="84778d94-b1cc-4a48-87ce-749e1d7d6e72" providerId="ADAL" clId="{DA9691DF-BA35-4D49-800F-8FFE4D3E1A75}" dt="2024-03-04T10:12:06.917" v="9724" actId="2696"/>
        <pc:sldMkLst>
          <pc:docMk/>
          <pc:sldMk cId="3861269781" sldId="1094"/>
        </pc:sldMkLst>
        <pc:spChg chg="mod">
          <ac:chgData name="Davis, James C" userId="84778d94-b1cc-4a48-87ce-749e1d7d6e72" providerId="ADAL" clId="{DA9691DF-BA35-4D49-800F-8FFE4D3E1A75}" dt="2024-03-04T10:12:03.343" v="9723" actId="20577"/>
          <ac:spMkLst>
            <pc:docMk/>
            <pc:sldMk cId="3861269781" sldId="1094"/>
            <ac:spMk id="5" creationId="{6A8AFD98-9A76-9DA7-7385-8B0F08457CD8}"/>
          </ac:spMkLst>
        </pc:spChg>
      </pc:sldChg>
      <pc:sldChg chg="modSp add del mod">
        <pc:chgData name="Davis, James C" userId="84778d94-b1cc-4a48-87ce-749e1d7d6e72" providerId="ADAL" clId="{DA9691DF-BA35-4D49-800F-8FFE4D3E1A75}" dt="2024-03-04T13:30:17.360" v="12900" actId="2696"/>
        <pc:sldMkLst>
          <pc:docMk/>
          <pc:sldMk cId="3040199839" sldId="1095"/>
        </pc:sldMkLst>
        <pc:spChg chg="mod">
          <ac:chgData name="Davis, James C" userId="84778d94-b1cc-4a48-87ce-749e1d7d6e72" providerId="ADAL" clId="{DA9691DF-BA35-4D49-800F-8FFE4D3E1A75}" dt="2024-03-04T10:13:07.286" v="9793" actId="20577"/>
          <ac:spMkLst>
            <pc:docMk/>
            <pc:sldMk cId="3040199839" sldId="1095"/>
            <ac:spMk id="5" creationId="{6A8AFD98-9A76-9DA7-7385-8B0F08457CD8}"/>
          </ac:spMkLst>
        </pc:spChg>
      </pc:sldChg>
      <pc:sldChg chg="addSp delSp modSp add mod modClrScheme chgLayout">
        <pc:chgData name="Davis, James C" userId="84778d94-b1cc-4a48-87ce-749e1d7d6e72" providerId="ADAL" clId="{DA9691DF-BA35-4D49-800F-8FFE4D3E1A75}" dt="2024-03-04T11:13:39.623" v="10578" actId="20577"/>
        <pc:sldMkLst>
          <pc:docMk/>
          <pc:sldMk cId="3738430872" sldId="1096"/>
        </pc:sldMkLst>
        <pc:spChg chg="add del mod ord">
          <ac:chgData name="Davis, James C" userId="84778d94-b1cc-4a48-87ce-749e1d7d6e72" providerId="ADAL" clId="{DA9691DF-BA35-4D49-800F-8FFE4D3E1A75}" dt="2024-03-04T10:40:55.978" v="9887" actId="700"/>
          <ac:spMkLst>
            <pc:docMk/>
            <pc:sldMk cId="3738430872" sldId="1096"/>
            <ac:spMk id="3" creationId="{C459C452-281D-75DC-3D62-3EF96BF05CCA}"/>
          </ac:spMkLst>
        </pc:spChg>
        <pc:spChg chg="mod ord">
          <ac:chgData name="Davis, James C" userId="84778d94-b1cc-4a48-87ce-749e1d7d6e72" providerId="ADAL" clId="{DA9691DF-BA35-4D49-800F-8FFE4D3E1A75}" dt="2024-03-04T10:40:55.978" v="9887" actId="700"/>
          <ac:spMkLst>
            <pc:docMk/>
            <pc:sldMk cId="3738430872" sldId="1096"/>
            <ac:spMk id="4" creationId="{1B0F82FD-3627-50B0-1031-6F672D720DC8}"/>
          </ac:spMkLst>
        </pc:spChg>
        <pc:spChg chg="mod ord">
          <ac:chgData name="Davis, James C" userId="84778d94-b1cc-4a48-87ce-749e1d7d6e72" providerId="ADAL" clId="{DA9691DF-BA35-4D49-800F-8FFE4D3E1A75}" dt="2024-03-04T11:13:39.623" v="10578" actId="20577"/>
          <ac:spMkLst>
            <pc:docMk/>
            <pc:sldMk cId="3738430872" sldId="1096"/>
            <ac:spMk id="5" creationId="{6A8AFD98-9A76-9DA7-7385-8B0F08457CD8}"/>
          </ac:spMkLst>
        </pc:spChg>
        <pc:picChg chg="add del mod">
          <ac:chgData name="Davis, James C" userId="84778d94-b1cc-4a48-87ce-749e1d7d6e72" providerId="ADAL" clId="{DA9691DF-BA35-4D49-800F-8FFE4D3E1A75}" dt="2024-03-04T10:40:48.570" v="9884"/>
          <ac:picMkLst>
            <pc:docMk/>
            <pc:sldMk cId="3738430872" sldId="1096"/>
            <ac:picMk id="2" creationId="{5C0D39B2-9572-1FB3-5C82-93C1778071A0}"/>
          </ac:picMkLst>
        </pc:picChg>
      </pc:sldChg>
      <pc:sldChg chg="modSp add del mod">
        <pc:chgData name="Davis, James C" userId="84778d94-b1cc-4a48-87ce-749e1d7d6e72" providerId="ADAL" clId="{DA9691DF-BA35-4D49-800F-8FFE4D3E1A75}" dt="2024-03-04T13:30:25.775" v="12903" actId="2696"/>
        <pc:sldMkLst>
          <pc:docMk/>
          <pc:sldMk cId="216136624" sldId="1097"/>
        </pc:sldMkLst>
        <pc:spChg chg="mod">
          <ac:chgData name="Davis, James C" userId="84778d94-b1cc-4a48-87ce-749e1d7d6e72" providerId="ADAL" clId="{DA9691DF-BA35-4D49-800F-8FFE4D3E1A75}" dt="2024-03-04T10:13:54.024" v="9808" actId="20577"/>
          <ac:spMkLst>
            <pc:docMk/>
            <pc:sldMk cId="216136624" sldId="1097"/>
            <ac:spMk id="5" creationId="{6A8AFD98-9A76-9DA7-7385-8B0F08457CD8}"/>
          </ac:spMkLst>
        </pc:spChg>
      </pc:sldChg>
      <pc:sldChg chg="addSp delSp modSp new mod modNotesTx">
        <pc:chgData name="Davis, James C" userId="84778d94-b1cc-4a48-87ce-749e1d7d6e72" providerId="ADAL" clId="{DA9691DF-BA35-4D49-800F-8FFE4D3E1A75}" dt="2024-03-06T13:27:28.163" v="13099" actId="20577"/>
        <pc:sldMkLst>
          <pc:docMk/>
          <pc:sldMk cId="1620555372" sldId="1098"/>
        </pc:sldMkLst>
        <pc:spChg chg="del">
          <ac:chgData name="Davis, James C" userId="84778d94-b1cc-4a48-87ce-749e1d7d6e72" providerId="ADAL" clId="{DA9691DF-BA35-4D49-800F-8FFE4D3E1A75}" dt="2024-03-04T10:41:02.107" v="9889" actId="478"/>
          <ac:spMkLst>
            <pc:docMk/>
            <pc:sldMk cId="1620555372" sldId="1098"/>
            <ac:spMk id="2" creationId="{83C63C88-4F24-A043-B2C1-ACCED6E99DF2}"/>
          </ac:spMkLst>
        </pc:spChg>
        <pc:spChg chg="mod">
          <ac:chgData name="Davis, James C" userId="84778d94-b1cc-4a48-87ce-749e1d7d6e72" providerId="ADAL" clId="{DA9691DF-BA35-4D49-800F-8FFE4D3E1A75}" dt="2024-03-04T10:41:02.726" v="9891" actId="27636"/>
          <ac:spMkLst>
            <pc:docMk/>
            <pc:sldMk cId="1620555372" sldId="1098"/>
            <ac:spMk id="3" creationId="{CAF53FCC-7CBA-4678-9042-22F9F1BB0E87}"/>
          </ac:spMkLst>
        </pc:spChg>
        <pc:spChg chg="add mod">
          <ac:chgData name="Davis, James C" userId="84778d94-b1cc-4a48-87ce-749e1d7d6e72" providerId="ADAL" clId="{DA9691DF-BA35-4D49-800F-8FFE4D3E1A75}" dt="2024-03-04T10:41:12.344" v="9893" actId="1076"/>
          <ac:spMkLst>
            <pc:docMk/>
            <pc:sldMk cId="1620555372" sldId="1098"/>
            <ac:spMk id="7" creationId="{8B4E26CB-90E0-C462-C156-E9ACE28811BA}"/>
          </ac:spMkLst>
        </pc:spChg>
        <pc:picChg chg="add mod">
          <ac:chgData name="Davis, James C" userId="84778d94-b1cc-4a48-87ce-749e1d7d6e72" providerId="ADAL" clId="{DA9691DF-BA35-4D49-800F-8FFE4D3E1A75}" dt="2024-03-04T10:41:02.671" v="9890"/>
          <ac:picMkLst>
            <pc:docMk/>
            <pc:sldMk cId="1620555372" sldId="1098"/>
            <ac:picMk id="5" creationId="{7D0DBD5A-4169-A6CA-A104-F8E8964245A3}"/>
          </ac:picMkLst>
        </pc:picChg>
      </pc:sldChg>
      <pc:sldChg chg="addSp delSp modSp new del mod modNotesTx">
        <pc:chgData name="Davis, James C" userId="84778d94-b1cc-4a48-87ce-749e1d7d6e72" providerId="ADAL" clId="{DA9691DF-BA35-4D49-800F-8FFE4D3E1A75}" dt="2024-03-04T11:13:29.041" v="10575" actId="2696"/>
        <pc:sldMkLst>
          <pc:docMk/>
          <pc:sldMk cId="3006136647" sldId="1099"/>
        </pc:sldMkLst>
        <pc:spChg chg="del">
          <ac:chgData name="Davis, James C" userId="84778d94-b1cc-4a48-87ce-749e1d7d6e72" providerId="ADAL" clId="{DA9691DF-BA35-4D49-800F-8FFE4D3E1A75}" dt="2024-03-04T10:54:12.567" v="9904"/>
          <ac:spMkLst>
            <pc:docMk/>
            <pc:sldMk cId="3006136647" sldId="1099"/>
            <ac:spMk id="2" creationId="{AC6E4623-C84F-2BB7-C3AB-CA12D6561ACC}"/>
          </ac:spMkLst>
        </pc:spChg>
        <pc:spChg chg="mod">
          <ac:chgData name="Davis, James C" userId="84778d94-b1cc-4a48-87ce-749e1d7d6e72" providerId="ADAL" clId="{DA9691DF-BA35-4D49-800F-8FFE4D3E1A75}" dt="2024-03-04T10:54:15.260" v="9921" actId="20577"/>
          <ac:spMkLst>
            <pc:docMk/>
            <pc:sldMk cId="3006136647" sldId="1099"/>
            <ac:spMk id="3" creationId="{204342A5-B094-25CD-F256-8D51B85CB97C}"/>
          </ac:spMkLst>
        </pc:spChg>
        <pc:picChg chg="add mod modCrop">
          <ac:chgData name="Davis, James C" userId="84778d94-b1cc-4a48-87ce-749e1d7d6e72" providerId="ADAL" clId="{DA9691DF-BA35-4D49-800F-8FFE4D3E1A75}" dt="2024-03-04T10:55:34.889" v="9937" actId="1076"/>
          <ac:picMkLst>
            <pc:docMk/>
            <pc:sldMk cId="3006136647" sldId="1099"/>
            <ac:picMk id="5" creationId="{6FB14BAC-9888-732F-03AA-89D7CDD9D27F}"/>
          </ac:picMkLst>
        </pc:picChg>
      </pc:sldChg>
      <pc:sldChg chg="modSp add mod">
        <pc:chgData name="Davis, James C" userId="84778d94-b1cc-4a48-87ce-749e1d7d6e72" providerId="ADAL" clId="{DA9691DF-BA35-4D49-800F-8FFE4D3E1A75}" dt="2024-03-04T13:29:52.825" v="12897" actId="113"/>
        <pc:sldMkLst>
          <pc:docMk/>
          <pc:sldMk cId="3121777493" sldId="1099"/>
        </pc:sldMkLst>
        <pc:spChg chg="mod">
          <ac:chgData name="Davis, James C" userId="84778d94-b1cc-4a48-87ce-749e1d7d6e72" providerId="ADAL" clId="{DA9691DF-BA35-4D49-800F-8FFE4D3E1A75}" dt="2024-03-04T13:29:52.825" v="12897" actId="113"/>
          <ac:spMkLst>
            <pc:docMk/>
            <pc:sldMk cId="3121777493" sldId="1099"/>
            <ac:spMk id="3" creationId="{204342A5-B094-25CD-F256-8D51B85CB97C}"/>
          </ac:spMkLst>
        </pc:spChg>
      </pc:sldChg>
      <pc:sldChg chg="modSp add mod modNotesTx">
        <pc:chgData name="Davis, James C" userId="84778d94-b1cc-4a48-87ce-749e1d7d6e72" providerId="ADAL" clId="{DA9691DF-BA35-4D49-800F-8FFE4D3E1A75}" dt="2024-03-04T13:30:04.074" v="12899" actId="1076"/>
        <pc:sldMkLst>
          <pc:docMk/>
          <pc:sldMk cId="446562055" sldId="1100"/>
        </pc:sldMkLst>
        <pc:graphicFrameChg chg="mod modGraphic">
          <ac:chgData name="Davis, James C" userId="84778d94-b1cc-4a48-87ce-749e1d7d6e72" providerId="ADAL" clId="{DA9691DF-BA35-4D49-800F-8FFE4D3E1A75}" dt="2024-03-04T13:30:04.074" v="12899" actId="1076"/>
          <ac:graphicFrameMkLst>
            <pc:docMk/>
            <pc:sldMk cId="446562055" sldId="1100"/>
            <ac:graphicFrameMk id="5" creationId="{9799D63F-C07E-9534-5C8B-94E82EABDEA8}"/>
          </ac:graphicFrameMkLst>
        </pc:graphicFrameChg>
      </pc:sldChg>
      <pc:sldChg chg="addSp delSp modSp new del mod">
        <pc:chgData name="Davis, James C" userId="84778d94-b1cc-4a48-87ce-749e1d7d6e72" providerId="ADAL" clId="{DA9691DF-BA35-4D49-800F-8FFE4D3E1A75}" dt="2024-03-04T11:32:51.222" v="10917" actId="2696"/>
        <pc:sldMkLst>
          <pc:docMk/>
          <pc:sldMk cId="750657128" sldId="1100"/>
        </pc:sldMkLst>
        <pc:spChg chg="del">
          <ac:chgData name="Davis, James C" userId="84778d94-b1cc-4a48-87ce-749e1d7d6e72" providerId="ADAL" clId="{DA9691DF-BA35-4D49-800F-8FFE4D3E1A75}" dt="2024-03-04T11:14:01.370" v="10597" actId="478"/>
          <ac:spMkLst>
            <pc:docMk/>
            <pc:sldMk cId="750657128" sldId="1100"/>
            <ac:spMk id="2" creationId="{BFD874A3-0CAF-685E-B21C-DFE577403D0C}"/>
          </ac:spMkLst>
        </pc:spChg>
        <pc:spChg chg="mod">
          <ac:chgData name="Davis, James C" userId="84778d94-b1cc-4a48-87ce-749e1d7d6e72" providerId="ADAL" clId="{DA9691DF-BA35-4D49-800F-8FFE4D3E1A75}" dt="2024-03-04T11:13:57.672" v="10596" actId="20577"/>
          <ac:spMkLst>
            <pc:docMk/>
            <pc:sldMk cId="750657128" sldId="1100"/>
            <ac:spMk id="3" creationId="{005F7F1C-FE86-A661-ACF8-0064BA6BE496}"/>
          </ac:spMkLst>
        </pc:spChg>
        <pc:graphicFrameChg chg="add mod modGraphic">
          <ac:chgData name="Davis, James C" userId="84778d94-b1cc-4a48-87ce-749e1d7d6e72" providerId="ADAL" clId="{DA9691DF-BA35-4D49-800F-8FFE4D3E1A75}" dt="2024-03-04T11:32:38.508" v="10916" actId="1076"/>
          <ac:graphicFrameMkLst>
            <pc:docMk/>
            <pc:sldMk cId="750657128" sldId="1100"/>
            <ac:graphicFrameMk id="5" creationId="{9799D63F-C07E-9534-5C8B-94E82EABDEA8}"/>
          </ac:graphicFrameMkLst>
        </pc:graphicFrameChg>
      </pc:sldChg>
      <pc:sldChg chg="addSp delSp modSp new mod modNotesTx">
        <pc:chgData name="Davis, James C" userId="84778d94-b1cc-4a48-87ce-749e1d7d6e72" providerId="ADAL" clId="{DA9691DF-BA35-4D49-800F-8FFE4D3E1A75}" dt="2024-03-04T11:43:06.365" v="12069" actId="20577"/>
        <pc:sldMkLst>
          <pc:docMk/>
          <pc:sldMk cId="1011328761" sldId="1101"/>
        </pc:sldMkLst>
        <pc:spChg chg="del mod">
          <ac:chgData name="Davis, James C" userId="84778d94-b1cc-4a48-87ce-749e1d7d6e72" providerId="ADAL" clId="{DA9691DF-BA35-4D49-800F-8FFE4D3E1A75}" dt="2024-03-04T11:33:48.907" v="10965" actId="478"/>
          <ac:spMkLst>
            <pc:docMk/>
            <pc:sldMk cId="1011328761" sldId="1101"/>
            <ac:spMk id="2" creationId="{5CAD16D7-85D1-557C-D994-7355423FB87A}"/>
          </ac:spMkLst>
        </pc:spChg>
        <pc:spChg chg="mod">
          <ac:chgData name="Davis, James C" userId="84778d94-b1cc-4a48-87ce-749e1d7d6e72" providerId="ADAL" clId="{DA9691DF-BA35-4D49-800F-8FFE4D3E1A75}" dt="2024-03-04T11:38:43.229" v="11350" actId="20577"/>
          <ac:spMkLst>
            <pc:docMk/>
            <pc:sldMk cId="1011328761" sldId="1101"/>
            <ac:spMk id="3" creationId="{97F8BDDF-1E6E-AFA6-444E-BD02B73BC4BF}"/>
          </ac:spMkLst>
        </pc:spChg>
        <pc:spChg chg="add del mod">
          <ac:chgData name="Davis, James C" userId="84778d94-b1cc-4a48-87ce-749e1d7d6e72" providerId="ADAL" clId="{DA9691DF-BA35-4D49-800F-8FFE4D3E1A75}" dt="2024-03-04T11:34:01.804" v="10966" actId="478"/>
          <ac:spMkLst>
            <pc:docMk/>
            <pc:sldMk cId="1011328761" sldId="1101"/>
            <ac:spMk id="6" creationId="{A81C52BB-6BC2-E92D-01E0-8DFD99F38A78}"/>
          </ac:spMkLst>
        </pc:spChg>
        <pc:spChg chg="add mod">
          <ac:chgData name="Davis, James C" userId="84778d94-b1cc-4a48-87ce-749e1d7d6e72" providerId="ADAL" clId="{DA9691DF-BA35-4D49-800F-8FFE4D3E1A75}" dt="2024-03-04T11:42:22.779" v="11835" actId="20577"/>
          <ac:spMkLst>
            <pc:docMk/>
            <pc:sldMk cId="1011328761" sldId="1101"/>
            <ac:spMk id="9" creationId="{91D1910D-E6F4-828F-CBBB-AD65382AA9C2}"/>
          </ac:spMkLst>
        </pc:spChg>
        <pc:picChg chg="add del mod">
          <ac:chgData name="Davis, James C" userId="84778d94-b1cc-4a48-87ce-749e1d7d6e72" providerId="ADAL" clId="{DA9691DF-BA35-4D49-800F-8FFE4D3E1A75}" dt="2024-03-04T11:34:28.751" v="10974" actId="478"/>
          <ac:picMkLst>
            <pc:docMk/>
            <pc:sldMk cId="1011328761" sldId="1101"/>
            <ac:picMk id="7" creationId="{161CA1DA-CEBC-E278-64BF-A2DE061BED45}"/>
          </ac:picMkLst>
        </pc:picChg>
        <pc:picChg chg="add mod modCrop">
          <ac:chgData name="Davis, James C" userId="84778d94-b1cc-4a48-87ce-749e1d7d6e72" providerId="ADAL" clId="{DA9691DF-BA35-4D49-800F-8FFE4D3E1A75}" dt="2024-03-04T11:38:52.242" v="11351" actId="1076"/>
          <ac:picMkLst>
            <pc:docMk/>
            <pc:sldMk cId="1011328761" sldId="1101"/>
            <ac:picMk id="8" creationId="{2ECC83E0-61BB-8B12-EAB5-4FF9463B99D6}"/>
          </ac:picMkLst>
        </pc:picChg>
      </pc:sldChg>
      <pc:sldChg chg="delSp modSp new del mod">
        <pc:chgData name="Davis, James C" userId="84778d94-b1cc-4a48-87ce-749e1d7d6e72" providerId="ADAL" clId="{DA9691DF-BA35-4D49-800F-8FFE4D3E1A75}" dt="2024-03-04T11:35:05.224" v="10985" actId="2696"/>
        <pc:sldMkLst>
          <pc:docMk/>
          <pc:sldMk cId="1625456343" sldId="1102"/>
        </pc:sldMkLst>
        <pc:spChg chg="del">
          <ac:chgData name="Davis, James C" userId="84778d94-b1cc-4a48-87ce-749e1d7d6e72" providerId="ADAL" clId="{DA9691DF-BA35-4D49-800F-8FFE4D3E1A75}" dt="2024-03-04T11:34:57.896" v="10982" actId="478"/>
          <ac:spMkLst>
            <pc:docMk/>
            <pc:sldMk cId="1625456343" sldId="1102"/>
            <ac:spMk id="2" creationId="{D6E3B396-D721-3172-B8A5-0DBEF6EF07A0}"/>
          </ac:spMkLst>
        </pc:spChg>
        <pc:spChg chg="mod">
          <ac:chgData name="Davis, James C" userId="84778d94-b1cc-4a48-87ce-749e1d7d6e72" providerId="ADAL" clId="{DA9691DF-BA35-4D49-800F-8FFE4D3E1A75}" dt="2024-03-04T11:34:58.931" v="10984" actId="27636"/>
          <ac:spMkLst>
            <pc:docMk/>
            <pc:sldMk cId="1625456343" sldId="1102"/>
            <ac:spMk id="3" creationId="{0C7C7502-984D-C436-B9A9-789552882F92}"/>
          </ac:spMkLst>
        </pc:spChg>
      </pc:sldChg>
      <pc:sldChg chg="addSp modSp add mod modNotesTx">
        <pc:chgData name="Davis, James C" userId="84778d94-b1cc-4a48-87ce-749e1d7d6e72" providerId="ADAL" clId="{DA9691DF-BA35-4D49-800F-8FFE4D3E1A75}" dt="2024-03-04T11:38:15.015" v="11341" actId="114"/>
        <pc:sldMkLst>
          <pc:docMk/>
          <pc:sldMk cId="754930028" sldId="1103"/>
        </pc:sldMkLst>
        <pc:spChg chg="add mod">
          <ac:chgData name="Davis, James C" userId="84778d94-b1cc-4a48-87ce-749e1d7d6e72" providerId="ADAL" clId="{DA9691DF-BA35-4D49-800F-8FFE4D3E1A75}" dt="2024-03-04T11:38:15.015" v="11341" actId="114"/>
          <ac:spMkLst>
            <pc:docMk/>
            <pc:sldMk cId="754930028" sldId="1103"/>
            <ac:spMk id="2" creationId="{AA2EC03F-2C60-1338-140E-443881B37A8A}"/>
          </ac:spMkLst>
        </pc:spChg>
        <pc:spChg chg="mod">
          <ac:chgData name="Davis, James C" userId="84778d94-b1cc-4a48-87ce-749e1d7d6e72" providerId="ADAL" clId="{DA9691DF-BA35-4D49-800F-8FFE4D3E1A75}" dt="2024-03-04T11:35:08.454" v="10996" actId="20577"/>
          <ac:spMkLst>
            <pc:docMk/>
            <pc:sldMk cId="754930028" sldId="1103"/>
            <ac:spMk id="3" creationId="{A04DABD0-9DB7-6044-A64C-7D340E7C8B5D}"/>
          </ac:spMkLst>
        </pc:spChg>
        <pc:picChg chg="mod">
          <ac:chgData name="Davis, James C" userId="84778d94-b1cc-4a48-87ce-749e1d7d6e72" providerId="ADAL" clId="{DA9691DF-BA35-4D49-800F-8FFE4D3E1A75}" dt="2024-03-04T11:35:30.828" v="11001" actId="1076"/>
          <ac:picMkLst>
            <pc:docMk/>
            <pc:sldMk cId="754930028" sldId="1103"/>
            <ac:picMk id="5" creationId="{DE4A522D-8368-024A-BC4A-0C5F9799FAE1}"/>
          </ac:picMkLst>
        </pc:picChg>
        <pc:picChg chg="mod">
          <ac:chgData name="Davis, James C" userId="84778d94-b1cc-4a48-87ce-749e1d7d6e72" providerId="ADAL" clId="{DA9691DF-BA35-4D49-800F-8FFE4D3E1A75}" dt="2024-03-04T11:35:29.711" v="11000" actId="1076"/>
          <ac:picMkLst>
            <pc:docMk/>
            <pc:sldMk cId="754930028" sldId="1103"/>
            <ac:picMk id="6" creationId="{AB7B2DC9-C15A-2F49-BDE5-6BF5BC00927A}"/>
          </ac:picMkLst>
        </pc:picChg>
      </pc:sldChg>
      <pc:sldChg chg="modSp add mod modNotesTx">
        <pc:chgData name="Davis, James C" userId="84778d94-b1cc-4a48-87ce-749e1d7d6e72" providerId="ADAL" clId="{DA9691DF-BA35-4D49-800F-8FFE4D3E1A75}" dt="2024-03-04T11:44:26.752" v="12178" actId="20577"/>
        <pc:sldMkLst>
          <pc:docMk/>
          <pc:sldMk cId="634820014" sldId="1104"/>
        </pc:sldMkLst>
        <pc:spChg chg="mod">
          <ac:chgData name="Davis, James C" userId="84778d94-b1cc-4a48-87ce-749e1d7d6e72" providerId="ADAL" clId="{DA9691DF-BA35-4D49-800F-8FFE4D3E1A75}" dt="2024-03-04T11:41:44.126" v="11834" actId="20577"/>
          <ac:spMkLst>
            <pc:docMk/>
            <pc:sldMk cId="634820014" sldId="1104"/>
            <ac:spMk id="3" creationId="{4A2F4874-FBA2-5B4B-93AE-590066A70A44}"/>
          </ac:spMkLst>
        </pc:spChg>
      </pc:sldChg>
      <pc:sldChg chg="add del">
        <pc:chgData name="Davis, James C" userId="84778d94-b1cc-4a48-87ce-749e1d7d6e72" providerId="ADAL" clId="{DA9691DF-BA35-4D49-800F-8FFE4D3E1A75}" dt="2024-03-04T11:38:27.188" v="11343" actId="2696"/>
        <pc:sldMkLst>
          <pc:docMk/>
          <pc:sldMk cId="967196523" sldId="1104"/>
        </pc:sldMkLst>
      </pc:sldChg>
      <pc:sldChg chg="addSp delSp modSp new mod modNotesTx">
        <pc:chgData name="Davis, James C" userId="84778d94-b1cc-4a48-87ce-749e1d7d6e72" providerId="ADAL" clId="{DA9691DF-BA35-4D49-800F-8FFE4D3E1A75}" dt="2024-03-04T11:50:53.584" v="12522" actId="20577"/>
        <pc:sldMkLst>
          <pc:docMk/>
          <pc:sldMk cId="2404851617" sldId="1105"/>
        </pc:sldMkLst>
        <pc:spChg chg="del">
          <ac:chgData name="Davis, James C" userId="84778d94-b1cc-4a48-87ce-749e1d7d6e72" providerId="ADAL" clId="{DA9691DF-BA35-4D49-800F-8FFE4D3E1A75}" dt="2024-03-04T11:48:12.250" v="12191" actId="478"/>
          <ac:spMkLst>
            <pc:docMk/>
            <pc:sldMk cId="2404851617" sldId="1105"/>
            <ac:spMk id="2" creationId="{F43206C6-18E1-59C8-E262-FFDB4A35EBFD}"/>
          </ac:spMkLst>
        </pc:spChg>
        <pc:spChg chg="mod">
          <ac:chgData name="Davis, James C" userId="84778d94-b1cc-4a48-87ce-749e1d7d6e72" providerId="ADAL" clId="{DA9691DF-BA35-4D49-800F-8FFE4D3E1A75}" dt="2024-03-04T11:50:07.905" v="12383" actId="20577"/>
          <ac:spMkLst>
            <pc:docMk/>
            <pc:sldMk cId="2404851617" sldId="1105"/>
            <ac:spMk id="3" creationId="{69634843-5E59-9C40-5CA3-27A04D2BBA32}"/>
          </ac:spMkLst>
        </pc:spChg>
        <pc:picChg chg="add del mod">
          <ac:chgData name="Davis, James C" userId="84778d94-b1cc-4a48-87ce-749e1d7d6e72" providerId="ADAL" clId="{DA9691DF-BA35-4D49-800F-8FFE4D3E1A75}" dt="2024-03-04T11:50:10.789" v="12384" actId="21"/>
          <ac:picMkLst>
            <pc:docMk/>
            <pc:sldMk cId="2404851617" sldId="1105"/>
            <ac:picMk id="5" creationId="{FB39DF42-D72F-1A01-0F9A-15307CB3D886}"/>
          </ac:picMkLst>
        </pc:picChg>
        <pc:picChg chg="add mod">
          <ac:chgData name="Davis, James C" userId="84778d94-b1cc-4a48-87ce-749e1d7d6e72" providerId="ADAL" clId="{DA9691DF-BA35-4D49-800F-8FFE4D3E1A75}" dt="2024-03-04T11:50:05.675" v="12382" actId="1076"/>
          <ac:picMkLst>
            <pc:docMk/>
            <pc:sldMk cId="2404851617" sldId="1105"/>
            <ac:picMk id="6" creationId="{5A7DE0E5-D482-1C8F-6C08-81D601EEC7B4}"/>
          </ac:picMkLst>
        </pc:picChg>
      </pc:sldChg>
      <pc:sldChg chg="addSp delSp modSp new mod modNotesTx">
        <pc:chgData name="Davis, James C" userId="84778d94-b1cc-4a48-87ce-749e1d7d6e72" providerId="ADAL" clId="{DA9691DF-BA35-4D49-800F-8FFE4D3E1A75}" dt="2024-03-04T11:50:43.199" v="12487"/>
        <pc:sldMkLst>
          <pc:docMk/>
          <pc:sldMk cId="3233264311" sldId="1106"/>
        </pc:sldMkLst>
        <pc:spChg chg="del">
          <ac:chgData name="Davis, James C" userId="84778d94-b1cc-4a48-87ce-749e1d7d6e72" providerId="ADAL" clId="{DA9691DF-BA35-4D49-800F-8FFE4D3E1A75}" dt="2024-03-04T11:50:14.202" v="12386" actId="478"/>
          <ac:spMkLst>
            <pc:docMk/>
            <pc:sldMk cId="3233264311" sldId="1106"/>
            <ac:spMk id="2" creationId="{A7DA14D5-F047-A429-2D1B-5D5EBB4CBF3A}"/>
          </ac:spMkLst>
        </pc:spChg>
        <pc:spChg chg="mod">
          <ac:chgData name="Davis, James C" userId="84778d94-b1cc-4a48-87ce-749e1d7d6e72" providerId="ADAL" clId="{DA9691DF-BA35-4D49-800F-8FFE4D3E1A75}" dt="2024-03-04T11:50:18.928" v="12410" actId="20577"/>
          <ac:spMkLst>
            <pc:docMk/>
            <pc:sldMk cId="3233264311" sldId="1106"/>
            <ac:spMk id="3" creationId="{E6F8F0C5-3B70-49E7-3A46-64E2F504C719}"/>
          </ac:spMkLst>
        </pc:spChg>
        <pc:picChg chg="add mod">
          <ac:chgData name="Davis, James C" userId="84778d94-b1cc-4a48-87ce-749e1d7d6e72" providerId="ADAL" clId="{DA9691DF-BA35-4D49-800F-8FFE4D3E1A75}" dt="2024-03-04T11:50:14.821" v="12387"/>
          <ac:picMkLst>
            <pc:docMk/>
            <pc:sldMk cId="3233264311" sldId="1106"/>
            <ac:picMk id="5" creationId="{E1789C22-28A7-8D50-4A19-CBE9821CA17D}"/>
          </ac:picMkLst>
        </pc:picChg>
      </pc:sldChg>
      <pc:sldChg chg="addSp delSp modSp new mod">
        <pc:chgData name="Davis, James C" userId="84778d94-b1cc-4a48-87ce-749e1d7d6e72" providerId="ADAL" clId="{DA9691DF-BA35-4D49-800F-8FFE4D3E1A75}" dt="2024-03-06T13:27:17.545" v="13042" actId="1076"/>
        <pc:sldMkLst>
          <pc:docMk/>
          <pc:sldMk cId="2495333384" sldId="1107"/>
        </pc:sldMkLst>
        <pc:spChg chg="del">
          <ac:chgData name="Davis, James C" userId="84778d94-b1cc-4a48-87ce-749e1d7d6e72" providerId="ADAL" clId="{DA9691DF-BA35-4D49-800F-8FFE4D3E1A75}" dt="2024-03-06T13:27:12.231" v="13037" actId="478"/>
          <ac:spMkLst>
            <pc:docMk/>
            <pc:sldMk cId="2495333384" sldId="1107"/>
            <ac:spMk id="2" creationId="{9C99BCAF-4DD9-C843-A8D9-63B10F49208A}"/>
          </ac:spMkLst>
        </pc:spChg>
        <pc:spChg chg="mod">
          <ac:chgData name="Davis, James C" userId="84778d94-b1cc-4a48-87ce-749e1d7d6e72" providerId="ADAL" clId="{DA9691DF-BA35-4D49-800F-8FFE4D3E1A75}" dt="2024-03-06T13:27:12.967" v="13039" actId="27636"/>
          <ac:spMkLst>
            <pc:docMk/>
            <pc:sldMk cId="2495333384" sldId="1107"/>
            <ac:spMk id="3" creationId="{D8A265FB-A004-6E09-423F-C6863EF9AA9A}"/>
          </ac:spMkLst>
        </pc:spChg>
        <pc:picChg chg="add mod">
          <ac:chgData name="Davis, James C" userId="84778d94-b1cc-4a48-87ce-749e1d7d6e72" providerId="ADAL" clId="{DA9691DF-BA35-4D49-800F-8FFE4D3E1A75}" dt="2024-03-06T13:27:17.545" v="13042" actId="1076"/>
          <ac:picMkLst>
            <pc:docMk/>
            <pc:sldMk cId="2495333384" sldId="1107"/>
            <ac:picMk id="5" creationId="{9DBBDB9D-112F-F340-852E-197D1A71FE71}"/>
          </ac:picMkLst>
        </pc:picChg>
      </pc:sldChg>
      <pc:sldChg chg="addSp modSp new mod">
        <pc:chgData name="Davis, James C" userId="84778d94-b1cc-4a48-87ce-749e1d7d6e72" providerId="ADAL" clId="{DA9691DF-BA35-4D49-800F-8FFE4D3E1A75}" dt="2024-03-06T13:27:52.712" v="13102" actId="27636"/>
        <pc:sldMkLst>
          <pc:docMk/>
          <pc:sldMk cId="137277622" sldId="1108"/>
        </pc:sldMkLst>
        <pc:spChg chg="mod">
          <ac:chgData name="Davis, James C" userId="84778d94-b1cc-4a48-87ce-749e1d7d6e72" providerId="ADAL" clId="{DA9691DF-BA35-4D49-800F-8FFE4D3E1A75}" dt="2024-03-06T13:27:52.712" v="13102" actId="27636"/>
          <ac:spMkLst>
            <pc:docMk/>
            <pc:sldMk cId="137277622" sldId="1108"/>
            <ac:spMk id="3" creationId="{4DF95A47-DA66-D9FB-7472-E328D0F408FA}"/>
          </ac:spMkLst>
        </pc:spChg>
        <pc:picChg chg="add mod">
          <ac:chgData name="Davis, James C" userId="84778d94-b1cc-4a48-87ce-749e1d7d6e72" providerId="ADAL" clId="{DA9691DF-BA35-4D49-800F-8FFE4D3E1A75}" dt="2024-03-06T13:27:52.642" v="13101"/>
          <ac:picMkLst>
            <pc:docMk/>
            <pc:sldMk cId="137277622" sldId="1108"/>
            <ac:picMk id="5" creationId="{59DC731D-CD3C-5232-FBAB-90E07F84E170}"/>
          </ac:picMkLst>
        </pc:picChg>
      </pc:sldChg>
      <pc:sldChg chg="addSp modSp new mod">
        <pc:chgData name="Davis, James C" userId="84778d94-b1cc-4a48-87ce-749e1d7d6e72" providerId="ADAL" clId="{DA9691DF-BA35-4D49-800F-8FFE4D3E1A75}" dt="2024-03-06T13:29:04.294" v="13108" actId="14100"/>
        <pc:sldMkLst>
          <pc:docMk/>
          <pc:sldMk cId="549707537" sldId="1109"/>
        </pc:sldMkLst>
        <pc:spChg chg="mod">
          <ac:chgData name="Davis, James C" userId="84778d94-b1cc-4a48-87ce-749e1d7d6e72" providerId="ADAL" clId="{DA9691DF-BA35-4D49-800F-8FFE4D3E1A75}" dt="2024-03-06T13:28:57.992" v="13105" actId="27636"/>
          <ac:spMkLst>
            <pc:docMk/>
            <pc:sldMk cId="549707537" sldId="1109"/>
            <ac:spMk id="3" creationId="{091AFD39-78F5-9D30-72A6-412D46084E11}"/>
          </ac:spMkLst>
        </pc:spChg>
        <pc:picChg chg="add mod">
          <ac:chgData name="Davis, James C" userId="84778d94-b1cc-4a48-87ce-749e1d7d6e72" providerId="ADAL" clId="{DA9691DF-BA35-4D49-800F-8FFE4D3E1A75}" dt="2024-03-06T13:29:04.294" v="13108" actId="14100"/>
          <ac:picMkLst>
            <pc:docMk/>
            <pc:sldMk cId="549707537" sldId="1109"/>
            <ac:picMk id="5" creationId="{4FBBFB4C-2280-B812-2C0A-610522998BF4}"/>
          </ac:picMkLst>
        </pc:picChg>
      </pc:sldChg>
      <pc:sldChg chg="modSp add mod">
        <pc:chgData name="Davis, James C" userId="84778d94-b1cc-4a48-87ce-749e1d7d6e72" providerId="ADAL" clId="{DA9691DF-BA35-4D49-800F-8FFE4D3E1A75}" dt="2024-03-20T04:11:14.071" v="14824" actId="1076"/>
        <pc:sldMkLst>
          <pc:docMk/>
          <pc:sldMk cId="2383200763" sldId="1110"/>
        </pc:sldMkLst>
        <pc:spChg chg="mod">
          <ac:chgData name="Davis, James C" userId="84778d94-b1cc-4a48-87ce-749e1d7d6e72" providerId="ADAL" clId="{DA9691DF-BA35-4D49-800F-8FFE4D3E1A75}" dt="2024-03-20T04:11:14.071" v="14824" actId="1076"/>
          <ac:spMkLst>
            <pc:docMk/>
            <pc:sldMk cId="2383200763" sldId="1110"/>
            <ac:spMk id="5" creationId="{6A8AFD98-9A76-9DA7-7385-8B0F08457CD8}"/>
          </ac:spMkLst>
        </pc:spChg>
      </pc:sldChg>
      <pc:sldChg chg="addSp delSp modSp new mod modClrScheme chgLayout modNotesTx">
        <pc:chgData name="Davis, James C" userId="84778d94-b1cc-4a48-87ce-749e1d7d6e72" providerId="ADAL" clId="{DA9691DF-BA35-4D49-800F-8FFE4D3E1A75}" dt="2024-03-20T03:21:00.176" v="14164" actId="20577"/>
        <pc:sldMkLst>
          <pc:docMk/>
          <pc:sldMk cId="957225959" sldId="1111"/>
        </pc:sldMkLst>
        <pc:spChg chg="del mod ord">
          <ac:chgData name="Davis, James C" userId="84778d94-b1cc-4a48-87ce-749e1d7d6e72" providerId="ADAL" clId="{DA9691DF-BA35-4D49-800F-8FFE4D3E1A75}" dt="2024-03-20T02:42:17.516" v="13141" actId="700"/>
          <ac:spMkLst>
            <pc:docMk/>
            <pc:sldMk cId="957225959" sldId="1111"/>
            <ac:spMk id="2" creationId="{528A7A6C-65A5-F27C-1FA3-A34592F9D40B}"/>
          </ac:spMkLst>
        </pc:spChg>
        <pc:spChg chg="mod ord">
          <ac:chgData name="Davis, James C" userId="84778d94-b1cc-4a48-87ce-749e1d7d6e72" providerId="ADAL" clId="{DA9691DF-BA35-4D49-800F-8FFE4D3E1A75}" dt="2024-03-20T02:42:17.516" v="13141" actId="700"/>
          <ac:spMkLst>
            <pc:docMk/>
            <pc:sldMk cId="957225959" sldId="1111"/>
            <ac:spMk id="3" creationId="{9C9C02D4-64D7-D810-E6A4-4684A5AF8E2D}"/>
          </ac:spMkLst>
        </pc:spChg>
        <pc:spChg chg="add mod ord">
          <ac:chgData name="Davis, James C" userId="84778d94-b1cc-4a48-87ce-749e1d7d6e72" providerId="ADAL" clId="{DA9691DF-BA35-4D49-800F-8FFE4D3E1A75}" dt="2024-03-20T03:21:00.176" v="14164" actId="20577"/>
          <ac:spMkLst>
            <pc:docMk/>
            <pc:sldMk cId="957225959" sldId="1111"/>
            <ac:spMk id="4" creationId="{9BCA5774-31AC-9C9A-3CDE-F22504722C3C}"/>
          </ac:spMkLst>
        </pc:spChg>
        <pc:spChg chg="add del mod ord">
          <ac:chgData name="Davis, James C" userId="84778d94-b1cc-4a48-87ce-749e1d7d6e72" providerId="ADAL" clId="{DA9691DF-BA35-4D49-800F-8FFE4D3E1A75}" dt="2024-03-20T03:15:22.648" v="13163" actId="478"/>
          <ac:spMkLst>
            <pc:docMk/>
            <pc:sldMk cId="957225959" sldId="1111"/>
            <ac:spMk id="5" creationId="{6F995F44-AF44-2CB8-B02A-9729968CACB9}"/>
          </ac:spMkLst>
        </pc:spChg>
        <pc:picChg chg="add del mod">
          <ac:chgData name="Davis, James C" userId="84778d94-b1cc-4a48-87ce-749e1d7d6e72" providerId="ADAL" clId="{DA9691DF-BA35-4D49-800F-8FFE4D3E1A75}" dt="2024-03-20T03:15:40.589" v="13173" actId="478"/>
          <ac:picMkLst>
            <pc:docMk/>
            <pc:sldMk cId="957225959" sldId="1111"/>
            <ac:picMk id="6" creationId="{EE0E523A-668A-65CF-1340-754517AF116B}"/>
          </ac:picMkLst>
        </pc:picChg>
        <pc:picChg chg="add mod">
          <ac:chgData name="Davis, James C" userId="84778d94-b1cc-4a48-87ce-749e1d7d6e72" providerId="ADAL" clId="{DA9691DF-BA35-4D49-800F-8FFE4D3E1A75}" dt="2024-03-20T03:15:46.437" v="13177" actId="14100"/>
          <ac:picMkLst>
            <pc:docMk/>
            <pc:sldMk cId="957225959" sldId="1111"/>
            <ac:picMk id="7" creationId="{A6DE82C7-7060-0047-8409-A4BC026E1E98}"/>
          </ac:picMkLst>
        </pc:picChg>
      </pc:sldChg>
      <pc:sldChg chg="addSp delSp modSp add mod modNotesTx">
        <pc:chgData name="Davis, James C" userId="84778d94-b1cc-4a48-87ce-749e1d7d6e72" providerId="ADAL" clId="{DA9691DF-BA35-4D49-800F-8FFE4D3E1A75}" dt="2024-03-20T04:11:06.124" v="14821" actId="20577"/>
        <pc:sldMkLst>
          <pc:docMk/>
          <pc:sldMk cId="2199598188" sldId="1112"/>
        </pc:sldMkLst>
        <pc:spChg chg="mod">
          <ac:chgData name="Davis, James C" userId="84778d94-b1cc-4a48-87ce-749e1d7d6e72" providerId="ADAL" clId="{DA9691DF-BA35-4D49-800F-8FFE4D3E1A75}" dt="2024-03-20T03:31:28.767" v="14699" actId="20577"/>
          <ac:spMkLst>
            <pc:docMk/>
            <pc:sldMk cId="2199598188" sldId="1112"/>
            <ac:spMk id="4" creationId="{9BCA5774-31AC-9C9A-3CDE-F22504722C3C}"/>
          </ac:spMkLst>
        </pc:spChg>
        <pc:picChg chg="add del mod">
          <ac:chgData name="Davis, James C" userId="84778d94-b1cc-4a48-87ce-749e1d7d6e72" providerId="ADAL" clId="{DA9691DF-BA35-4D49-800F-8FFE4D3E1A75}" dt="2024-03-20T03:29:37.641" v="14211" actId="478"/>
          <ac:picMkLst>
            <pc:docMk/>
            <pc:sldMk cId="2199598188" sldId="1112"/>
            <ac:picMk id="2" creationId="{41C67765-7F2C-3365-D02B-E692F181C3ED}"/>
          </ac:picMkLst>
        </pc:picChg>
        <pc:picChg chg="add mod">
          <ac:chgData name="Davis, James C" userId="84778d94-b1cc-4a48-87ce-749e1d7d6e72" providerId="ADAL" clId="{DA9691DF-BA35-4D49-800F-8FFE4D3E1A75}" dt="2024-03-20T03:29:45.031" v="14216" actId="1076"/>
          <ac:picMkLst>
            <pc:docMk/>
            <pc:sldMk cId="2199598188" sldId="1112"/>
            <ac:picMk id="5" creationId="{65F9F4FE-547B-E2B4-D42B-E6D223E95C35}"/>
          </ac:picMkLst>
        </pc:picChg>
        <pc:picChg chg="del">
          <ac:chgData name="Davis, James C" userId="84778d94-b1cc-4a48-87ce-749e1d7d6e72" providerId="ADAL" clId="{DA9691DF-BA35-4D49-800F-8FFE4D3E1A75}" dt="2024-03-20T03:20:48.121" v="14140" actId="478"/>
          <ac:picMkLst>
            <pc:docMk/>
            <pc:sldMk cId="2199598188" sldId="1112"/>
            <ac:picMk id="7" creationId="{A6DE82C7-7060-0047-8409-A4BC026E1E98}"/>
          </ac:picMkLst>
        </pc:picChg>
      </pc:sldChg>
      <pc:sldChg chg="addSp delSp modSp add mod modNotesTx">
        <pc:chgData name="Davis, James C" userId="84778d94-b1cc-4a48-87ce-749e1d7d6e72" providerId="ADAL" clId="{DA9691DF-BA35-4D49-800F-8FFE4D3E1A75}" dt="2024-03-20T04:11:00.196" v="14807" actId="20577"/>
        <pc:sldMkLst>
          <pc:docMk/>
          <pc:sldMk cId="1658403616" sldId="1113"/>
        </pc:sldMkLst>
        <pc:spChg chg="mod">
          <ac:chgData name="Davis, James C" userId="84778d94-b1cc-4a48-87ce-749e1d7d6e72" providerId="ADAL" clId="{DA9691DF-BA35-4D49-800F-8FFE4D3E1A75}" dt="2024-03-20T03:31:51.372" v="14725" actId="20577"/>
          <ac:spMkLst>
            <pc:docMk/>
            <pc:sldMk cId="1658403616" sldId="1113"/>
            <ac:spMk id="4" creationId="{9BCA5774-31AC-9C9A-3CDE-F22504722C3C}"/>
          </ac:spMkLst>
        </pc:spChg>
        <pc:picChg chg="add mod">
          <ac:chgData name="Davis, James C" userId="84778d94-b1cc-4a48-87ce-749e1d7d6e72" providerId="ADAL" clId="{DA9691DF-BA35-4D49-800F-8FFE4D3E1A75}" dt="2024-03-20T03:53:12.429" v="14729" actId="14100"/>
          <ac:picMkLst>
            <pc:docMk/>
            <pc:sldMk cId="1658403616" sldId="1113"/>
            <ac:picMk id="2" creationId="{8F2F7C4D-12A0-570E-828E-24FACE836561}"/>
          </ac:picMkLst>
        </pc:picChg>
        <pc:picChg chg="del">
          <ac:chgData name="Davis, James C" userId="84778d94-b1cc-4a48-87ce-749e1d7d6e72" providerId="ADAL" clId="{DA9691DF-BA35-4D49-800F-8FFE4D3E1A75}" dt="2024-03-20T03:53:07.891" v="14726" actId="478"/>
          <ac:picMkLst>
            <pc:docMk/>
            <pc:sldMk cId="1658403616" sldId="1113"/>
            <ac:picMk id="5" creationId="{65F9F4FE-547B-E2B4-D42B-E6D223E95C35}"/>
          </ac:picMkLst>
        </pc:picChg>
      </pc:sldChg>
      <pc:sldChg chg="addSp delSp modSp add mod modNotesTx">
        <pc:chgData name="Davis, James C" userId="84778d94-b1cc-4a48-87ce-749e1d7d6e72" providerId="ADAL" clId="{DA9691DF-BA35-4D49-800F-8FFE4D3E1A75}" dt="2024-03-20T04:10:54.617" v="14793" actId="20577"/>
        <pc:sldMkLst>
          <pc:docMk/>
          <pc:sldMk cId="1614593349" sldId="1114"/>
        </pc:sldMkLst>
        <pc:spChg chg="mod">
          <ac:chgData name="Davis, James C" userId="84778d94-b1cc-4a48-87ce-749e1d7d6e72" providerId="ADAL" clId="{DA9691DF-BA35-4D49-800F-8FFE4D3E1A75}" dt="2024-03-20T03:31:47.459" v="14720" actId="20577"/>
          <ac:spMkLst>
            <pc:docMk/>
            <pc:sldMk cId="1614593349" sldId="1114"/>
            <ac:spMk id="4" creationId="{9BCA5774-31AC-9C9A-3CDE-F22504722C3C}"/>
          </ac:spMkLst>
        </pc:spChg>
        <pc:picChg chg="add mod">
          <ac:chgData name="Davis, James C" userId="84778d94-b1cc-4a48-87ce-749e1d7d6e72" providerId="ADAL" clId="{DA9691DF-BA35-4D49-800F-8FFE4D3E1A75}" dt="2024-03-20T04:10:27.904" v="14774" actId="1076"/>
          <ac:picMkLst>
            <pc:docMk/>
            <pc:sldMk cId="1614593349" sldId="1114"/>
            <ac:picMk id="2" creationId="{23E51EEE-4AE0-8A31-4906-08B8BE19863F}"/>
          </ac:picMkLst>
        </pc:picChg>
        <pc:picChg chg="del">
          <ac:chgData name="Davis, James C" userId="84778d94-b1cc-4a48-87ce-749e1d7d6e72" providerId="ADAL" clId="{DA9691DF-BA35-4D49-800F-8FFE4D3E1A75}" dt="2024-03-20T04:10:18.278" v="14768" actId="478"/>
          <ac:picMkLst>
            <pc:docMk/>
            <pc:sldMk cId="1614593349" sldId="1114"/>
            <ac:picMk id="5" creationId="{65F9F4FE-547B-E2B4-D42B-E6D223E95C35}"/>
          </ac:picMkLst>
        </pc:picChg>
      </pc:sldChg>
      <pc:sldChg chg="modSp new mod modNotesTx">
        <pc:chgData name="Davis, James C" userId="84778d94-b1cc-4a48-87ce-749e1d7d6e72" providerId="ADAL" clId="{DA9691DF-BA35-4D49-800F-8FFE4D3E1A75}" dt="2024-03-20T04:13:59.670" v="15679" actId="20577"/>
        <pc:sldMkLst>
          <pc:docMk/>
          <pc:sldMk cId="4283405449" sldId="1115"/>
        </pc:sldMkLst>
        <pc:spChg chg="mod">
          <ac:chgData name="Davis, James C" userId="84778d94-b1cc-4a48-87ce-749e1d7d6e72" providerId="ADAL" clId="{DA9691DF-BA35-4D49-800F-8FFE4D3E1A75}" dt="2024-03-20T04:12:40.349" v="15140" actId="20577"/>
          <ac:spMkLst>
            <pc:docMk/>
            <pc:sldMk cId="4283405449" sldId="1115"/>
            <ac:spMk id="2" creationId="{01944586-12BD-CCC3-74FE-69B72862E86A}"/>
          </ac:spMkLst>
        </pc:spChg>
        <pc:spChg chg="mod">
          <ac:chgData name="Davis, James C" userId="84778d94-b1cc-4a48-87ce-749e1d7d6e72" providerId="ADAL" clId="{DA9691DF-BA35-4D49-800F-8FFE4D3E1A75}" dt="2024-03-20T04:11:41.641" v="14923" actId="20577"/>
          <ac:spMkLst>
            <pc:docMk/>
            <pc:sldMk cId="4283405449" sldId="1115"/>
            <ac:spMk id="3" creationId="{52CFB3C6-0E51-19DB-0941-63E84D3EC966}"/>
          </ac:spMkLst>
        </pc:spChg>
      </pc:sldChg>
      <pc:sldChg chg="modSp add mod">
        <pc:chgData name="Davis, James C" userId="84778d94-b1cc-4a48-87ce-749e1d7d6e72" providerId="ADAL" clId="{DA9691DF-BA35-4D49-800F-8FFE4D3E1A75}" dt="2024-03-20T04:11:28.286" v="14875" actId="113"/>
        <pc:sldMkLst>
          <pc:docMk/>
          <pc:sldMk cId="2936444166" sldId="1116"/>
        </pc:sldMkLst>
        <pc:spChg chg="mod">
          <ac:chgData name="Davis, James C" userId="84778d94-b1cc-4a48-87ce-749e1d7d6e72" providerId="ADAL" clId="{DA9691DF-BA35-4D49-800F-8FFE4D3E1A75}" dt="2024-03-20T04:11:28.286" v="14875" actId="113"/>
          <ac:spMkLst>
            <pc:docMk/>
            <pc:sldMk cId="2936444166" sldId="1116"/>
            <ac:spMk id="5" creationId="{6A8AFD98-9A76-9DA7-7385-8B0F08457CD8}"/>
          </ac:spMkLst>
        </pc:spChg>
      </pc:sldChg>
      <pc:sldChg chg="addSp modSp add mod modNotesTx">
        <pc:chgData name="Davis, James C" userId="84778d94-b1cc-4a48-87ce-749e1d7d6e72" providerId="ADAL" clId="{DA9691DF-BA35-4D49-800F-8FFE4D3E1A75}" dt="2024-03-20T04:37:59.370" v="16342" actId="20577"/>
        <pc:sldMkLst>
          <pc:docMk/>
          <pc:sldMk cId="4269512421" sldId="1117"/>
        </pc:sldMkLst>
        <pc:spChg chg="mod">
          <ac:chgData name="Davis, James C" userId="84778d94-b1cc-4a48-87ce-749e1d7d6e72" providerId="ADAL" clId="{DA9691DF-BA35-4D49-800F-8FFE4D3E1A75}" dt="2024-03-20T04:31:50.704" v="15754" actId="20577"/>
          <ac:spMkLst>
            <pc:docMk/>
            <pc:sldMk cId="4269512421" sldId="1117"/>
            <ac:spMk id="5" creationId="{6A8AFD98-9A76-9DA7-7385-8B0F08457CD8}"/>
          </ac:spMkLst>
        </pc:spChg>
        <pc:picChg chg="add mod">
          <ac:chgData name="Davis, James C" userId="84778d94-b1cc-4a48-87ce-749e1d7d6e72" providerId="ADAL" clId="{DA9691DF-BA35-4D49-800F-8FFE4D3E1A75}" dt="2024-03-20T04:32:26.075" v="15757" actId="1076"/>
          <ac:picMkLst>
            <pc:docMk/>
            <pc:sldMk cId="4269512421" sldId="1117"/>
            <ac:picMk id="2" creationId="{E0F4FCCD-8C51-5839-C966-8A567F613B78}"/>
          </ac:picMkLst>
        </pc:picChg>
      </pc:sldChg>
      <pc:sldChg chg="addSp delSp modSp new mod modClrScheme chgLayout modNotesTx">
        <pc:chgData name="Davis, James C" userId="84778d94-b1cc-4a48-87ce-749e1d7d6e72" providerId="ADAL" clId="{DA9691DF-BA35-4D49-800F-8FFE4D3E1A75}" dt="2024-03-20T04:37:36.425" v="16317" actId="6549"/>
        <pc:sldMkLst>
          <pc:docMk/>
          <pc:sldMk cId="2581739363" sldId="1118"/>
        </pc:sldMkLst>
        <pc:spChg chg="del mod ord">
          <ac:chgData name="Davis, James C" userId="84778d94-b1cc-4a48-87ce-749e1d7d6e72" providerId="ADAL" clId="{DA9691DF-BA35-4D49-800F-8FFE4D3E1A75}" dt="2024-03-20T04:32:31.931" v="15759" actId="700"/>
          <ac:spMkLst>
            <pc:docMk/>
            <pc:sldMk cId="2581739363" sldId="1118"/>
            <ac:spMk id="2" creationId="{3F068D00-2DA8-BBCE-DE11-AF23B9952EBA}"/>
          </ac:spMkLst>
        </pc:spChg>
        <pc:spChg chg="mod ord">
          <ac:chgData name="Davis, James C" userId="84778d94-b1cc-4a48-87ce-749e1d7d6e72" providerId="ADAL" clId="{DA9691DF-BA35-4D49-800F-8FFE4D3E1A75}" dt="2024-03-20T04:32:31.931" v="15759" actId="700"/>
          <ac:spMkLst>
            <pc:docMk/>
            <pc:sldMk cId="2581739363" sldId="1118"/>
            <ac:spMk id="3" creationId="{9C4D871B-FC02-A125-8513-15A8BB5D51CB}"/>
          </ac:spMkLst>
        </pc:spChg>
        <pc:spChg chg="add mod ord">
          <ac:chgData name="Davis, James C" userId="84778d94-b1cc-4a48-87ce-749e1d7d6e72" providerId="ADAL" clId="{DA9691DF-BA35-4D49-800F-8FFE4D3E1A75}" dt="2024-03-20T04:37:36.425" v="16317" actId="6549"/>
          <ac:spMkLst>
            <pc:docMk/>
            <pc:sldMk cId="2581739363" sldId="1118"/>
            <ac:spMk id="4" creationId="{97174DCC-2840-6B7E-C7CD-7C1E12D3D9F3}"/>
          </ac:spMkLst>
        </pc:spChg>
        <pc:spChg chg="add del mod ord">
          <ac:chgData name="Davis, James C" userId="84778d94-b1cc-4a48-87ce-749e1d7d6e72" providerId="ADAL" clId="{DA9691DF-BA35-4D49-800F-8FFE4D3E1A75}" dt="2024-03-20T04:35:21.130" v="16081" actId="478"/>
          <ac:spMkLst>
            <pc:docMk/>
            <pc:sldMk cId="2581739363" sldId="1118"/>
            <ac:spMk id="5" creationId="{8B6F47FA-08C0-ADFA-7F11-EB0F48441A92}"/>
          </ac:spMkLst>
        </pc:spChg>
        <pc:picChg chg="add mod">
          <ac:chgData name="Davis, James C" userId="84778d94-b1cc-4a48-87ce-749e1d7d6e72" providerId="ADAL" clId="{DA9691DF-BA35-4D49-800F-8FFE4D3E1A75}" dt="2024-03-20T04:35:25.525" v="16084" actId="1076"/>
          <ac:picMkLst>
            <pc:docMk/>
            <pc:sldMk cId="2581739363" sldId="1118"/>
            <ac:picMk id="6" creationId="{A5170EC3-7CBA-DE75-C191-4E2EF99DF614}"/>
          </ac:picMkLst>
        </pc:picChg>
      </pc:sldChg>
      <pc:sldChg chg="addSp delSp modSp new mod modAnim modNotesTx">
        <pc:chgData name="Davis, James C" userId="84778d94-b1cc-4a48-87ce-749e1d7d6e72" providerId="ADAL" clId="{DA9691DF-BA35-4D49-800F-8FFE4D3E1A75}" dt="2024-03-20T04:43:09.254" v="16612"/>
        <pc:sldMkLst>
          <pc:docMk/>
          <pc:sldMk cId="2121222073" sldId="1119"/>
        </pc:sldMkLst>
        <pc:spChg chg="del">
          <ac:chgData name="Davis, James C" userId="84778d94-b1cc-4a48-87ce-749e1d7d6e72" providerId="ADAL" clId="{DA9691DF-BA35-4D49-800F-8FFE4D3E1A75}" dt="2024-03-20T04:39:06.522" v="16439" actId="478"/>
          <ac:spMkLst>
            <pc:docMk/>
            <pc:sldMk cId="2121222073" sldId="1119"/>
            <ac:spMk id="2" creationId="{BA563660-9FD1-49F0-6D4B-EA0EF5E5BD6F}"/>
          </ac:spMkLst>
        </pc:spChg>
        <pc:spChg chg="mod">
          <ac:chgData name="Davis, James C" userId="84778d94-b1cc-4a48-87ce-749e1d7d6e72" providerId="ADAL" clId="{DA9691DF-BA35-4D49-800F-8FFE4D3E1A75}" dt="2024-03-20T04:38:09.668" v="16358" actId="20577"/>
          <ac:spMkLst>
            <pc:docMk/>
            <pc:sldMk cId="2121222073" sldId="1119"/>
            <ac:spMk id="3" creationId="{C24E8117-4379-C0F6-86AC-2D4164D27AE6}"/>
          </ac:spMkLst>
        </pc:spChg>
        <pc:picChg chg="add mod">
          <ac:chgData name="Davis, James C" userId="84778d94-b1cc-4a48-87ce-749e1d7d6e72" providerId="ADAL" clId="{DA9691DF-BA35-4D49-800F-8FFE4D3E1A75}" dt="2024-03-20T04:39:13.215" v="16442" actId="1076"/>
          <ac:picMkLst>
            <pc:docMk/>
            <pc:sldMk cId="2121222073" sldId="1119"/>
            <ac:picMk id="5" creationId="{64C1E270-AFF7-BBEB-F23A-C94CE3E4F015}"/>
          </ac:picMkLst>
        </pc:picChg>
        <pc:cxnChg chg="add mod">
          <ac:chgData name="Davis, James C" userId="84778d94-b1cc-4a48-87ce-749e1d7d6e72" providerId="ADAL" clId="{DA9691DF-BA35-4D49-800F-8FFE4D3E1A75}" dt="2024-03-20T04:41:25.966" v="16546" actId="208"/>
          <ac:cxnSpMkLst>
            <pc:docMk/>
            <pc:sldMk cId="2121222073" sldId="1119"/>
            <ac:cxnSpMk id="7" creationId="{ABD9789F-1D49-9BF3-1614-329A1FE054BC}"/>
          </ac:cxnSpMkLst>
        </pc:cxnChg>
        <pc:cxnChg chg="add mod">
          <ac:chgData name="Davis, James C" userId="84778d94-b1cc-4a48-87ce-749e1d7d6e72" providerId="ADAL" clId="{DA9691DF-BA35-4D49-800F-8FFE4D3E1A75}" dt="2024-03-20T04:41:50.455" v="16551" actId="14100"/>
          <ac:cxnSpMkLst>
            <pc:docMk/>
            <pc:sldMk cId="2121222073" sldId="1119"/>
            <ac:cxnSpMk id="8" creationId="{B6D910E6-58D5-235C-B318-6A09EFD493DB}"/>
          </ac:cxnSpMkLst>
        </pc:cxnChg>
        <pc:cxnChg chg="add mod">
          <ac:chgData name="Davis, James C" userId="84778d94-b1cc-4a48-87ce-749e1d7d6e72" providerId="ADAL" clId="{DA9691DF-BA35-4D49-800F-8FFE4D3E1A75}" dt="2024-03-20T04:42:32.627" v="16602" actId="14100"/>
          <ac:cxnSpMkLst>
            <pc:docMk/>
            <pc:sldMk cId="2121222073" sldId="1119"/>
            <ac:cxnSpMk id="11" creationId="{48AA04B4-83E5-F9D9-56A7-617B051AE464}"/>
          </ac:cxnSpMkLst>
        </pc:cxnChg>
        <pc:cxnChg chg="add mod">
          <ac:chgData name="Davis, James C" userId="84778d94-b1cc-4a48-87ce-749e1d7d6e72" providerId="ADAL" clId="{DA9691DF-BA35-4D49-800F-8FFE4D3E1A75}" dt="2024-03-20T04:42:52.902" v="16608" actId="14100"/>
          <ac:cxnSpMkLst>
            <pc:docMk/>
            <pc:sldMk cId="2121222073" sldId="1119"/>
            <ac:cxnSpMk id="15" creationId="{9427718D-B530-D058-EE28-826A5C617241}"/>
          </ac:cxnSpMkLst>
        </pc:cxnChg>
      </pc:sldChg>
      <pc:sldChg chg="addSp delSp modSp add mod modAnim modNotesTx">
        <pc:chgData name="Davis, James C" userId="84778d94-b1cc-4a48-87ce-749e1d7d6e72" providerId="ADAL" clId="{DA9691DF-BA35-4D49-800F-8FFE4D3E1A75}" dt="2024-03-20T05:09:01.738" v="19434" actId="20577"/>
        <pc:sldMkLst>
          <pc:docMk/>
          <pc:sldMk cId="4195560471" sldId="1120"/>
        </pc:sldMkLst>
        <pc:spChg chg="del">
          <ac:chgData name="Davis, James C" userId="84778d94-b1cc-4a48-87ce-749e1d7d6e72" providerId="ADAL" clId="{DA9691DF-BA35-4D49-800F-8FFE4D3E1A75}" dt="2024-03-20T04:44:23.368" v="16613" actId="478"/>
          <ac:spMkLst>
            <pc:docMk/>
            <pc:sldMk cId="4195560471" sldId="1120"/>
            <ac:spMk id="2" creationId="{BA563660-9FD1-49F0-6D4B-EA0EF5E5BD6F}"/>
          </ac:spMkLst>
        </pc:spChg>
        <pc:spChg chg="mod">
          <ac:chgData name="Davis, James C" userId="84778d94-b1cc-4a48-87ce-749e1d7d6e72" providerId="ADAL" clId="{DA9691DF-BA35-4D49-800F-8FFE4D3E1A75}" dt="2024-03-20T05:09:01.738" v="19434" actId="20577"/>
          <ac:spMkLst>
            <pc:docMk/>
            <pc:sldMk cId="4195560471" sldId="1120"/>
            <ac:spMk id="3" creationId="{C24E8117-4379-C0F6-86AC-2D4164D27AE6}"/>
          </ac:spMkLst>
        </pc:spChg>
        <pc:picChg chg="add mod">
          <ac:chgData name="Davis, James C" userId="84778d94-b1cc-4a48-87ce-749e1d7d6e72" providerId="ADAL" clId="{DA9691DF-BA35-4D49-800F-8FFE4D3E1A75}" dt="2024-03-20T04:44:33.462" v="16619" actId="1036"/>
          <ac:picMkLst>
            <pc:docMk/>
            <pc:sldMk cId="4195560471" sldId="1120"/>
            <ac:picMk id="5" creationId="{1F747D49-143C-6755-60F0-DA9F993BE6A4}"/>
          </ac:picMkLst>
        </pc:picChg>
        <pc:picChg chg="add mod">
          <ac:chgData name="Davis, James C" userId="84778d94-b1cc-4a48-87ce-749e1d7d6e72" providerId="ADAL" clId="{DA9691DF-BA35-4D49-800F-8FFE4D3E1A75}" dt="2024-03-20T04:46:37.807" v="17075" actId="1076"/>
          <ac:picMkLst>
            <pc:docMk/>
            <pc:sldMk cId="4195560471" sldId="1120"/>
            <ac:picMk id="6" creationId="{228B691B-6411-1926-5380-C29B14ADF612}"/>
          </ac:picMkLst>
        </pc:picChg>
        <pc:picChg chg="add mod">
          <ac:chgData name="Davis, James C" userId="84778d94-b1cc-4a48-87ce-749e1d7d6e72" providerId="ADAL" clId="{DA9691DF-BA35-4D49-800F-8FFE4D3E1A75}" dt="2024-03-20T04:48:14.183" v="17493" actId="1076"/>
          <ac:picMkLst>
            <pc:docMk/>
            <pc:sldMk cId="4195560471" sldId="1120"/>
            <ac:picMk id="8" creationId="{B6C3DDC7-D59D-0F42-F436-C78D2333BD56}"/>
          </ac:picMkLst>
        </pc:picChg>
        <pc:picChg chg="add mod">
          <ac:chgData name="Davis, James C" userId="84778d94-b1cc-4a48-87ce-749e1d7d6e72" providerId="ADAL" clId="{DA9691DF-BA35-4D49-800F-8FFE4D3E1A75}" dt="2024-03-20T04:51:35.331" v="17829" actId="1076"/>
          <ac:picMkLst>
            <pc:docMk/>
            <pc:sldMk cId="4195560471" sldId="1120"/>
            <ac:picMk id="9" creationId="{FB7205D8-D194-F301-79EA-00CD432EDADE}"/>
          </ac:picMkLst>
        </pc:picChg>
      </pc:sldChg>
      <pc:sldChg chg="modSp add mod">
        <pc:chgData name="Davis, James C" userId="84778d94-b1cc-4a48-87ce-749e1d7d6e72" providerId="ADAL" clId="{DA9691DF-BA35-4D49-800F-8FFE4D3E1A75}" dt="2024-03-20T05:16:35.469" v="20534" actId="20577"/>
        <pc:sldMkLst>
          <pc:docMk/>
          <pc:sldMk cId="3820952932" sldId="1121"/>
        </pc:sldMkLst>
        <pc:spChg chg="mod">
          <ac:chgData name="Davis, James C" userId="84778d94-b1cc-4a48-87ce-749e1d7d6e72" providerId="ADAL" clId="{DA9691DF-BA35-4D49-800F-8FFE4D3E1A75}" dt="2024-03-20T05:16:35.469" v="20534" actId="20577"/>
          <ac:spMkLst>
            <pc:docMk/>
            <pc:sldMk cId="3820952932" sldId="1121"/>
            <ac:spMk id="2" creationId="{BA563660-9FD1-49F0-6D4B-EA0EF5E5BD6F}"/>
          </ac:spMkLst>
        </pc:spChg>
        <pc:spChg chg="mod">
          <ac:chgData name="Davis, James C" userId="84778d94-b1cc-4a48-87ce-749e1d7d6e72" providerId="ADAL" clId="{DA9691DF-BA35-4D49-800F-8FFE4D3E1A75}" dt="2024-03-20T04:38:27.699" v="16387" actId="20577"/>
          <ac:spMkLst>
            <pc:docMk/>
            <pc:sldMk cId="3820952932" sldId="1121"/>
            <ac:spMk id="3" creationId="{C24E8117-4379-C0F6-86AC-2D4164D27AE6}"/>
          </ac:spMkLst>
        </pc:spChg>
      </pc:sldChg>
      <pc:sldChg chg="addSp delSp modSp add mod modAnim modNotesTx">
        <pc:chgData name="Davis, James C" userId="84778d94-b1cc-4a48-87ce-749e1d7d6e72" providerId="ADAL" clId="{DA9691DF-BA35-4D49-800F-8FFE4D3E1A75}" dt="2024-03-20T05:50:07.668" v="24395" actId="1076"/>
        <pc:sldMkLst>
          <pc:docMk/>
          <pc:sldMk cId="777349451" sldId="1122"/>
        </pc:sldMkLst>
        <pc:spChg chg="del">
          <ac:chgData name="Davis, James C" userId="84778d94-b1cc-4a48-87ce-749e1d7d6e72" providerId="ADAL" clId="{DA9691DF-BA35-4D49-800F-8FFE4D3E1A75}" dt="2024-03-20T05:36:56.709" v="23041" actId="478"/>
          <ac:spMkLst>
            <pc:docMk/>
            <pc:sldMk cId="777349451" sldId="1122"/>
            <ac:spMk id="2" creationId="{BA563660-9FD1-49F0-6D4B-EA0EF5E5BD6F}"/>
          </ac:spMkLst>
        </pc:spChg>
        <pc:spChg chg="mod">
          <ac:chgData name="Davis, James C" userId="84778d94-b1cc-4a48-87ce-749e1d7d6e72" providerId="ADAL" clId="{DA9691DF-BA35-4D49-800F-8FFE4D3E1A75}" dt="2024-03-20T05:36:54.951" v="23040" actId="20577"/>
          <ac:spMkLst>
            <pc:docMk/>
            <pc:sldMk cId="777349451" sldId="1122"/>
            <ac:spMk id="3" creationId="{C24E8117-4379-C0F6-86AC-2D4164D27AE6}"/>
          </ac:spMkLst>
        </pc:spChg>
        <pc:picChg chg="add mod">
          <ac:chgData name="Davis, James C" userId="84778d94-b1cc-4a48-87ce-749e1d7d6e72" providerId="ADAL" clId="{DA9691DF-BA35-4D49-800F-8FFE4D3E1A75}" dt="2024-03-20T05:39:32.003" v="23075" actId="1076"/>
          <ac:picMkLst>
            <pc:docMk/>
            <pc:sldMk cId="777349451" sldId="1122"/>
            <ac:picMk id="5" creationId="{B9653ABA-3FEB-6C2B-4F25-87BAB0B038A7}"/>
          </ac:picMkLst>
        </pc:picChg>
        <pc:picChg chg="add mod">
          <ac:chgData name="Davis, James C" userId="84778d94-b1cc-4a48-87ce-749e1d7d6e72" providerId="ADAL" clId="{DA9691DF-BA35-4D49-800F-8FFE4D3E1A75}" dt="2024-03-20T05:39:58.964" v="23082" actId="1076"/>
          <ac:picMkLst>
            <pc:docMk/>
            <pc:sldMk cId="777349451" sldId="1122"/>
            <ac:picMk id="6" creationId="{53858ABE-05C0-492A-0156-73B7A38B6CD8}"/>
          </ac:picMkLst>
        </pc:picChg>
        <pc:picChg chg="add mod">
          <ac:chgData name="Davis, James C" userId="84778d94-b1cc-4a48-87ce-749e1d7d6e72" providerId="ADAL" clId="{DA9691DF-BA35-4D49-800F-8FFE4D3E1A75}" dt="2024-03-20T05:39:58.964" v="23082" actId="1076"/>
          <ac:picMkLst>
            <pc:docMk/>
            <pc:sldMk cId="777349451" sldId="1122"/>
            <ac:picMk id="7" creationId="{D188AC4D-F014-17D1-4777-4D15E2DB6177}"/>
          </ac:picMkLst>
        </pc:picChg>
        <pc:picChg chg="add mod">
          <ac:chgData name="Davis, James C" userId="84778d94-b1cc-4a48-87ce-749e1d7d6e72" providerId="ADAL" clId="{DA9691DF-BA35-4D49-800F-8FFE4D3E1A75}" dt="2024-03-20T05:39:58.964" v="23082" actId="1076"/>
          <ac:picMkLst>
            <pc:docMk/>
            <pc:sldMk cId="777349451" sldId="1122"/>
            <ac:picMk id="8" creationId="{9BD86674-13C6-1A74-9A2A-C8B9D358D8AB}"/>
          </ac:picMkLst>
        </pc:picChg>
        <pc:picChg chg="add mod">
          <ac:chgData name="Davis, James C" userId="84778d94-b1cc-4a48-87ce-749e1d7d6e72" providerId="ADAL" clId="{DA9691DF-BA35-4D49-800F-8FFE4D3E1A75}" dt="2024-03-20T05:40:07.614" v="23083" actId="1076"/>
          <ac:picMkLst>
            <pc:docMk/>
            <pc:sldMk cId="777349451" sldId="1122"/>
            <ac:picMk id="16" creationId="{0AC7B9AC-A06A-F6DF-272E-C967E14D5A31}"/>
          </ac:picMkLst>
        </pc:picChg>
        <pc:cxnChg chg="add mod">
          <ac:chgData name="Davis, James C" userId="84778d94-b1cc-4a48-87ce-749e1d7d6e72" providerId="ADAL" clId="{DA9691DF-BA35-4D49-800F-8FFE4D3E1A75}" dt="2024-03-20T05:39:58.964" v="23082" actId="1076"/>
          <ac:cxnSpMkLst>
            <pc:docMk/>
            <pc:sldMk cId="777349451" sldId="1122"/>
            <ac:cxnSpMk id="9" creationId="{0161D822-44B0-C88E-45B8-F510D6B8DA36}"/>
          </ac:cxnSpMkLst>
        </pc:cxnChg>
        <pc:cxnChg chg="add mod">
          <ac:chgData name="Davis, James C" userId="84778d94-b1cc-4a48-87ce-749e1d7d6e72" providerId="ADAL" clId="{DA9691DF-BA35-4D49-800F-8FFE4D3E1A75}" dt="2024-03-20T05:39:58.964" v="23082" actId="1076"/>
          <ac:cxnSpMkLst>
            <pc:docMk/>
            <pc:sldMk cId="777349451" sldId="1122"/>
            <ac:cxnSpMk id="10" creationId="{7F438E72-85AC-E572-6088-A61FD4E0B8C6}"/>
          </ac:cxnSpMkLst>
        </pc:cxnChg>
        <pc:cxnChg chg="add mod">
          <ac:chgData name="Davis, James C" userId="84778d94-b1cc-4a48-87ce-749e1d7d6e72" providerId="ADAL" clId="{DA9691DF-BA35-4D49-800F-8FFE4D3E1A75}" dt="2024-03-20T05:40:14.539" v="23086" actId="14100"/>
          <ac:cxnSpMkLst>
            <pc:docMk/>
            <pc:sldMk cId="777349451" sldId="1122"/>
            <ac:cxnSpMk id="17" creationId="{DE4746F0-D540-E32F-1EE0-A4EEBA3B1BC8}"/>
          </ac:cxnSpMkLst>
        </pc:cxnChg>
        <pc:cxnChg chg="add mod">
          <ac:chgData name="Davis, James C" userId="84778d94-b1cc-4a48-87ce-749e1d7d6e72" providerId="ADAL" clId="{DA9691DF-BA35-4D49-800F-8FFE4D3E1A75}" dt="2024-03-20T05:40:58.781" v="23098" actId="1076"/>
          <ac:cxnSpMkLst>
            <pc:docMk/>
            <pc:sldMk cId="777349451" sldId="1122"/>
            <ac:cxnSpMk id="21" creationId="{E4EB5C35-D168-B0F5-A671-6C3FB11B5F53}"/>
          </ac:cxnSpMkLst>
        </pc:cxnChg>
        <pc:cxnChg chg="add mod">
          <ac:chgData name="Davis, James C" userId="84778d94-b1cc-4a48-87ce-749e1d7d6e72" providerId="ADAL" clId="{DA9691DF-BA35-4D49-800F-8FFE4D3E1A75}" dt="2024-03-20T05:50:07.668" v="24395" actId="1076"/>
          <ac:cxnSpMkLst>
            <pc:docMk/>
            <pc:sldMk cId="777349451" sldId="1122"/>
            <ac:cxnSpMk id="26" creationId="{48808128-9146-BD49-DFE4-634C8FBD5215}"/>
          </ac:cxnSpMkLst>
        </pc:cxnChg>
        <pc:cxnChg chg="add mod">
          <ac:chgData name="Davis, James C" userId="84778d94-b1cc-4a48-87ce-749e1d7d6e72" providerId="ADAL" clId="{DA9691DF-BA35-4D49-800F-8FFE4D3E1A75}" dt="2024-03-20T05:40:52.033" v="23095" actId="14100"/>
          <ac:cxnSpMkLst>
            <pc:docMk/>
            <pc:sldMk cId="777349451" sldId="1122"/>
            <ac:cxnSpMk id="30" creationId="{A9E48A4E-69B9-013C-D192-FEBDB1E9A765}"/>
          </ac:cxnSpMkLst>
        </pc:cxnChg>
        <pc:cxnChg chg="add mod">
          <ac:chgData name="Davis, James C" userId="84778d94-b1cc-4a48-87ce-749e1d7d6e72" providerId="ADAL" clId="{DA9691DF-BA35-4D49-800F-8FFE4D3E1A75}" dt="2024-03-20T05:49:51.629" v="24394"/>
          <ac:cxnSpMkLst>
            <pc:docMk/>
            <pc:sldMk cId="777349451" sldId="1122"/>
            <ac:cxnSpMk id="33" creationId="{F97993A9-2BFC-9617-A2D0-ACB17927818B}"/>
          </ac:cxnSpMkLst>
        </pc:cxnChg>
      </pc:sldChg>
      <pc:sldChg chg="add del">
        <pc:chgData name="Davis, James C" userId="84778d94-b1cc-4a48-87ce-749e1d7d6e72" providerId="ADAL" clId="{DA9691DF-BA35-4D49-800F-8FFE4D3E1A75}" dt="2024-03-20T04:38:30.113" v="16389"/>
        <pc:sldMkLst>
          <pc:docMk/>
          <pc:sldMk cId="2289410336" sldId="1122"/>
        </pc:sldMkLst>
      </pc:sldChg>
      <pc:sldChg chg="modSp add mod">
        <pc:chgData name="Davis, James C" userId="84778d94-b1cc-4a48-87ce-749e1d7d6e72" providerId="ADAL" clId="{DA9691DF-BA35-4D49-800F-8FFE4D3E1A75}" dt="2024-03-20T05:52:47.842" v="24490" actId="27636"/>
        <pc:sldMkLst>
          <pc:docMk/>
          <pc:sldMk cId="850685211" sldId="1123"/>
        </pc:sldMkLst>
        <pc:spChg chg="mod">
          <ac:chgData name="Davis, James C" userId="84778d94-b1cc-4a48-87ce-749e1d7d6e72" providerId="ADAL" clId="{DA9691DF-BA35-4D49-800F-8FFE4D3E1A75}" dt="2024-03-20T05:52:47.842" v="24490" actId="27636"/>
          <ac:spMkLst>
            <pc:docMk/>
            <pc:sldMk cId="850685211" sldId="1123"/>
            <ac:spMk id="2" creationId="{BA563660-9FD1-49F0-6D4B-EA0EF5E5BD6F}"/>
          </ac:spMkLst>
        </pc:spChg>
        <pc:spChg chg="mod">
          <ac:chgData name="Davis, James C" userId="84778d94-b1cc-4a48-87ce-749e1d7d6e72" providerId="ADAL" clId="{DA9691DF-BA35-4D49-800F-8FFE4D3E1A75}" dt="2024-03-20T04:38:41.837" v="16438" actId="20577"/>
          <ac:spMkLst>
            <pc:docMk/>
            <pc:sldMk cId="850685211" sldId="1123"/>
            <ac:spMk id="3" creationId="{C24E8117-4379-C0F6-86AC-2D4164D27AE6}"/>
          </ac:spMkLst>
        </pc:spChg>
      </pc:sldChg>
      <pc:sldChg chg="addSp delSp modSp add mod delAnim modAnim modNotesTx">
        <pc:chgData name="Davis, James C" userId="84778d94-b1cc-4a48-87ce-749e1d7d6e72" providerId="ADAL" clId="{DA9691DF-BA35-4D49-800F-8FFE4D3E1A75}" dt="2024-03-20T05:08:47.025" v="19418" actId="20577"/>
        <pc:sldMkLst>
          <pc:docMk/>
          <pc:sldMk cId="1215045158" sldId="1124"/>
        </pc:sldMkLst>
        <pc:spChg chg="mod">
          <ac:chgData name="Davis, James C" userId="84778d94-b1cc-4a48-87ce-749e1d7d6e72" providerId="ADAL" clId="{DA9691DF-BA35-4D49-800F-8FFE4D3E1A75}" dt="2024-03-20T05:08:47.025" v="19418" actId="20577"/>
          <ac:spMkLst>
            <pc:docMk/>
            <pc:sldMk cId="1215045158" sldId="1124"/>
            <ac:spMk id="3" creationId="{C24E8117-4379-C0F6-86AC-2D4164D27AE6}"/>
          </ac:spMkLst>
        </pc:spChg>
        <pc:picChg chg="del">
          <ac:chgData name="Davis, James C" userId="84778d94-b1cc-4a48-87ce-749e1d7d6e72" providerId="ADAL" clId="{DA9691DF-BA35-4D49-800F-8FFE4D3E1A75}" dt="2024-03-20T04:59:36.474" v="18443" actId="478"/>
          <ac:picMkLst>
            <pc:docMk/>
            <pc:sldMk cId="1215045158" sldId="1124"/>
            <ac:picMk id="5" creationId="{1F747D49-143C-6755-60F0-DA9F993BE6A4}"/>
          </ac:picMkLst>
        </pc:picChg>
        <pc:picChg chg="del">
          <ac:chgData name="Davis, James C" userId="84778d94-b1cc-4a48-87ce-749e1d7d6e72" providerId="ADAL" clId="{DA9691DF-BA35-4D49-800F-8FFE4D3E1A75}" dt="2024-03-20T04:59:36.474" v="18443" actId="478"/>
          <ac:picMkLst>
            <pc:docMk/>
            <pc:sldMk cId="1215045158" sldId="1124"/>
            <ac:picMk id="6" creationId="{228B691B-6411-1926-5380-C29B14ADF612}"/>
          </ac:picMkLst>
        </pc:picChg>
        <pc:picChg chg="add mod">
          <ac:chgData name="Davis, James C" userId="84778d94-b1cc-4a48-87ce-749e1d7d6e72" providerId="ADAL" clId="{DA9691DF-BA35-4D49-800F-8FFE4D3E1A75}" dt="2024-03-20T05:00:15.876" v="18448" actId="1076"/>
          <ac:picMkLst>
            <pc:docMk/>
            <pc:sldMk cId="1215045158" sldId="1124"/>
            <ac:picMk id="7" creationId="{A1BBBBA7-3C91-1394-953A-844D3488F01F}"/>
          </ac:picMkLst>
        </pc:picChg>
        <pc:picChg chg="del">
          <ac:chgData name="Davis, James C" userId="84778d94-b1cc-4a48-87ce-749e1d7d6e72" providerId="ADAL" clId="{DA9691DF-BA35-4D49-800F-8FFE4D3E1A75}" dt="2024-03-20T04:59:36.474" v="18443" actId="478"/>
          <ac:picMkLst>
            <pc:docMk/>
            <pc:sldMk cId="1215045158" sldId="1124"/>
            <ac:picMk id="8" creationId="{B6C3DDC7-D59D-0F42-F436-C78D2333BD56}"/>
          </ac:picMkLst>
        </pc:picChg>
        <pc:picChg chg="del">
          <ac:chgData name="Davis, James C" userId="84778d94-b1cc-4a48-87ce-749e1d7d6e72" providerId="ADAL" clId="{DA9691DF-BA35-4D49-800F-8FFE4D3E1A75}" dt="2024-03-20T04:59:36.474" v="18443" actId="478"/>
          <ac:picMkLst>
            <pc:docMk/>
            <pc:sldMk cId="1215045158" sldId="1124"/>
            <ac:picMk id="9" creationId="{FB7205D8-D194-F301-79EA-00CD432EDADE}"/>
          </ac:picMkLst>
        </pc:picChg>
        <pc:picChg chg="add mod">
          <ac:chgData name="Davis, James C" userId="84778d94-b1cc-4a48-87ce-749e1d7d6e72" providerId="ADAL" clId="{DA9691DF-BA35-4D49-800F-8FFE4D3E1A75}" dt="2024-03-20T05:01:12.246" v="18478" actId="1076"/>
          <ac:picMkLst>
            <pc:docMk/>
            <pc:sldMk cId="1215045158" sldId="1124"/>
            <ac:picMk id="10" creationId="{B8182C9C-B983-3811-8B56-0178712EF0B1}"/>
          </ac:picMkLst>
        </pc:picChg>
        <pc:picChg chg="add mod">
          <ac:chgData name="Davis, James C" userId="84778d94-b1cc-4a48-87ce-749e1d7d6e72" providerId="ADAL" clId="{DA9691DF-BA35-4D49-800F-8FFE4D3E1A75}" dt="2024-03-20T05:02:40.009" v="18522" actId="1076"/>
          <ac:picMkLst>
            <pc:docMk/>
            <pc:sldMk cId="1215045158" sldId="1124"/>
            <ac:picMk id="12" creationId="{156FA8B7-A0E0-E93B-00B0-8BAF521EFEE6}"/>
          </ac:picMkLst>
        </pc:picChg>
        <pc:cxnChg chg="add del mod">
          <ac:chgData name="Davis, James C" userId="84778d94-b1cc-4a48-87ce-749e1d7d6e72" providerId="ADAL" clId="{DA9691DF-BA35-4D49-800F-8FFE4D3E1A75}" dt="2024-03-20T05:02:52.227" v="18525"/>
          <ac:cxnSpMkLst>
            <pc:docMk/>
            <pc:sldMk cId="1215045158" sldId="1124"/>
            <ac:cxnSpMk id="13" creationId="{9B38DE7B-49FB-EB12-E831-AB0FECEEF45F}"/>
          </ac:cxnSpMkLst>
        </pc:cxnChg>
        <pc:cxnChg chg="add mod">
          <ac:chgData name="Davis, James C" userId="84778d94-b1cc-4a48-87ce-749e1d7d6e72" providerId="ADAL" clId="{DA9691DF-BA35-4D49-800F-8FFE4D3E1A75}" dt="2024-03-20T05:03:01.473" v="18529" actId="14100"/>
          <ac:cxnSpMkLst>
            <pc:docMk/>
            <pc:sldMk cId="1215045158" sldId="1124"/>
            <ac:cxnSpMk id="14" creationId="{0157C6D4-72B9-89FE-E1F9-E28C85EE6EC2}"/>
          </ac:cxnSpMkLst>
        </pc:cxnChg>
        <pc:cxnChg chg="add mod">
          <ac:chgData name="Davis, James C" userId="84778d94-b1cc-4a48-87ce-749e1d7d6e72" providerId="ADAL" clId="{DA9691DF-BA35-4D49-800F-8FFE4D3E1A75}" dt="2024-03-20T05:03:12.202" v="18534" actId="14100"/>
          <ac:cxnSpMkLst>
            <pc:docMk/>
            <pc:sldMk cId="1215045158" sldId="1124"/>
            <ac:cxnSpMk id="16" creationId="{98CEF681-64C5-22AA-5DBC-341A6F081214}"/>
          </ac:cxnSpMkLst>
        </pc:cxnChg>
      </pc:sldChg>
      <pc:sldChg chg="addSp delSp modSp add mod delAnim modAnim modNotesTx">
        <pc:chgData name="Davis, James C" userId="84778d94-b1cc-4a48-87ce-749e1d7d6e72" providerId="ADAL" clId="{DA9691DF-BA35-4D49-800F-8FFE4D3E1A75}" dt="2024-03-20T05:48:01.511" v="24373" actId="20577"/>
        <pc:sldMkLst>
          <pc:docMk/>
          <pc:sldMk cId="1329541506" sldId="1125"/>
        </pc:sldMkLst>
        <pc:spChg chg="mod">
          <ac:chgData name="Davis, James C" userId="84778d94-b1cc-4a48-87ce-749e1d7d6e72" providerId="ADAL" clId="{DA9691DF-BA35-4D49-800F-8FFE4D3E1A75}" dt="2024-03-20T05:13:17.020" v="19635" actId="20577"/>
          <ac:spMkLst>
            <pc:docMk/>
            <pc:sldMk cId="1329541506" sldId="1125"/>
            <ac:spMk id="3" creationId="{C24E8117-4379-C0F6-86AC-2D4164D27AE6}"/>
          </ac:spMkLst>
        </pc:spChg>
        <pc:picChg chg="add mod">
          <ac:chgData name="Davis, James C" userId="84778d94-b1cc-4a48-87ce-749e1d7d6e72" providerId="ADAL" clId="{DA9691DF-BA35-4D49-800F-8FFE4D3E1A75}" dt="2024-03-20T05:13:33.946" v="19640" actId="1076"/>
          <ac:picMkLst>
            <pc:docMk/>
            <pc:sldMk cId="1329541506" sldId="1125"/>
            <ac:picMk id="2" creationId="{0700C32A-D606-A515-8CB9-C7E5AA48CFBB}"/>
          </ac:picMkLst>
        </pc:picChg>
        <pc:picChg chg="add mod">
          <ac:chgData name="Davis, James C" userId="84778d94-b1cc-4a48-87ce-749e1d7d6e72" providerId="ADAL" clId="{DA9691DF-BA35-4D49-800F-8FFE4D3E1A75}" dt="2024-03-20T05:35:49.307" v="22951" actId="1076"/>
          <ac:picMkLst>
            <pc:docMk/>
            <pc:sldMk cId="1329541506" sldId="1125"/>
            <ac:picMk id="5" creationId="{94391B63-119B-7376-06C2-DF274E5AB97C}"/>
          </ac:picMkLst>
        </pc:picChg>
        <pc:picChg chg="del">
          <ac:chgData name="Davis, James C" userId="84778d94-b1cc-4a48-87ce-749e1d7d6e72" providerId="ADAL" clId="{DA9691DF-BA35-4D49-800F-8FFE4D3E1A75}" dt="2024-03-20T05:09:07.410" v="19435" actId="478"/>
          <ac:picMkLst>
            <pc:docMk/>
            <pc:sldMk cId="1329541506" sldId="1125"/>
            <ac:picMk id="7" creationId="{A1BBBBA7-3C91-1394-953A-844D3488F01F}"/>
          </ac:picMkLst>
        </pc:picChg>
        <pc:picChg chg="del">
          <ac:chgData name="Davis, James C" userId="84778d94-b1cc-4a48-87ce-749e1d7d6e72" providerId="ADAL" clId="{DA9691DF-BA35-4D49-800F-8FFE4D3E1A75}" dt="2024-03-20T05:09:07.410" v="19435" actId="478"/>
          <ac:picMkLst>
            <pc:docMk/>
            <pc:sldMk cId="1329541506" sldId="1125"/>
            <ac:picMk id="10" creationId="{B8182C9C-B983-3811-8B56-0178712EF0B1}"/>
          </ac:picMkLst>
        </pc:picChg>
        <pc:picChg chg="del">
          <ac:chgData name="Davis, James C" userId="84778d94-b1cc-4a48-87ce-749e1d7d6e72" providerId="ADAL" clId="{DA9691DF-BA35-4D49-800F-8FFE4D3E1A75}" dt="2024-03-20T05:09:07.410" v="19435" actId="478"/>
          <ac:picMkLst>
            <pc:docMk/>
            <pc:sldMk cId="1329541506" sldId="1125"/>
            <ac:picMk id="12" creationId="{156FA8B7-A0E0-E93B-00B0-8BAF521EFEE6}"/>
          </ac:picMkLst>
        </pc:picChg>
        <pc:cxnChg chg="del">
          <ac:chgData name="Davis, James C" userId="84778d94-b1cc-4a48-87ce-749e1d7d6e72" providerId="ADAL" clId="{DA9691DF-BA35-4D49-800F-8FFE4D3E1A75}" dt="2024-03-20T05:13:31.456" v="19639" actId="478"/>
          <ac:cxnSpMkLst>
            <pc:docMk/>
            <pc:sldMk cId="1329541506" sldId="1125"/>
            <ac:cxnSpMk id="14" creationId="{0157C6D4-72B9-89FE-E1F9-E28C85EE6EC2}"/>
          </ac:cxnSpMkLst>
        </pc:cxnChg>
        <pc:cxnChg chg="del">
          <ac:chgData name="Davis, James C" userId="84778d94-b1cc-4a48-87ce-749e1d7d6e72" providerId="ADAL" clId="{DA9691DF-BA35-4D49-800F-8FFE4D3E1A75}" dt="2024-03-20T05:13:31.456" v="19639" actId="478"/>
          <ac:cxnSpMkLst>
            <pc:docMk/>
            <pc:sldMk cId="1329541506" sldId="1125"/>
            <ac:cxnSpMk id="16" creationId="{98CEF681-64C5-22AA-5DBC-341A6F081214}"/>
          </ac:cxnSpMkLst>
        </pc:cxnChg>
      </pc:sldChg>
      <pc:sldChg chg="addSp modSp add mod modAnim modNotesTx">
        <pc:chgData name="Davis, James C" userId="84778d94-b1cc-4a48-87ce-749e1d7d6e72" providerId="ADAL" clId="{DA9691DF-BA35-4D49-800F-8FFE4D3E1A75}" dt="2024-03-20T05:36:43.991" v="22993" actId="20577"/>
        <pc:sldMkLst>
          <pc:docMk/>
          <pc:sldMk cId="1248286101" sldId="1126"/>
        </pc:sldMkLst>
        <pc:spChg chg="mod">
          <ac:chgData name="Davis, James C" userId="84778d94-b1cc-4a48-87ce-749e1d7d6e72" providerId="ADAL" clId="{DA9691DF-BA35-4D49-800F-8FFE4D3E1A75}" dt="2024-03-20T05:17:22.912" v="20572" actId="1076"/>
          <ac:spMkLst>
            <pc:docMk/>
            <pc:sldMk cId="1248286101" sldId="1126"/>
            <ac:spMk id="2" creationId="{BA563660-9FD1-49F0-6D4B-EA0EF5E5BD6F}"/>
          </ac:spMkLst>
        </pc:spChg>
        <pc:spChg chg="mod">
          <ac:chgData name="Davis, James C" userId="84778d94-b1cc-4a48-87ce-749e1d7d6e72" providerId="ADAL" clId="{DA9691DF-BA35-4D49-800F-8FFE4D3E1A75}" dt="2024-03-20T05:36:43.991" v="22993" actId="20577"/>
          <ac:spMkLst>
            <pc:docMk/>
            <pc:sldMk cId="1248286101" sldId="1126"/>
            <ac:spMk id="3" creationId="{C24E8117-4379-C0F6-86AC-2D4164D27AE6}"/>
          </ac:spMkLst>
        </pc:spChg>
        <pc:picChg chg="add mod">
          <ac:chgData name="Davis, James C" userId="84778d94-b1cc-4a48-87ce-749e1d7d6e72" providerId="ADAL" clId="{DA9691DF-BA35-4D49-800F-8FFE4D3E1A75}" dt="2024-03-20T05:19:43.805" v="21039" actId="1035"/>
          <ac:picMkLst>
            <pc:docMk/>
            <pc:sldMk cId="1248286101" sldId="1126"/>
            <ac:picMk id="5" creationId="{AC041C3E-EE01-5307-D3C3-8B1EB987483F}"/>
          </ac:picMkLst>
        </pc:picChg>
        <pc:picChg chg="add mod">
          <ac:chgData name="Davis, James C" userId="84778d94-b1cc-4a48-87ce-749e1d7d6e72" providerId="ADAL" clId="{DA9691DF-BA35-4D49-800F-8FFE4D3E1A75}" dt="2024-03-20T05:20:02.418" v="21041" actId="1076"/>
          <ac:picMkLst>
            <pc:docMk/>
            <pc:sldMk cId="1248286101" sldId="1126"/>
            <ac:picMk id="9" creationId="{98B54AE5-8DB2-4EE8-9D4C-319F699E6216}"/>
          </ac:picMkLst>
        </pc:picChg>
        <pc:cxnChg chg="add mod">
          <ac:chgData name="Davis, James C" userId="84778d94-b1cc-4a48-87ce-749e1d7d6e72" providerId="ADAL" clId="{DA9691DF-BA35-4D49-800F-8FFE4D3E1A75}" dt="2024-03-20T05:19:43.805" v="21039" actId="1035"/>
          <ac:cxnSpMkLst>
            <pc:docMk/>
            <pc:sldMk cId="1248286101" sldId="1126"/>
            <ac:cxnSpMk id="6" creationId="{1E233459-9D26-3D9B-D152-BFC5BF57D303}"/>
          </ac:cxnSpMkLst>
        </pc:cxnChg>
        <pc:cxnChg chg="add mod">
          <ac:chgData name="Davis, James C" userId="84778d94-b1cc-4a48-87ce-749e1d7d6e72" providerId="ADAL" clId="{DA9691DF-BA35-4D49-800F-8FFE4D3E1A75}" dt="2024-03-20T05:20:24.481" v="21049" actId="166"/>
          <ac:cxnSpMkLst>
            <pc:docMk/>
            <pc:sldMk cId="1248286101" sldId="1126"/>
            <ac:cxnSpMk id="10" creationId="{8AD7E5DA-16E9-7D7D-C2B8-A1FF6A9C391D}"/>
          </ac:cxnSpMkLst>
        </pc:cxnChg>
        <pc:cxnChg chg="add mod">
          <ac:chgData name="Davis, James C" userId="84778d94-b1cc-4a48-87ce-749e1d7d6e72" providerId="ADAL" clId="{DA9691DF-BA35-4D49-800F-8FFE4D3E1A75}" dt="2024-03-20T05:20:19.567" v="21048" actId="14100"/>
          <ac:cxnSpMkLst>
            <pc:docMk/>
            <pc:sldMk cId="1248286101" sldId="1126"/>
            <ac:cxnSpMk id="12" creationId="{1DFF9B6D-A269-A23B-B9F6-86D2D7487706}"/>
          </ac:cxnSpMkLst>
        </pc:cxnChg>
      </pc:sldChg>
      <pc:sldChg chg="addSp delSp modSp add mod delAnim modAnim modNotesTx">
        <pc:chgData name="Davis, James C" userId="84778d94-b1cc-4a48-87ce-749e1d7d6e72" providerId="ADAL" clId="{DA9691DF-BA35-4D49-800F-8FFE4D3E1A75}" dt="2024-03-20T05:53:45.255" v="24606" actId="20577"/>
        <pc:sldMkLst>
          <pc:docMk/>
          <pc:sldMk cId="3973853319" sldId="1127"/>
        </pc:sldMkLst>
        <pc:spChg chg="mod">
          <ac:chgData name="Davis, James C" userId="84778d94-b1cc-4a48-87ce-749e1d7d6e72" providerId="ADAL" clId="{DA9691DF-BA35-4D49-800F-8FFE4D3E1A75}" dt="2024-03-20T05:26:12.222" v="22003" actId="20577"/>
          <ac:spMkLst>
            <pc:docMk/>
            <pc:sldMk cId="3973853319" sldId="1127"/>
            <ac:spMk id="2" creationId="{BA563660-9FD1-49F0-6D4B-EA0EF5E5BD6F}"/>
          </ac:spMkLst>
        </pc:spChg>
        <pc:spChg chg="mod">
          <ac:chgData name="Davis, James C" userId="84778d94-b1cc-4a48-87ce-749e1d7d6e72" providerId="ADAL" clId="{DA9691DF-BA35-4D49-800F-8FFE4D3E1A75}" dt="2024-03-20T05:25:55.110" v="21943" actId="20577"/>
          <ac:spMkLst>
            <pc:docMk/>
            <pc:sldMk cId="3973853319" sldId="1127"/>
            <ac:spMk id="3" creationId="{C24E8117-4379-C0F6-86AC-2D4164D27AE6}"/>
          </ac:spMkLst>
        </pc:spChg>
        <pc:spChg chg="add mod">
          <ac:chgData name="Davis, James C" userId="84778d94-b1cc-4a48-87ce-749e1d7d6e72" providerId="ADAL" clId="{DA9691DF-BA35-4D49-800F-8FFE4D3E1A75}" dt="2024-03-20T05:32:59.055" v="22687" actId="14100"/>
          <ac:spMkLst>
            <pc:docMk/>
            <pc:sldMk cId="3973853319" sldId="1127"/>
            <ac:spMk id="11" creationId="{3F122C8D-8CD7-2DA3-EC6D-D5B99A168B75}"/>
          </ac:spMkLst>
        </pc:spChg>
        <pc:spChg chg="add mod">
          <ac:chgData name="Davis, James C" userId="84778d94-b1cc-4a48-87ce-749e1d7d6e72" providerId="ADAL" clId="{DA9691DF-BA35-4D49-800F-8FFE4D3E1A75}" dt="2024-03-20T05:33:03.122" v="22688" actId="1076"/>
          <ac:spMkLst>
            <pc:docMk/>
            <pc:sldMk cId="3973853319" sldId="1127"/>
            <ac:spMk id="13" creationId="{5CF2F70B-FC53-C438-5A56-05E53D0A6D0A}"/>
          </ac:spMkLst>
        </pc:spChg>
        <pc:picChg chg="del">
          <ac:chgData name="Davis, James C" userId="84778d94-b1cc-4a48-87ce-749e1d7d6e72" providerId="ADAL" clId="{DA9691DF-BA35-4D49-800F-8FFE4D3E1A75}" dt="2024-03-20T05:26:17.389" v="22004" actId="478"/>
          <ac:picMkLst>
            <pc:docMk/>
            <pc:sldMk cId="3973853319" sldId="1127"/>
            <ac:picMk id="5" creationId="{AC041C3E-EE01-5307-D3C3-8B1EB987483F}"/>
          </ac:picMkLst>
        </pc:picChg>
        <pc:picChg chg="add mod">
          <ac:chgData name="Davis, James C" userId="84778d94-b1cc-4a48-87ce-749e1d7d6e72" providerId="ADAL" clId="{DA9691DF-BA35-4D49-800F-8FFE4D3E1A75}" dt="2024-03-20T05:32:56.488" v="22686" actId="1076"/>
          <ac:picMkLst>
            <pc:docMk/>
            <pc:sldMk cId="3973853319" sldId="1127"/>
            <ac:picMk id="7" creationId="{A02A21BD-6554-3921-BB0E-9BF2836F0114}"/>
          </ac:picMkLst>
        </pc:picChg>
        <pc:picChg chg="add mod">
          <ac:chgData name="Davis, James C" userId="84778d94-b1cc-4a48-87ce-749e1d7d6e72" providerId="ADAL" clId="{DA9691DF-BA35-4D49-800F-8FFE4D3E1A75}" dt="2024-03-20T05:32:54.396" v="22684" actId="14100"/>
          <ac:picMkLst>
            <pc:docMk/>
            <pc:sldMk cId="3973853319" sldId="1127"/>
            <ac:picMk id="8" creationId="{7688BBEF-18AA-C755-D3AF-7CADD4D62470}"/>
          </ac:picMkLst>
        </pc:picChg>
        <pc:picChg chg="del">
          <ac:chgData name="Davis, James C" userId="84778d94-b1cc-4a48-87ce-749e1d7d6e72" providerId="ADAL" clId="{DA9691DF-BA35-4D49-800F-8FFE4D3E1A75}" dt="2024-03-20T05:26:17.389" v="22004" actId="478"/>
          <ac:picMkLst>
            <pc:docMk/>
            <pc:sldMk cId="3973853319" sldId="1127"/>
            <ac:picMk id="9" creationId="{98B54AE5-8DB2-4EE8-9D4C-319F699E6216}"/>
          </ac:picMkLst>
        </pc:picChg>
        <pc:cxnChg chg="del">
          <ac:chgData name="Davis, James C" userId="84778d94-b1cc-4a48-87ce-749e1d7d6e72" providerId="ADAL" clId="{DA9691DF-BA35-4D49-800F-8FFE4D3E1A75}" dt="2024-03-20T05:26:17.389" v="22004" actId="478"/>
          <ac:cxnSpMkLst>
            <pc:docMk/>
            <pc:sldMk cId="3973853319" sldId="1127"/>
            <ac:cxnSpMk id="6" creationId="{1E233459-9D26-3D9B-D152-BFC5BF57D303}"/>
          </ac:cxnSpMkLst>
        </pc:cxnChg>
        <pc:cxnChg chg="del">
          <ac:chgData name="Davis, James C" userId="84778d94-b1cc-4a48-87ce-749e1d7d6e72" providerId="ADAL" clId="{DA9691DF-BA35-4D49-800F-8FFE4D3E1A75}" dt="2024-03-20T05:26:17.389" v="22004" actId="478"/>
          <ac:cxnSpMkLst>
            <pc:docMk/>
            <pc:sldMk cId="3973853319" sldId="1127"/>
            <ac:cxnSpMk id="10" creationId="{8AD7E5DA-16E9-7D7D-C2B8-A1FF6A9C391D}"/>
          </ac:cxnSpMkLst>
        </pc:cxnChg>
        <pc:cxnChg chg="del">
          <ac:chgData name="Davis, James C" userId="84778d94-b1cc-4a48-87ce-749e1d7d6e72" providerId="ADAL" clId="{DA9691DF-BA35-4D49-800F-8FFE4D3E1A75}" dt="2024-03-20T05:26:17.389" v="22004" actId="478"/>
          <ac:cxnSpMkLst>
            <pc:docMk/>
            <pc:sldMk cId="3973853319" sldId="1127"/>
            <ac:cxnSpMk id="12" creationId="{1DFF9B6D-A269-A23B-B9F6-86D2D7487706}"/>
          </ac:cxnSpMkLst>
        </pc:cxnChg>
      </pc:sldChg>
      <pc:sldChg chg="add del">
        <pc:chgData name="Davis, James C" userId="84778d94-b1cc-4a48-87ce-749e1d7d6e72" providerId="ADAL" clId="{DA9691DF-BA35-4D49-800F-8FFE4D3E1A75}" dt="2024-03-20T05:25:51.560" v="21937"/>
        <pc:sldMkLst>
          <pc:docMk/>
          <pc:sldMk cId="4126226572" sldId="1127"/>
        </pc:sldMkLst>
      </pc:sldChg>
      <pc:sldMasterChg chg="del delSldLayout">
        <pc:chgData name="Davis, James C" userId="84778d94-b1cc-4a48-87ce-749e1d7d6e72" providerId="ADAL" clId="{DA9691DF-BA35-4D49-800F-8FFE4D3E1A75}" dt="2024-02-28T02:49:20.068" v="2934" actId="2696"/>
        <pc:sldMasterMkLst>
          <pc:docMk/>
          <pc:sldMasterMk cId="2582690989" sldId="2147483736"/>
        </pc:sldMasterMkLst>
        <pc:sldLayoutChg chg="del">
          <pc:chgData name="Davis, James C" userId="84778d94-b1cc-4a48-87ce-749e1d7d6e72" providerId="ADAL" clId="{DA9691DF-BA35-4D49-800F-8FFE4D3E1A75}" dt="2024-02-28T02:49:20.068" v="2934" actId="2696"/>
          <pc:sldLayoutMkLst>
            <pc:docMk/>
            <pc:sldMasterMk cId="2582690989" sldId="2147483736"/>
            <pc:sldLayoutMk cId="4120550270" sldId="2147483737"/>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3368198324" sldId="2147483738"/>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1745829936" sldId="2147483739"/>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730914490" sldId="2147483740"/>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4268518072" sldId="2147483741"/>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2443766921" sldId="2147483742"/>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613938563" sldId="2147483743"/>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3828362387" sldId="2147483744"/>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4255490716" sldId="2147483745"/>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2626946019" sldId="2147483746"/>
          </pc:sldLayoutMkLst>
        </pc:sldLayoutChg>
        <pc:sldLayoutChg chg="del">
          <pc:chgData name="Davis, James C" userId="84778d94-b1cc-4a48-87ce-749e1d7d6e72" providerId="ADAL" clId="{DA9691DF-BA35-4D49-800F-8FFE4D3E1A75}" dt="2024-02-28T02:49:20.068" v="2934" actId="2696"/>
          <pc:sldLayoutMkLst>
            <pc:docMk/>
            <pc:sldMasterMk cId="2582690989" sldId="2147483736"/>
            <pc:sldLayoutMk cId="533454298" sldId="2147483747"/>
          </pc:sldLayoutMkLst>
        </pc:sldLayoutChg>
      </pc:sldMasterChg>
    </pc:docChg>
  </pc:docChgLst>
  <pc:docChgLst>
    <pc:chgData name="Davis, James C" userId="84778d94-b1cc-4a48-87ce-749e1d7d6e72" providerId="ADAL" clId="{272228CA-D576-3A44-AAFC-ED313CA4A112}"/>
    <pc:docChg chg="undo custSel addSld delSld modSld">
      <pc:chgData name="Davis, James C" userId="84778d94-b1cc-4a48-87ce-749e1d7d6e72" providerId="ADAL" clId="{272228CA-D576-3A44-AAFC-ED313CA4A112}" dt="2021-01-20T14:23:52.800" v="3682" actId="20577"/>
      <pc:docMkLst>
        <pc:docMk/>
      </pc:docMkLst>
      <pc:sldChg chg="delSp modSp mod">
        <pc:chgData name="Davis, James C" userId="84778d94-b1cc-4a48-87ce-749e1d7d6e72" providerId="ADAL" clId="{272228CA-D576-3A44-AAFC-ED313CA4A112}" dt="2021-01-20T13:47:35.086" v="4" actId="403"/>
        <pc:sldMkLst>
          <pc:docMk/>
          <pc:sldMk cId="681153070" sldId="263"/>
        </pc:sldMkLst>
        <pc:spChg chg="mod">
          <ac:chgData name="Davis, James C" userId="84778d94-b1cc-4a48-87ce-749e1d7d6e72" providerId="ADAL" clId="{272228CA-D576-3A44-AAFC-ED313CA4A112}" dt="2021-01-20T13:47:35.086" v="4" actId="403"/>
          <ac:spMkLst>
            <pc:docMk/>
            <pc:sldMk cId="681153070" sldId="263"/>
            <ac:spMk id="2" creationId="{7A610390-B9F9-1640-9974-0C21350E01C9}"/>
          </ac:spMkLst>
        </pc:spChg>
        <pc:spChg chg="mod">
          <ac:chgData name="Davis, James C" userId="84778d94-b1cc-4a48-87ce-749e1d7d6e72" providerId="ADAL" clId="{272228CA-D576-3A44-AAFC-ED313CA4A112}" dt="2021-01-20T13:47:29.421" v="2" actId="1076"/>
          <ac:spMkLst>
            <pc:docMk/>
            <pc:sldMk cId="681153070" sldId="263"/>
            <ac:spMk id="3" creationId="{089D1F61-B74F-FD46-9676-D29849AD2577}"/>
          </ac:spMkLst>
        </pc:spChg>
        <pc:spChg chg="del">
          <ac:chgData name="Davis, James C" userId="84778d94-b1cc-4a48-87ce-749e1d7d6e72" providerId="ADAL" clId="{272228CA-D576-3A44-AAFC-ED313CA4A112}" dt="2021-01-20T13:32:27.456" v="0" actId="478"/>
          <ac:spMkLst>
            <pc:docMk/>
            <pc:sldMk cId="681153070" sldId="263"/>
            <ac:spMk id="4" creationId="{D801D185-CF82-8649-AA67-5EE943981CCF}"/>
          </ac:spMkLst>
        </pc:spChg>
      </pc:sldChg>
      <pc:sldChg chg="modSp mod">
        <pc:chgData name="Davis, James C" userId="84778d94-b1cc-4a48-87ce-749e1d7d6e72" providerId="ADAL" clId="{272228CA-D576-3A44-AAFC-ED313CA4A112}" dt="2021-01-20T14:23:52.800" v="3682" actId="20577"/>
        <pc:sldMkLst>
          <pc:docMk/>
          <pc:sldMk cId="4268083898" sldId="264"/>
        </pc:sldMkLst>
        <pc:spChg chg="mod">
          <ac:chgData name="Davis, James C" userId="84778d94-b1cc-4a48-87ce-749e1d7d6e72" providerId="ADAL" clId="{272228CA-D576-3A44-AAFC-ED313CA4A112}" dt="2021-01-20T14:23:52.800" v="3682" actId="20577"/>
          <ac:spMkLst>
            <pc:docMk/>
            <pc:sldMk cId="4268083898" sldId="264"/>
            <ac:spMk id="2" creationId="{1EBAB61F-537F-FC4D-BDFF-36A0819BCD5B}"/>
          </ac:spMkLst>
        </pc:spChg>
        <pc:spChg chg="mod">
          <ac:chgData name="Davis, James C" userId="84778d94-b1cc-4a48-87ce-749e1d7d6e72" providerId="ADAL" clId="{272228CA-D576-3A44-AAFC-ED313CA4A112}" dt="2021-01-20T13:47:43.920" v="36" actId="20577"/>
          <ac:spMkLst>
            <pc:docMk/>
            <pc:sldMk cId="4268083898" sldId="264"/>
            <ac:spMk id="3" creationId="{C9A584C7-FB3C-6D44-8B7E-26AB6FD58CB9}"/>
          </ac:spMkLst>
        </pc:spChg>
      </pc:sldChg>
      <pc:sldChg chg="modSp mod">
        <pc:chgData name="Davis, James C" userId="84778d94-b1cc-4a48-87ce-749e1d7d6e72" providerId="ADAL" clId="{272228CA-D576-3A44-AAFC-ED313CA4A112}" dt="2021-01-20T13:47:54.024" v="70" actId="20577"/>
        <pc:sldMkLst>
          <pc:docMk/>
          <pc:sldMk cId="438814055" sldId="266"/>
        </pc:sldMkLst>
        <pc:spChg chg="mod">
          <ac:chgData name="Davis, James C" userId="84778d94-b1cc-4a48-87ce-749e1d7d6e72" providerId="ADAL" clId="{272228CA-D576-3A44-AAFC-ED313CA4A112}" dt="2021-01-20T13:47:54.024" v="70" actId="20577"/>
          <ac:spMkLst>
            <pc:docMk/>
            <pc:sldMk cId="438814055" sldId="266"/>
            <ac:spMk id="3" creationId="{C9A584C7-FB3C-6D44-8B7E-26AB6FD58CB9}"/>
          </ac:spMkLst>
        </pc:spChg>
      </pc:sldChg>
      <pc:sldChg chg="del">
        <pc:chgData name="Davis, James C" userId="84778d94-b1cc-4a48-87ce-749e1d7d6e72" providerId="ADAL" clId="{272228CA-D576-3A44-AAFC-ED313CA4A112}" dt="2021-01-20T13:48:59.004" v="178" actId="2696"/>
        <pc:sldMkLst>
          <pc:docMk/>
          <pc:sldMk cId="2677217343" sldId="267"/>
        </pc:sldMkLst>
      </pc:sldChg>
      <pc:sldChg chg="del">
        <pc:chgData name="Davis, James C" userId="84778d94-b1cc-4a48-87ce-749e1d7d6e72" providerId="ADAL" clId="{272228CA-D576-3A44-AAFC-ED313CA4A112}" dt="2021-01-20T13:48:59.004" v="178" actId="2696"/>
        <pc:sldMkLst>
          <pc:docMk/>
          <pc:sldMk cId="1662926313" sldId="268"/>
        </pc:sldMkLst>
      </pc:sldChg>
      <pc:sldChg chg="del">
        <pc:chgData name="Davis, James C" userId="84778d94-b1cc-4a48-87ce-749e1d7d6e72" providerId="ADAL" clId="{272228CA-D576-3A44-AAFC-ED313CA4A112}" dt="2021-01-20T13:48:59.004" v="178" actId="2696"/>
        <pc:sldMkLst>
          <pc:docMk/>
          <pc:sldMk cId="38258049" sldId="269"/>
        </pc:sldMkLst>
      </pc:sldChg>
      <pc:sldChg chg="del">
        <pc:chgData name="Davis, James C" userId="84778d94-b1cc-4a48-87ce-749e1d7d6e72" providerId="ADAL" clId="{272228CA-D576-3A44-AAFC-ED313CA4A112}" dt="2021-01-20T13:48:59.004" v="178" actId="2696"/>
        <pc:sldMkLst>
          <pc:docMk/>
          <pc:sldMk cId="3153948506" sldId="270"/>
        </pc:sldMkLst>
      </pc:sldChg>
      <pc:sldChg chg="del">
        <pc:chgData name="Davis, James C" userId="84778d94-b1cc-4a48-87ce-749e1d7d6e72" providerId="ADAL" clId="{272228CA-D576-3A44-AAFC-ED313CA4A112}" dt="2021-01-20T13:48:59.004" v="178" actId="2696"/>
        <pc:sldMkLst>
          <pc:docMk/>
          <pc:sldMk cId="3105053862" sldId="271"/>
        </pc:sldMkLst>
      </pc:sldChg>
      <pc:sldChg chg="del">
        <pc:chgData name="Davis, James C" userId="84778d94-b1cc-4a48-87ce-749e1d7d6e72" providerId="ADAL" clId="{272228CA-D576-3A44-AAFC-ED313CA4A112}" dt="2021-01-20T13:48:59.004" v="178" actId="2696"/>
        <pc:sldMkLst>
          <pc:docMk/>
          <pc:sldMk cId="1272424385" sldId="272"/>
        </pc:sldMkLst>
      </pc:sldChg>
      <pc:sldChg chg="modSp add mod">
        <pc:chgData name="Davis, James C" userId="84778d94-b1cc-4a48-87ce-749e1d7d6e72" providerId="ADAL" clId="{272228CA-D576-3A44-AAFC-ED313CA4A112}" dt="2021-01-20T13:49:49.871" v="263" actId="20577"/>
        <pc:sldMkLst>
          <pc:docMk/>
          <pc:sldMk cId="4223223361" sldId="273"/>
        </pc:sldMkLst>
        <pc:spChg chg="mod">
          <ac:chgData name="Davis, James C" userId="84778d94-b1cc-4a48-87ce-749e1d7d6e72" providerId="ADAL" clId="{272228CA-D576-3A44-AAFC-ED313CA4A112}" dt="2021-01-20T13:49:49.871" v="263" actId="20577"/>
          <ac:spMkLst>
            <pc:docMk/>
            <pc:sldMk cId="4223223361" sldId="273"/>
            <ac:spMk id="3" creationId="{C9A584C7-FB3C-6D44-8B7E-26AB6FD58CB9}"/>
          </ac:spMkLst>
        </pc:spChg>
      </pc:sldChg>
      <pc:sldChg chg="modSp add mod">
        <pc:chgData name="Davis, James C" userId="84778d94-b1cc-4a48-87ce-749e1d7d6e72" providerId="ADAL" clId="{272228CA-D576-3A44-AAFC-ED313CA4A112}" dt="2021-01-20T13:48:14.824" v="134" actId="20577"/>
        <pc:sldMkLst>
          <pc:docMk/>
          <pc:sldMk cId="2281410046" sldId="274"/>
        </pc:sldMkLst>
        <pc:spChg chg="mod">
          <ac:chgData name="Davis, James C" userId="84778d94-b1cc-4a48-87ce-749e1d7d6e72" providerId="ADAL" clId="{272228CA-D576-3A44-AAFC-ED313CA4A112}" dt="2021-01-20T13:48:14.824" v="134" actId="20577"/>
          <ac:spMkLst>
            <pc:docMk/>
            <pc:sldMk cId="2281410046" sldId="274"/>
            <ac:spMk id="3" creationId="{C9A584C7-FB3C-6D44-8B7E-26AB6FD58CB9}"/>
          </ac:spMkLst>
        </pc:spChg>
      </pc:sldChg>
      <pc:sldChg chg="modSp add mod">
        <pc:chgData name="Davis, James C" userId="84778d94-b1cc-4a48-87ce-749e1d7d6e72" providerId="ADAL" clId="{272228CA-D576-3A44-AAFC-ED313CA4A112}" dt="2021-01-20T13:48:30.049" v="144" actId="20577"/>
        <pc:sldMkLst>
          <pc:docMk/>
          <pc:sldMk cId="630546080" sldId="275"/>
        </pc:sldMkLst>
        <pc:spChg chg="mod">
          <ac:chgData name="Davis, James C" userId="84778d94-b1cc-4a48-87ce-749e1d7d6e72" providerId="ADAL" clId="{272228CA-D576-3A44-AAFC-ED313CA4A112}" dt="2021-01-20T13:48:30.049" v="144" actId="20577"/>
          <ac:spMkLst>
            <pc:docMk/>
            <pc:sldMk cId="630546080" sldId="275"/>
            <ac:spMk id="3" creationId="{C9A584C7-FB3C-6D44-8B7E-26AB6FD58CB9}"/>
          </ac:spMkLst>
        </pc:spChg>
      </pc:sldChg>
      <pc:sldChg chg="modSp add del mod">
        <pc:chgData name="Davis, James C" userId="84778d94-b1cc-4a48-87ce-749e1d7d6e72" providerId="ADAL" clId="{272228CA-D576-3A44-AAFC-ED313CA4A112}" dt="2021-01-20T13:48:40.156" v="161" actId="2696"/>
        <pc:sldMkLst>
          <pc:docMk/>
          <pc:sldMk cId="1093934603" sldId="276"/>
        </pc:sldMkLst>
        <pc:spChg chg="mod">
          <ac:chgData name="Davis, James C" userId="84778d94-b1cc-4a48-87ce-749e1d7d6e72" providerId="ADAL" clId="{272228CA-D576-3A44-AAFC-ED313CA4A112}" dt="2021-01-20T13:48:36.457" v="160" actId="20577"/>
          <ac:spMkLst>
            <pc:docMk/>
            <pc:sldMk cId="1093934603" sldId="276"/>
            <ac:spMk id="3" creationId="{C9A584C7-FB3C-6D44-8B7E-26AB6FD58CB9}"/>
          </ac:spMkLst>
        </pc:spChg>
      </pc:sldChg>
      <pc:sldChg chg="modSp add mod">
        <pc:chgData name="Davis, James C" userId="84778d94-b1cc-4a48-87ce-749e1d7d6e72" providerId="ADAL" clId="{272228CA-D576-3A44-AAFC-ED313CA4A112}" dt="2021-01-20T13:51:00.832" v="330" actId="20577"/>
        <pc:sldMkLst>
          <pc:docMk/>
          <pc:sldMk cId="1291103092" sldId="276"/>
        </pc:sldMkLst>
        <pc:spChg chg="mod">
          <ac:chgData name="Davis, James C" userId="84778d94-b1cc-4a48-87ce-749e1d7d6e72" providerId="ADAL" clId="{272228CA-D576-3A44-AAFC-ED313CA4A112}" dt="2021-01-20T13:51:00.832" v="330" actId="20577"/>
          <ac:spMkLst>
            <pc:docMk/>
            <pc:sldMk cId="1291103092" sldId="276"/>
            <ac:spMk id="2" creationId="{1EBAB61F-537F-FC4D-BDFF-36A0819BCD5B}"/>
          </ac:spMkLst>
        </pc:spChg>
      </pc:sldChg>
      <pc:sldChg chg="modSp add del mod">
        <pc:chgData name="Davis, James C" userId="84778d94-b1cc-4a48-87ce-749e1d7d6e72" providerId="ADAL" clId="{272228CA-D576-3A44-AAFC-ED313CA4A112}" dt="2021-01-20T14:21:41.494" v="3589" actId="2696"/>
        <pc:sldMkLst>
          <pc:docMk/>
          <pc:sldMk cId="2070858628" sldId="277"/>
        </pc:sldMkLst>
        <pc:spChg chg="mod">
          <ac:chgData name="Davis, James C" userId="84778d94-b1cc-4a48-87ce-749e1d7d6e72" providerId="ADAL" clId="{272228CA-D576-3A44-AAFC-ED313CA4A112}" dt="2021-01-20T13:48:45.976" v="177" actId="20577"/>
          <ac:spMkLst>
            <pc:docMk/>
            <pc:sldMk cId="2070858628" sldId="277"/>
            <ac:spMk id="3" creationId="{C9A584C7-FB3C-6D44-8B7E-26AB6FD58CB9}"/>
          </ac:spMkLst>
        </pc:spChg>
      </pc:sldChg>
      <pc:sldChg chg="add del">
        <pc:chgData name="Davis, James C" userId="84778d94-b1cc-4a48-87ce-749e1d7d6e72" providerId="ADAL" clId="{272228CA-D576-3A44-AAFC-ED313CA4A112}" dt="2021-01-20T14:21:58.338" v="3600" actId="2696"/>
        <pc:sldMkLst>
          <pc:docMk/>
          <pc:sldMk cId="983265606" sldId="278"/>
        </pc:sldMkLst>
      </pc:sldChg>
      <pc:sldChg chg="add">
        <pc:chgData name="Davis, James C" userId="84778d94-b1cc-4a48-87ce-749e1d7d6e72" providerId="ADAL" clId="{272228CA-D576-3A44-AAFC-ED313CA4A112}" dt="2021-01-20T14:22:02.023" v="3601"/>
        <pc:sldMkLst>
          <pc:docMk/>
          <pc:sldMk cId="2071117720" sldId="278"/>
        </pc:sldMkLst>
      </pc:sldChg>
      <pc:sldChg chg="modSp add mod modClrScheme chgLayout">
        <pc:chgData name="Davis, James C" userId="84778d94-b1cc-4a48-87ce-749e1d7d6e72" providerId="ADAL" clId="{272228CA-D576-3A44-AAFC-ED313CA4A112}" dt="2021-01-20T14:23:40.185" v="3681" actId="20577"/>
        <pc:sldMkLst>
          <pc:docMk/>
          <pc:sldMk cId="3667608206" sldId="279"/>
        </pc:sldMkLst>
        <pc:spChg chg="mod ord">
          <ac:chgData name="Davis, James C" userId="84778d94-b1cc-4a48-87ce-749e1d7d6e72" providerId="ADAL" clId="{272228CA-D576-3A44-AAFC-ED313CA4A112}" dt="2021-01-20T14:23:40.185" v="3681" actId="20577"/>
          <ac:spMkLst>
            <pc:docMk/>
            <pc:sldMk cId="3667608206" sldId="279"/>
            <ac:spMk id="2" creationId="{1EBAB61F-537F-FC4D-BDFF-36A0819BCD5B}"/>
          </ac:spMkLst>
        </pc:spChg>
        <pc:spChg chg="mod ord">
          <ac:chgData name="Davis, James C" userId="84778d94-b1cc-4a48-87ce-749e1d7d6e72" providerId="ADAL" clId="{272228CA-D576-3A44-AAFC-ED313CA4A112}" dt="2021-01-20T13:49:27.989" v="199" actId="700"/>
          <ac:spMkLst>
            <pc:docMk/>
            <pc:sldMk cId="3667608206" sldId="279"/>
            <ac:spMk id="3" creationId="{C9A584C7-FB3C-6D44-8B7E-26AB6FD58CB9}"/>
          </ac:spMkLst>
        </pc:spChg>
        <pc:spChg chg="mod ord">
          <ac:chgData name="Davis, James C" userId="84778d94-b1cc-4a48-87ce-749e1d7d6e72" providerId="ADAL" clId="{272228CA-D576-3A44-AAFC-ED313CA4A112}" dt="2021-01-20T13:49:27.989" v="199" actId="700"/>
          <ac:spMkLst>
            <pc:docMk/>
            <pc:sldMk cId="3667608206" sldId="279"/>
            <ac:spMk id="5" creationId="{68B7A39E-BE4F-0647-94DF-48DE6F8E91BC}"/>
          </ac:spMkLst>
        </pc:spChg>
        <pc:spChg chg="mod ord">
          <ac:chgData name="Davis, James C" userId="84778d94-b1cc-4a48-87ce-749e1d7d6e72" providerId="ADAL" clId="{272228CA-D576-3A44-AAFC-ED313CA4A112}" dt="2021-01-20T13:49:27.989" v="199" actId="700"/>
          <ac:spMkLst>
            <pc:docMk/>
            <pc:sldMk cId="3667608206" sldId="279"/>
            <ac:spMk id="6" creationId="{D7D6982B-AA78-BF4B-AC26-840CE54832D5}"/>
          </ac:spMkLst>
        </pc:spChg>
      </pc:sldChg>
      <pc:sldChg chg="modSp new mod">
        <pc:chgData name="Davis, James C" userId="84778d94-b1cc-4a48-87ce-749e1d7d6e72" providerId="ADAL" clId="{272228CA-D576-3A44-AAFC-ED313CA4A112}" dt="2021-01-20T13:50:20.240" v="291" actId="20577"/>
        <pc:sldMkLst>
          <pc:docMk/>
          <pc:sldMk cId="3403890134" sldId="280"/>
        </pc:sldMkLst>
        <pc:spChg chg="mod">
          <ac:chgData name="Davis, James C" userId="84778d94-b1cc-4a48-87ce-749e1d7d6e72" providerId="ADAL" clId="{272228CA-D576-3A44-AAFC-ED313CA4A112}" dt="2021-01-20T13:50:20.240" v="291" actId="20577"/>
          <ac:spMkLst>
            <pc:docMk/>
            <pc:sldMk cId="3403890134" sldId="280"/>
            <ac:spMk id="2" creationId="{246150C2-24AA-9E43-A463-B984D7666A5B}"/>
          </ac:spMkLst>
        </pc:spChg>
      </pc:sldChg>
      <pc:sldChg chg="modSp add mod">
        <pc:chgData name="Davis, James C" userId="84778d94-b1cc-4a48-87ce-749e1d7d6e72" providerId="ADAL" clId="{272228CA-D576-3A44-AAFC-ED313CA4A112}" dt="2021-01-20T13:49:44.169" v="251" actId="20577"/>
        <pc:sldMkLst>
          <pc:docMk/>
          <pc:sldMk cId="39616770" sldId="281"/>
        </pc:sldMkLst>
        <pc:spChg chg="mod">
          <ac:chgData name="Davis, James C" userId="84778d94-b1cc-4a48-87ce-749e1d7d6e72" providerId="ADAL" clId="{272228CA-D576-3A44-AAFC-ED313CA4A112}" dt="2021-01-20T13:49:44.169" v="251" actId="20577"/>
          <ac:spMkLst>
            <pc:docMk/>
            <pc:sldMk cId="39616770" sldId="281"/>
            <ac:spMk id="2" creationId="{246150C2-24AA-9E43-A463-B984D7666A5B}"/>
          </ac:spMkLst>
        </pc:spChg>
      </pc:sldChg>
      <pc:sldChg chg="modSp add mod">
        <pc:chgData name="Davis, James C" userId="84778d94-b1cc-4a48-87ce-749e1d7d6e72" providerId="ADAL" clId="{272228CA-D576-3A44-AAFC-ED313CA4A112}" dt="2021-01-20T13:50:32.553" v="308" actId="20577"/>
        <pc:sldMkLst>
          <pc:docMk/>
          <pc:sldMk cId="1418201393" sldId="282"/>
        </pc:sldMkLst>
        <pc:spChg chg="mod">
          <ac:chgData name="Davis, James C" userId="84778d94-b1cc-4a48-87ce-749e1d7d6e72" providerId="ADAL" clId="{272228CA-D576-3A44-AAFC-ED313CA4A112}" dt="2021-01-20T13:50:32.553" v="308" actId="20577"/>
          <ac:spMkLst>
            <pc:docMk/>
            <pc:sldMk cId="1418201393" sldId="282"/>
            <ac:spMk id="2" creationId="{246150C2-24AA-9E43-A463-B984D7666A5B}"/>
          </ac:spMkLst>
        </pc:spChg>
      </pc:sldChg>
      <pc:sldChg chg="delSp modSp add mod modClrScheme chgLayout">
        <pc:chgData name="Davis, James C" userId="84778d94-b1cc-4a48-87ce-749e1d7d6e72" providerId="ADAL" clId="{272228CA-D576-3A44-AAFC-ED313CA4A112}" dt="2021-01-20T13:50:48.786" v="320" actId="5793"/>
        <pc:sldMkLst>
          <pc:docMk/>
          <pc:sldMk cId="2581208006" sldId="283"/>
        </pc:sldMkLst>
        <pc:spChg chg="del mod ord">
          <ac:chgData name="Davis, James C" userId="84778d94-b1cc-4a48-87ce-749e1d7d6e72" providerId="ADAL" clId="{272228CA-D576-3A44-AAFC-ED313CA4A112}" dt="2021-01-20T13:50:45.216" v="312" actId="478"/>
          <ac:spMkLst>
            <pc:docMk/>
            <pc:sldMk cId="2581208006" sldId="283"/>
            <ac:spMk id="2" creationId="{1EBAB61F-537F-FC4D-BDFF-36A0819BCD5B}"/>
          </ac:spMkLst>
        </pc:spChg>
        <pc:spChg chg="mod ord">
          <ac:chgData name="Davis, James C" userId="84778d94-b1cc-4a48-87ce-749e1d7d6e72" providerId="ADAL" clId="{272228CA-D576-3A44-AAFC-ED313CA4A112}" dt="2021-01-20T13:50:48.786" v="320" actId="5793"/>
          <ac:spMkLst>
            <pc:docMk/>
            <pc:sldMk cId="2581208006" sldId="283"/>
            <ac:spMk id="3" creationId="{C9A584C7-FB3C-6D44-8B7E-26AB6FD58CB9}"/>
          </ac:spMkLst>
        </pc:spChg>
        <pc:spChg chg="mod ord">
          <ac:chgData name="Davis, James C" userId="84778d94-b1cc-4a48-87ce-749e1d7d6e72" providerId="ADAL" clId="{272228CA-D576-3A44-AAFC-ED313CA4A112}" dt="2021-01-20T13:50:42.800" v="310" actId="700"/>
          <ac:spMkLst>
            <pc:docMk/>
            <pc:sldMk cId="2581208006" sldId="283"/>
            <ac:spMk id="5" creationId="{4C0C250F-9E35-9B45-82CF-3AC64D04E9FE}"/>
          </ac:spMkLst>
        </pc:spChg>
        <pc:spChg chg="mod ord">
          <ac:chgData name="Davis, James C" userId="84778d94-b1cc-4a48-87ce-749e1d7d6e72" providerId="ADAL" clId="{272228CA-D576-3A44-AAFC-ED313CA4A112}" dt="2021-01-20T13:50:42.800" v="310" actId="700"/>
          <ac:spMkLst>
            <pc:docMk/>
            <pc:sldMk cId="2581208006" sldId="283"/>
            <ac:spMk id="6" creationId="{B49D1232-3C24-CE45-AA7E-CC23016683CC}"/>
          </ac:spMkLst>
        </pc:spChg>
      </pc:sldChg>
      <pc:sldChg chg="modSp add mod modNotesTx">
        <pc:chgData name="Davis, James C" userId="84778d94-b1cc-4a48-87ce-749e1d7d6e72" providerId="ADAL" clId="{272228CA-D576-3A44-AAFC-ED313CA4A112}" dt="2021-01-20T14:21:14.064" v="3558" actId="20577"/>
        <pc:sldMkLst>
          <pc:docMk/>
          <pc:sldMk cId="363774714" sldId="284"/>
        </pc:sldMkLst>
        <pc:spChg chg="mod">
          <ac:chgData name="Davis, James C" userId="84778d94-b1cc-4a48-87ce-749e1d7d6e72" providerId="ADAL" clId="{272228CA-D576-3A44-AAFC-ED313CA4A112}" dt="2021-01-20T14:16:49.553" v="2469" actId="20577"/>
          <ac:spMkLst>
            <pc:docMk/>
            <pc:sldMk cId="363774714" sldId="284"/>
            <ac:spMk id="2" creationId="{1EBAB61F-537F-FC4D-BDFF-36A0819BCD5B}"/>
          </ac:spMkLst>
        </pc:spChg>
        <pc:spChg chg="mod">
          <ac:chgData name="Davis, James C" userId="84778d94-b1cc-4a48-87ce-749e1d7d6e72" providerId="ADAL" clId="{272228CA-D576-3A44-AAFC-ED313CA4A112}" dt="2021-01-20T14:14:23.077" v="2053" actId="20577"/>
          <ac:spMkLst>
            <pc:docMk/>
            <pc:sldMk cId="363774714" sldId="284"/>
            <ac:spMk id="3" creationId="{C9A584C7-FB3C-6D44-8B7E-26AB6FD58CB9}"/>
          </ac:spMkLst>
        </pc:spChg>
      </pc:sldChg>
      <pc:sldChg chg="modSp add mod">
        <pc:chgData name="Davis, James C" userId="84778d94-b1cc-4a48-87ce-749e1d7d6e72" providerId="ADAL" clId="{272228CA-D576-3A44-AAFC-ED313CA4A112}" dt="2021-01-20T13:51:26.135" v="369" actId="20577"/>
        <pc:sldMkLst>
          <pc:docMk/>
          <pc:sldMk cId="1994033063" sldId="285"/>
        </pc:sldMkLst>
        <pc:spChg chg="mod">
          <ac:chgData name="Davis, James C" userId="84778d94-b1cc-4a48-87ce-749e1d7d6e72" providerId="ADAL" clId="{272228CA-D576-3A44-AAFC-ED313CA4A112}" dt="2021-01-20T13:51:26.135" v="369" actId="20577"/>
          <ac:spMkLst>
            <pc:docMk/>
            <pc:sldMk cId="1994033063" sldId="285"/>
            <ac:spMk id="2" creationId="{246150C2-24AA-9E43-A463-B984D7666A5B}"/>
          </ac:spMkLst>
        </pc:spChg>
      </pc:sldChg>
      <pc:sldChg chg="add del">
        <pc:chgData name="Davis, James C" userId="84778d94-b1cc-4a48-87ce-749e1d7d6e72" providerId="ADAL" clId="{272228CA-D576-3A44-AAFC-ED313CA4A112}" dt="2021-01-20T13:51:19.971" v="351" actId="2696"/>
        <pc:sldMkLst>
          <pc:docMk/>
          <pc:sldMk cId="4227969698" sldId="285"/>
        </pc:sldMkLst>
      </pc:sldChg>
      <pc:sldChg chg="modSp add mod">
        <pc:chgData name="Davis, James C" userId="84778d94-b1cc-4a48-87ce-749e1d7d6e72" providerId="ADAL" clId="{272228CA-D576-3A44-AAFC-ED313CA4A112}" dt="2021-01-20T13:52:09.345" v="388" actId="20577"/>
        <pc:sldMkLst>
          <pc:docMk/>
          <pc:sldMk cId="1587365058" sldId="286"/>
        </pc:sldMkLst>
        <pc:spChg chg="mod">
          <ac:chgData name="Davis, James C" userId="84778d94-b1cc-4a48-87ce-749e1d7d6e72" providerId="ADAL" clId="{272228CA-D576-3A44-AAFC-ED313CA4A112}" dt="2021-01-20T13:52:09.345" v="388" actId="20577"/>
          <ac:spMkLst>
            <pc:docMk/>
            <pc:sldMk cId="1587365058" sldId="286"/>
            <ac:spMk id="3" creationId="{C9A584C7-FB3C-6D44-8B7E-26AB6FD58CB9}"/>
          </ac:spMkLst>
        </pc:spChg>
      </pc:sldChg>
      <pc:sldChg chg="addSp modSp new mod modNotesTx">
        <pc:chgData name="Davis, James C" userId="84778d94-b1cc-4a48-87ce-749e1d7d6e72" providerId="ADAL" clId="{272228CA-D576-3A44-AAFC-ED313CA4A112}" dt="2021-01-20T14:14:00.522" v="2026" actId="20577"/>
        <pc:sldMkLst>
          <pc:docMk/>
          <pc:sldMk cId="3869765905" sldId="287"/>
        </pc:sldMkLst>
        <pc:spChg chg="add mod">
          <ac:chgData name="Davis, James C" userId="84778d94-b1cc-4a48-87ce-749e1d7d6e72" providerId="ADAL" clId="{272228CA-D576-3A44-AAFC-ED313CA4A112}" dt="2021-01-20T14:09:55.991" v="984" actId="1076"/>
          <ac:spMkLst>
            <pc:docMk/>
            <pc:sldMk cId="3869765905" sldId="287"/>
            <ac:spMk id="5" creationId="{015D9B40-1A57-924A-8E49-1FC0E96112C4}"/>
          </ac:spMkLst>
        </pc:spChg>
        <pc:picChg chg="add mod">
          <ac:chgData name="Davis, James C" userId="84778d94-b1cc-4a48-87ce-749e1d7d6e72" providerId="ADAL" clId="{272228CA-D576-3A44-AAFC-ED313CA4A112}" dt="2021-01-20T13:52:57.901" v="393" actId="1076"/>
          <ac:picMkLst>
            <pc:docMk/>
            <pc:sldMk cId="3869765905" sldId="287"/>
            <ac:picMk id="4" creationId="{BBCF0933-9280-E343-9C66-50C2DD5637C5}"/>
          </ac:picMkLst>
        </pc:picChg>
      </pc:sldChg>
      <pc:sldChg chg="new del">
        <pc:chgData name="Davis, James C" userId="84778d94-b1cc-4a48-87ce-749e1d7d6e72" providerId="ADAL" clId="{272228CA-D576-3A44-AAFC-ED313CA4A112}" dt="2021-01-20T13:52:54.738" v="390" actId="680"/>
        <pc:sldMkLst>
          <pc:docMk/>
          <pc:sldMk cId="4003537230" sldId="287"/>
        </pc:sldMkLst>
      </pc:sldChg>
      <pc:sldChg chg="modSp add mod">
        <pc:chgData name="Davis, James C" userId="84778d94-b1cc-4a48-87ce-749e1d7d6e72" providerId="ADAL" clId="{272228CA-D576-3A44-AAFC-ED313CA4A112}" dt="2021-01-20T14:21:26.968" v="3571" actId="20577"/>
        <pc:sldMkLst>
          <pc:docMk/>
          <pc:sldMk cId="69495355" sldId="288"/>
        </pc:sldMkLst>
        <pc:spChg chg="mod">
          <ac:chgData name="Davis, James C" userId="84778d94-b1cc-4a48-87ce-749e1d7d6e72" providerId="ADAL" clId="{272228CA-D576-3A44-AAFC-ED313CA4A112}" dt="2021-01-20T14:21:26.968" v="3571" actId="20577"/>
          <ac:spMkLst>
            <pc:docMk/>
            <pc:sldMk cId="69495355" sldId="288"/>
            <ac:spMk id="3" creationId="{C9A584C7-FB3C-6D44-8B7E-26AB6FD58CB9}"/>
          </ac:spMkLst>
        </pc:spChg>
      </pc:sldChg>
      <pc:sldChg chg="modSp add mod">
        <pc:chgData name="Davis, James C" userId="84778d94-b1cc-4a48-87ce-749e1d7d6e72" providerId="ADAL" clId="{272228CA-D576-3A44-AAFC-ED313CA4A112}" dt="2021-01-20T14:21:34.143" v="3588" actId="20577"/>
        <pc:sldMkLst>
          <pc:docMk/>
          <pc:sldMk cId="2152854550" sldId="289"/>
        </pc:sldMkLst>
        <pc:spChg chg="mod">
          <ac:chgData name="Davis, James C" userId="84778d94-b1cc-4a48-87ce-749e1d7d6e72" providerId="ADAL" clId="{272228CA-D576-3A44-AAFC-ED313CA4A112}" dt="2021-01-20T14:21:34.143" v="3588" actId="20577"/>
          <ac:spMkLst>
            <pc:docMk/>
            <pc:sldMk cId="2152854550" sldId="289"/>
            <ac:spMk id="3" creationId="{C9A584C7-FB3C-6D44-8B7E-26AB6FD58CB9}"/>
          </ac:spMkLst>
        </pc:spChg>
      </pc:sldChg>
      <pc:sldChg chg="modSp add del mod">
        <pc:chgData name="Davis, James C" userId="84778d94-b1cc-4a48-87ce-749e1d7d6e72" providerId="ADAL" clId="{272228CA-D576-3A44-AAFC-ED313CA4A112}" dt="2021-01-20T14:21:58.338" v="3600" actId="2696"/>
        <pc:sldMkLst>
          <pc:docMk/>
          <pc:sldMk cId="530046037" sldId="290"/>
        </pc:sldMkLst>
        <pc:spChg chg="mod">
          <ac:chgData name="Davis, James C" userId="84778d94-b1cc-4a48-87ce-749e1d7d6e72" providerId="ADAL" clId="{272228CA-D576-3A44-AAFC-ED313CA4A112}" dt="2021-01-20T14:21:54.639" v="3599" actId="20577"/>
          <ac:spMkLst>
            <pc:docMk/>
            <pc:sldMk cId="530046037" sldId="290"/>
            <ac:spMk id="2" creationId="{246150C2-24AA-9E43-A463-B984D7666A5B}"/>
          </ac:spMkLst>
        </pc:spChg>
      </pc:sldChg>
      <pc:sldChg chg="add">
        <pc:chgData name="Davis, James C" userId="84778d94-b1cc-4a48-87ce-749e1d7d6e72" providerId="ADAL" clId="{272228CA-D576-3A44-AAFC-ED313CA4A112}" dt="2021-01-20T14:22:02.023" v="3601"/>
        <pc:sldMkLst>
          <pc:docMk/>
          <pc:sldMk cId="3899457292" sldId="290"/>
        </pc:sldMkLst>
      </pc:sldChg>
    </pc:docChg>
  </pc:docChgLst>
  <pc:docChgLst>
    <pc:chgData name="Davis, James C" userId="84778d94-b1cc-4a48-87ce-749e1d7d6e72" providerId="ADAL" clId="{C3D24384-9576-F147-8616-8024F522CA4F}"/>
    <pc:docChg chg="undo custSel addSld delSld modSld sldOrd">
      <pc:chgData name="Davis, James C" userId="84778d94-b1cc-4a48-87ce-749e1d7d6e72" providerId="ADAL" clId="{C3D24384-9576-F147-8616-8024F522CA4F}" dt="2022-01-20T00:25:19.045" v="10823" actId="20577"/>
      <pc:docMkLst>
        <pc:docMk/>
      </pc:docMkLst>
      <pc:sldChg chg="modSp mod">
        <pc:chgData name="Davis, James C" userId="84778d94-b1cc-4a48-87ce-749e1d7d6e72" providerId="ADAL" clId="{C3D24384-9576-F147-8616-8024F522CA4F}" dt="2022-01-20T00:22:27.415" v="10821" actId="1076"/>
        <pc:sldMkLst>
          <pc:docMk/>
          <pc:sldMk cId="681153070" sldId="263"/>
        </pc:sldMkLst>
        <pc:spChg chg="mod">
          <ac:chgData name="Davis, James C" userId="84778d94-b1cc-4a48-87ce-749e1d7d6e72" providerId="ADAL" clId="{C3D24384-9576-F147-8616-8024F522CA4F}" dt="2022-01-20T00:22:27.415" v="10821" actId="1076"/>
          <ac:spMkLst>
            <pc:docMk/>
            <pc:sldMk cId="681153070" sldId="263"/>
            <ac:spMk id="2" creationId="{7A610390-B9F9-1640-9974-0C21350E01C9}"/>
          </ac:spMkLst>
        </pc:spChg>
      </pc:sldChg>
      <pc:sldChg chg="modSp del mod">
        <pc:chgData name="Davis, James C" userId="84778d94-b1cc-4a48-87ce-749e1d7d6e72" providerId="ADAL" clId="{C3D24384-9576-F147-8616-8024F522CA4F}" dt="2022-01-19T17:42:40.540" v="5863" actId="2696"/>
        <pc:sldMkLst>
          <pc:docMk/>
          <pc:sldMk cId="3667608206" sldId="279"/>
        </pc:sldMkLst>
        <pc:spChg chg="mod">
          <ac:chgData name="Davis, James C" userId="84778d94-b1cc-4a48-87ce-749e1d7d6e72" providerId="ADAL" clId="{C3D24384-9576-F147-8616-8024F522CA4F}" dt="2022-01-19T17:32:21.297" v="5115" actId="20577"/>
          <ac:spMkLst>
            <pc:docMk/>
            <pc:sldMk cId="3667608206" sldId="279"/>
            <ac:spMk id="2" creationId="{1EBAB61F-537F-FC4D-BDFF-36A0819BCD5B}"/>
          </ac:spMkLst>
        </pc:spChg>
      </pc:sldChg>
      <pc:sldChg chg="modSp add mod">
        <pc:chgData name="Davis, James C" userId="84778d94-b1cc-4a48-87ce-749e1d7d6e72" providerId="ADAL" clId="{C3D24384-9576-F147-8616-8024F522CA4F}" dt="2022-01-19T18:46:07.062" v="6189" actId="20577"/>
        <pc:sldMkLst>
          <pc:docMk/>
          <pc:sldMk cId="4283807312" sldId="279"/>
        </pc:sldMkLst>
        <pc:spChg chg="mod">
          <ac:chgData name="Davis, James C" userId="84778d94-b1cc-4a48-87ce-749e1d7d6e72" providerId="ADAL" clId="{C3D24384-9576-F147-8616-8024F522CA4F}" dt="2022-01-19T18:46:07.062" v="6189" actId="20577"/>
          <ac:spMkLst>
            <pc:docMk/>
            <pc:sldMk cId="4283807312" sldId="279"/>
            <ac:spMk id="2" creationId="{1EBAB61F-537F-FC4D-BDFF-36A0819BCD5B}"/>
          </ac:spMkLst>
        </pc:spChg>
      </pc:sldChg>
      <pc:sldChg chg="modSp new mod ord modNotesTx">
        <pc:chgData name="Davis, James C" userId="84778d94-b1cc-4a48-87ce-749e1d7d6e72" providerId="ADAL" clId="{C3D24384-9576-F147-8616-8024F522CA4F}" dt="2022-01-19T15:13:03.448" v="1475" actId="20577"/>
        <pc:sldMkLst>
          <pc:docMk/>
          <pc:sldMk cId="3193249446" sldId="280"/>
        </pc:sldMkLst>
        <pc:spChg chg="mod">
          <ac:chgData name="Davis, James C" userId="84778d94-b1cc-4a48-87ce-749e1d7d6e72" providerId="ADAL" clId="{C3D24384-9576-F147-8616-8024F522CA4F}" dt="2022-01-19T15:11:57.709" v="1065" actId="20577"/>
          <ac:spMkLst>
            <pc:docMk/>
            <pc:sldMk cId="3193249446" sldId="280"/>
            <ac:spMk id="2" creationId="{8BEDB958-5302-624B-9645-8F9C16112B9C}"/>
          </ac:spMkLst>
        </pc:spChg>
        <pc:spChg chg="mod">
          <ac:chgData name="Davis, James C" userId="84778d94-b1cc-4a48-87ce-749e1d7d6e72" providerId="ADAL" clId="{C3D24384-9576-F147-8616-8024F522CA4F}" dt="2022-01-19T15:07:09.974" v="75" actId="20577"/>
          <ac:spMkLst>
            <pc:docMk/>
            <pc:sldMk cId="3193249446" sldId="280"/>
            <ac:spMk id="3" creationId="{FABA97AF-5AFD-8F4C-A53A-E98DAC63921F}"/>
          </ac:spMkLst>
        </pc:spChg>
      </pc:sldChg>
      <pc:sldChg chg="del">
        <pc:chgData name="Davis, James C" userId="84778d94-b1cc-4a48-87ce-749e1d7d6e72" providerId="ADAL" clId="{C3D24384-9576-F147-8616-8024F522CA4F}" dt="2022-01-19T15:07:05.130" v="54" actId="2696"/>
        <pc:sldMkLst>
          <pc:docMk/>
          <pc:sldMk cId="1575603355" sldId="301"/>
        </pc:sldMkLst>
      </pc:sldChg>
      <pc:sldChg chg="del">
        <pc:chgData name="Davis, James C" userId="84778d94-b1cc-4a48-87ce-749e1d7d6e72" providerId="ADAL" clId="{C3D24384-9576-F147-8616-8024F522CA4F}" dt="2022-01-19T15:07:05.130" v="54" actId="2696"/>
        <pc:sldMkLst>
          <pc:docMk/>
          <pc:sldMk cId="1720671200" sldId="302"/>
        </pc:sldMkLst>
      </pc:sldChg>
      <pc:sldChg chg="del">
        <pc:chgData name="Davis, James C" userId="84778d94-b1cc-4a48-87ce-749e1d7d6e72" providerId="ADAL" clId="{C3D24384-9576-F147-8616-8024F522CA4F}" dt="2022-01-19T15:07:05.130" v="54" actId="2696"/>
        <pc:sldMkLst>
          <pc:docMk/>
          <pc:sldMk cId="3772123922" sldId="303"/>
        </pc:sldMkLst>
      </pc:sldChg>
      <pc:sldChg chg="del">
        <pc:chgData name="Davis, James C" userId="84778d94-b1cc-4a48-87ce-749e1d7d6e72" providerId="ADAL" clId="{C3D24384-9576-F147-8616-8024F522CA4F}" dt="2022-01-19T15:07:05.130" v="54" actId="2696"/>
        <pc:sldMkLst>
          <pc:docMk/>
          <pc:sldMk cId="3273694617" sldId="305"/>
        </pc:sldMkLst>
      </pc:sldChg>
      <pc:sldChg chg="del">
        <pc:chgData name="Davis, James C" userId="84778d94-b1cc-4a48-87ce-749e1d7d6e72" providerId="ADAL" clId="{C3D24384-9576-F147-8616-8024F522CA4F}" dt="2022-01-19T15:07:05.130" v="54" actId="2696"/>
        <pc:sldMkLst>
          <pc:docMk/>
          <pc:sldMk cId="2596897359" sldId="306"/>
        </pc:sldMkLst>
      </pc:sldChg>
      <pc:sldChg chg="del">
        <pc:chgData name="Davis, James C" userId="84778d94-b1cc-4a48-87ce-749e1d7d6e72" providerId="ADAL" clId="{C3D24384-9576-F147-8616-8024F522CA4F}" dt="2022-01-19T15:07:05.130" v="54" actId="2696"/>
        <pc:sldMkLst>
          <pc:docMk/>
          <pc:sldMk cId="1990843852" sldId="307"/>
        </pc:sldMkLst>
      </pc:sldChg>
      <pc:sldChg chg="del">
        <pc:chgData name="Davis, James C" userId="84778d94-b1cc-4a48-87ce-749e1d7d6e72" providerId="ADAL" clId="{C3D24384-9576-F147-8616-8024F522CA4F}" dt="2022-01-19T15:07:05.130" v="54" actId="2696"/>
        <pc:sldMkLst>
          <pc:docMk/>
          <pc:sldMk cId="2004756536" sldId="308"/>
        </pc:sldMkLst>
      </pc:sldChg>
      <pc:sldChg chg="del">
        <pc:chgData name="Davis, James C" userId="84778d94-b1cc-4a48-87ce-749e1d7d6e72" providerId="ADAL" clId="{C3D24384-9576-F147-8616-8024F522CA4F}" dt="2022-01-19T15:07:05.130" v="54" actId="2696"/>
        <pc:sldMkLst>
          <pc:docMk/>
          <pc:sldMk cId="3168777664" sldId="309"/>
        </pc:sldMkLst>
      </pc:sldChg>
      <pc:sldChg chg="del">
        <pc:chgData name="Davis, James C" userId="84778d94-b1cc-4a48-87ce-749e1d7d6e72" providerId="ADAL" clId="{C3D24384-9576-F147-8616-8024F522CA4F}" dt="2022-01-19T15:07:05.130" v="54" actId="2696"/>
        <pc:sldMkLst>
          <pc:docMk/>
          <pc:sldMk cId="3911292560" sldId="310"/>
        </pc:sldMkLst>
      </pc:sldChg>
      <pc:sldChg chg="add del">
        <pc:chgData name="Davis, James C" userId="84778d94-b1cc-4a48-87ce-749e1d7d6e72" providerId="ADAL" clId="{C3D24384-9576-F147-8616-8024F522CA4F}" dt="2022-01-19T15:07:35.305" v="78" actId="2696"/>
        <pc:sldMkLst>
          <pc:docMk/>
          <pc:sldMk cId="739897150" sldId="327"/>
        </pc:sldMkLst>
      </pc:sldChg>
      <pc:sldChg chg="addSp delSp modSp add mod">
        <pc:chgData name="Davis, James C" userId="84778d94-b1cc-4a48-87ce-749e1d7d6e72" providerId="ADAL" clId="{C3D24384-9576-F147-8616-8024F522CA4F}" dt="2022-01-19T15:35:01.049" v="1555" actId="20577"/>
        <pc:sldMkLst>
          <pc:docMk/>
          <pc:sldMk cId="3178303344" sldId="327"/>
        </pc:sldMkLst>
        <pc:spChg chg="add del mod">
          <ac:chgData name="Davis, James C" userId="84778d94-b1cc-4a48-87ce-749e1d7d6e72" providerId="ADAL" clId="{C3D24384-9576-F147-8616-8024F522CA4F}" dt="2022-01-19T15:13:22.958" v="1483" actId="478"/>
          <ac:spMkLst>
            <pc:docMk/>
            <pc:sldMk cId="3178303344" sldId="327"/>
            <ac:spMk id="2" creationId="{E6892ADA-4CF4-1A4C-9CEC-21AC6C17565F}"/>
          </ac:spMkLst>
        </pc:spChg>
        <pc:spChg chg="mod">
          <ac:chgData name="Davis, James C" userId="84778d94-b1cc-4a48-87ce-749e1d7d6e72" providerId="ADAL" clId="{C3D24384-9576-F147-8616-8024F522CA4F}" dt="2022-01-19T15:35:01.049" v="1555" actId="20577"/>
          <ac:spMkLst>
            <pc:docMk/>
            <pc:sldMk cId="3178303344" sldId="327"/>
            <ac:spMk id="3" creationId="{2BECA449-BFB1-4E45-947E-00B760C88DD9}"/>
          </ac:spMkLst>
        </pc:spChg>
        <pc:spChg chg="add mod">
          <ac:chgData name="Davis, James C" userId="84778d94-b1cc-4a48-87ce-749e1d7d6e72" providerId="ADAL" clId="{C3D24384-9576-F147-8616-8024F522CA4F}" dt="2022-01-19T15:13:42.649" v="1528" actId="2085"/>
          <ac:spMkLst>
            <pc:docMk/>
            <pc:sldMk cId="3178303344" sldId="327"/>
            <ac:spMk id="4" creationId="{A1CA7DFC-48EE-4647-ACB8-F426B81BA05A}"/>
          </ac:spMkLst>
        </pc:spChg>
        <pc:picChg chg="mod modCrop">
          <ac:chgData name="Davis, James C" userId="84778d94-b1cc-4a48-87ce-749e1d7d6e72" providerId="ADAL" clId="{C3D24384-9576-F147-8616-8024F522CA4F}" dt="2022-01-19T15:14:47.577" v="1539" actId="1076"/>
          <ac:picMkLst>
            <pc:docMk/>
            <pc:sldMk cId="3178303344" sldId="327"/>
            <ac:picMk id="6" creationId="{4CA47AAE-D4D0-5947-B1A0-530906CB8AB5}"/>
          </ac:picMkLst>
        </pc:picChg>
        <pc:picChg chg="mod">
          <ac:chgData name="Davis, James C" userId="84778d94-b1cc-4a48-87ce-749e1d7d6e72" providerId="ADAL" clId="{C3D24384-9576-F147-8616-8024F522CA4F}" dt="2022-01-19T15:13:25.510" v="1484" actId="14100"/>
          <ac:picMkLst>
            <pc:docMk/>
            <pc:sldMk cId="3178303344" sldId="327"/>
            <ac:picMk id="7" creationId="{0E2B4CEB-CAE4-4D4C-8C4F-CEE9677FE6F3}"/>
          </ac:picMkLst>
        </pc:picChg>
        <pc:cxnChg chg="add del mod">
          <ac:chgData name="Davis, James C" userId="84778d94-b1cc-4a48-87ce-749e1d7d6e72" providerId="ADAL" clId="{C3D24384-9576-F147-8616-8024F522CA4F}" dt="2022-01-19T15:13:50.061" v="1530" actId="478"/>
          <ac:cxnSpMkLst>
            <pc:docMk/>
            <pc:sldMk cId="3178303344" sldId="327"/>
            <ac:cxnSpMk id="9" creationId="{1678ED4A-286F-1A4E-B326-2D01CE2E60FA}"/>
          </ac:cxnSpMkLst>
        </pc:cxnChg>
        <pc:cxnChg chg="add mod">
          <ac:chgData name="Davis, James C" userId="84778d94-b1cc-4a48-87ce-749e1d7d6e72" providerId="ADAL" clId="{C3D24384-9576-F147-8616-8024F522CA4F}" dt="2022-01-19T15:14:49.399" v="1540" actId="14100"/>
          <ac:cxnSpMkLst>
            <pc:docMk/>
            <pc:sldMk cId="3178303344" sldId="327"/>
            <ac:cxnSpMk id="11" creationId="{6182B6E3-AB38-804D-8E33-DEF362E34CA7}"/>
          </ac:cxnSpMkLst>
        </pc:cxnChg>
      </pc:sldChg>
      <pc:sldChg chg="delSp modSp new del mod modClrScheme chgLayout">
        <pc:chgData name="Davis, James C" userId="84778d94-b1cc-4a48-87ce-749e1d7d6e72" providerId="ADAL" clId="{C3D24384-9576-F147-8616-8024F522CA4F}" dt="2022-01-19T15:57:26.597" v="1947" actId="2696"/>
        <pc:sldMkLst>
          <pc:docMk/>
          <pc:sldMk cId="1611104073" sldId="328"/>
        </pc:sldMkLst>
        <pc:spChg chg="del mod ord">
          <ac:chgData name="Davis, James C" userId="84778d94-b1cc-4a48-87ce-749e1d7d6e72" providerId="ADAL" clId="{C3D24384-9576-F147-8616-8024F522CA4F}" dt="2022-01-19T15:44:52.709" v="1702" actId="478"/>
          <ac:spMkLst>
            <pc:docMk/>
            <pc:sldMk cId="1611104073" sldId="328"/>
            <ac:spMk id="2" creationId="{B8806915-661F-9944-A141-F79330C0313E}"/>
          </ac:spMkLst>
        </pc:spChg>
        <pc:spChg chg="mod ord">
          <ac:chgData name="Davis, James C" userId="84778d94-b1cc-4a48-87ce-749e1d7d6e72" providerId="ADAL" clId="{C3D24384-9576-F147-8616-8024F522CA4F}" dt="2022-01-19T15:44:50.501" v="1701" actId="27636"/>
          <ac:spMkLst>
            <pc:docMk/>
            <pc:sldMk cId="1611104073" sldId="328"/>
            <ac:spMk id="3" creationId="{DC44EF89-6B27-EA4B-97A7-CBF3A3046CAE}"/>
          </ac:spMkLst>
        </pc:spChg>
        <pc:spChg chg="mod ord">
          <ac:chgData name="Davis, James C" userId="84778d94-b1cc-4a48-87ce-749e1d7d6e72" providerId="ADAL" clId="{C3D24384-9576-F147-8616-8024F522CA4F}" dt="2022-01-19T15:44:50.494" v="1700" actId="700"/>
          <ac:spMkLst>
            <pc:docMk/>
            <pc:sldMk cId="1611104073" sldId="328"/>
            <ac:spMk id="4" creationId="{B56B1539-EA36-A941-9773-DECD122D0952}"/>
          </ac:spMkLst>
        </pc:spChg>
      </pc:sldChg>
      <pc:sldChg chg="add">
        <pc:chgData name="Davis, James C" userId="84778d94-b1cc-4a48-87ce-749e1d7d6e72" providerId="ADAL" clId="{C3D24384-9576-F147-8616-8024F522CA4F}" dt="2022-01-19T15:57:29.236" v="1948"/>
        <pc:sldMkLst>
          <pc:docMk/>
          <pc:sldMk cId="2959045582" sldId="328"/>
        </pc:sldMkLst>
      </pc:sldChg>
      <pc:sldChg chg="addSp delSp modSp new del mod delAnim modAnim">
        <pc:chgData name="Davis, James C" userId="84778d94-b1cc-4a48-87ce-749e1d7d6e72" providerId="ADAL" clId="{C3D24384-9576-F147-8616-8024F522CA4F}" dt="2022-01-19T15:57:26.597" v="1947" actId="2696"/>
        <pc:sldMkLst>
          <pc:docMk/>
          <pc:sldMk cId="2221231890" sldId="329"/>
        </pc:sldMkLst>
        <pc:spChg chg="del">
          <ac:chgData name="Davis, James C" userId="84778d94-b1cc-4a48-87ce-749e1d7d6e72" providerId="ADAL" clId="{C3D24384-9576-F147-8616-8024F522CA4F}" dt="2022-01-19T15:45:29.589" v="1704" actId="478"/>
          <ac:spMkLst>
            <pc:docMk/>
            <pc:sldMk cId="2221231890" sldId="329"/>
            <ac:spMk id="2" creationId="{2CF3955D-D7C5-E448-A96C-E565F4FB051E}"/>
          </ac:spMkLst>
        </pc:spChg>
        <pc:spChg chg="add mod">
          <ac:chgData name="Davis, James C" userId="84778d94-b1cc-4a48-87ce-749e1d7d6e72" providerId="ADAL" clId="{C3D24384-9576-F147-8616-8024F522CA4F}" dt="2022-01-19T15:51:50.662" v="1889" actId="1076"/>
          <ac:spMkLst>
            <pc:docMk/>
            <pc:sldMk cId="2221231890" sldId="329"/>
            <ac:spMk id="11" creationId="{BDBFAA9A-9F90-8C4E-B921-4E6DE628DC39}"/>
          </ac:spMkLst>
        </pc:spChg>
        <pc:spChg chg="add mod">
          <ac:chgData name="Davis, James C" userId="84778d94-b1cc-4a48-87ce-749e1d7d6e72" providerId="ADAL" clId="{C3D24384-9576-F147-8616-8024F522CA4F}" dt="2022-01-19T15:51:50.662" v="1889" actId="1076"/>
          <ac:spMkLst>
            <pc:docMk/>
            <pc:sldMk cId="2221231890" sldId="329"/>
            <ac:spMk id="13" creationId="{F75EE594-15FD-EC46-8D8B-6FE3033D7162}"/>
          </ac:spMkLst>
        </pc:spChg>
        <pc:spChg chg="add mod">
          <ac:chgData name="Davis, James C" userId="84778d94-b1cc-4a48-87ce-749e1d7d6e72" providerId="ADAL" clId="{C3D24384-9576-F147-8616-8024F522CA4F}" dt="2022-01-19T15:51:50.662" v="1889" actId="1076"/>
          <ac:spMkLst>
            <pc:docMk/>
            <pc:sldMk cId="2221231890" sldId="329"/>
            <ac:spMk id="14" creationId="{29AA7711-2CC2-1B47-8D2E-3B34B56468C7}"/>
          </ac:spMkLst>
        </pc:spChg>
        <pc:spChg chg="add mod">
          <ac:chgData name="Davis, James C" userId="84778d94-b1cc-4a48-87ce-749e1d7d6e72" providerId="ADAL" clId="{C3D24384-9576-F147-8616-8024F522CA4F}" dt="2022-01-19T15:51:55.396" v="1890" actId="1076"/>
          <ac:spMkLst>
            <pc:docMk/>
            <pc:sldMk cId="2221231890" sldId="329"/>
            <ac:spMk id="15" creationId="{EE475F96-2214-1A4A-85D6-8D4F895C53D7}"/>
          </ac:spMkLst>
        </pc:spChg>
        <pc:spChg chg="add mod">
          <ac:chgData name="Davis, James C" userId="84778d94-b1cc-4a48-87ce-749e1d7d6e72" providerId="ADAL" clId="{C3D24384-9576-F147-8616-8024F522CA4F}" dt="2022-01-19T15:49:19.044" v="1835" actId="1076"/>
          <ac:spMkLst>
            <pc:docMk/>
            <pc:sldMk cId="2221231890" sldId="329"/>
            <ac:spMk id="27" creationId="{DC0F769A-9882-BB45-BBEE-C52821DA8BE4}"/>
          </ac:spMkLst>
        </pc:spChg>
        <pc:spChg chg="add mod">
          <ac:chgData name="Davis, James C" userId="84778d94-b1cc-4a48-87ce-749e1d7d6e72" providerId="ADAL" clId="{C3D24384-9576-F147-8616-8024F522CA4F}" dt="2022-01-19T15:51:02.145" v="1864" actId="1076"/>
          <ac:spMkLst>
            <pc:docMk/>
            <pc:sldMk cId="2221231890" sldId="329"/>
            <ac:spMk id="33" creationId="{9A2AB8F3-BD50-3943-9731-F1DD4C20C002}"/>
          </ac:spMkLst>
        </pc:spChg>
        <pc:spChg chg="add mod">
          <ac:chgData name="Davis, James C" userId="84778d94-b1cc-4a48-87ce-749e1d7d6e72" providerId="ADAL" clId="{C3D24384-9576-F147-8616-8024F522CA4F}" dt="2022-01-19T15:52:21.371" v="1901" actId="1076"/>
          <ac:spMkLst>
            <pc:docMk/>
            <pc:sldMk cId="2221231890" sldId="329"/>
            <ac:spMk id="37" creationId="{D1668FD5-1BF3-A64D-A773-B07B74A1A331}"/>
          </ac:spMkLst>
        </pc:spChg>
        <pc:spChg chg="add mod">
          <ac:chgData name="Davis, James C" userId="84778d94-b1cc-4a48-87ce-749e1d7d6e72" providerId="ADAL" clId="{C3D24384-9576-F147-8616-8024F522CA4F}" dt="2022-01-19T15:52:33.445" v="1935" actId="1076"/>
          <ac:spMkLst>
            <pc:docMk/>
            <pc:sldMk cId="2221231890" sldId="329"/>
            <ac:spMk id="49" creationId="{EC55BB26-7754-A94B-838A-45E4AC2CE636}"/>
          </ac:spMkLst>
        </pc:spChg>
        <pc:picChg chg="add mod">
          <ac:chgData name="Davis, James C" userId="84778d94-b1cc-4a48-87ce-749e1d7d6e72" providerId="ADAL" clId="{C3D24384-9576-F147-8616-8024F522CA4F}" dt="2022-01-19T15:51:50.662" v="1889" actId="1076"/>
          <ac:picMkLst>
            <pc:docMk/>
            <pc:sldMk cId="2221231890" sldId="329"/>
            <ac:picMk id="5" creationId="{82CA774D-E550-AA4E-9A3B-281081578A4A}"/>
          </ac:picMkLst>
        </pc:picChg>
        <pc:picChg chg="add mod">
          <ac:chgData name="Davis, James C" userId="84778d94-b1cc-4a48-87ce-749e1d7d6e72" providerId="ADAL" clId="{C3D24384-9576-F147-8616-8024F522CA4F}" dt="2022-01-19T15:51:50.662" v="1889" actId="1076"/>
          <ac:picMkLst>
            <pc:docMk/>
            <pc:sldMk cId="2221231890" sldId="329"/>
            <ac:picMk id="6" creationId="{572551C3-06D5-BA48-B13B-87E08F3BC93B}"/>
          </ac:picMkLst>
        </pc:picChg>
        <pc:picChg chg="add mod">
          <ac:chgData name="Davis, James C" userId="84778d94-b1cc-4a48-87ce-749e1d7d6e72" providerId="ADAL" clId="{C3D24384-9576-F147-8616-8024F522CA4F}" dt="2022-01-19T15:51:50.662" v="1889" actId="1076"/>
          <ac:picMkLst>
            <pc:docMk/>
            <pc:sldMk cId="2221231890" sldId="329"/>
            <ac:picMk id="7" creationId="{90705B0E-EFE9-B445-8BC1-82B94E2FCE2D}"/>
          </ac:picMkLst>
        </pc:picChg>
        <pc:picChg chg="add mod">
          <ac:chgData name="Davis, James C" userId="84778d94-b1cc-4a48-87ce-749e1d7d6e72" providerId="ADAL" clId="{C3D24384-9576-F147-8616-8024F522CA4F}" dt="2022-01-19T15:51:50.662" v="1889" actId="1076"/>
          <ac:picMkLst>
            <pc:docMk/>
            <pc:sldMk cId="2221231890" sldId="329"/>
            <ac:picMk id="8" creationId="{E533CEB3-9BB3-5045-AC24-F63ED3CC9483}"/>
          </ac:picMkLst>
        </pc:picChg>
        <pc:picChg chg="add mod">
          <ac:chgData name="Davis, James C" userId="84778d94-b1cc-4a48-87ce-749e1d7d6e72" providerId="ADAL" clId="{C3D24384-9576-F147-8616-8024F522CA4F}" dt="2022-01-19T15:51:50.662" v="1889" actId="1076"/>
          <ac:picMkLst>
            <pc:docMk/>
            <pc:sldMk cId="2221231890" sldId="329"/>
            <ac:picMk id="9" creationId="{313923AF-15D1-634F-B73F-791B2806C5C5}"/>
          </ac:picMkLst>
        </pc:picChg>
        <pc:picChg chg="add mod">
          <ac:chgData name="Davis, James C" userId="84778d94-b1cc-4a48-87ce-749e1d7d6e72" providerId="ADAL" clId="{C3D24384-9576-F147-8616-8024F522CA4F}" dt="2022-01-19T15:51:55.396" v="1890" actId="1076"/>
          <ac:picMkLst>
            <pc:docMk/>
            <pc:sldMk cId="2221231890" sldId="329"/>
            <ac:picMk id="19" creationId="{03D2B48B-3DC1-5046-A840-448AC29D3986}"/>
          </ac:picMkLst>
        </pc:picChg>
        <pc:picChg chg="add mod">
          <ac:chgData name="Davis, James C" userId="84778d94-b1cc-4a48-87ce-749e1d7d6e72" providerId="ADAL" clId="{C3D24384-9576-F147-8616-8024F522CA4F}" dt="2022-01-19T15:49:12.880" v="1825" actId="14100"/>
          <ac:picMkLst>
            <pc:docMk/>
            <pc:sldMk cId="2221231890" sldId="329"/>
            <ac:picMk id="20" creationId="{82FB3597-3030-1248-B3A2-6A911EC9EE13}"/>
          </ac:picMkLst>
        </pc:picChg>
        <pc:picChg chg="add del mod">
          <ac:chgData name="Davis, James C" userId="84778d94-b1cc-4a48-87ce-749e1d7d6e72" providerId="ADAL" clId="{C3D24384-9576-F147-8616-8024F522CA4F}" dt="2022-01-19T15:49:45.858" v="1844" actId="478"/>
          <ac:picMkLst>
            <pc:docMk/>
            <pc:sldMk cId="2221231890" sldId="329"/>
            <ac:picMk id="28" creationId="{096A9DE9-34FD-6B4F-93BA-C293C37FDBDC}"/>
          </ac:picMkLst>
        </pc:picChg>
        <pc:picChg chg="add del mod">
          <ac:chgData name="Davis, James C" userId="84778d94-b1cc-4a48-87ce-749e1d7d6e72" providerId="ADAL" clId="{C3D24384-9576-F147-8616-8024F522CA4F}" dt="2022-01-19T15:49:51.591" v="1846" actId="478"/>
          <ac:picMkLst>
            <pc:docMk/>
            <pc:sldMk cId="2221231890" sldId="329"/>
            <ac:picMk id="29" creationId="{16C92A26-40A3-6445-A061-971876B535C6}"/>
          </ac:picMkLst>
        </pc:picChg>
        <pc:picChg chg="add mod">
          <ac:chgData name="Davis, James C" userId="84778d94-b1cc-4a48-87ce-749e1d7d6e72" providerId="ADAL" clId="{C3D24384-9576-F147-8616-8024F522CA4F}" dt="2022-01-19T15:50:10.601" v="1849" actId="1076"/>
          <ac:picMkLst>
            <pc:docMk/>
            <pc:sldMk cId="2221231890" sldId="329"/>
            <ac:picMk id="30" creationId="{421179D1-EAF3-9E40-8B91-553270BCDC4A}"/>
          </ac:picMkLst>
        </pc:picChg>
        <pc:picChg chg="add del mod">
          <ac:chgData name="Davis, James C" userId="84778d94-b1cc-4a48-87ce-749e1d7d6e72" providerId="ADAL" clId="{C3D24384-9576-F147-8616-8024F522CA4F}" dt="2022-01-19T15:50:27.129" v="1852" actId="478"/>
          <ac:picMkLst>
            <pc:docMk/>
            <pc:sldMk cId="2221231890" sldId="329"/>
            <ac:picMk id="31" creationId="{D7B801FB-B7B5-7740-AA28-4D4B19A04015}"/>
          </ac:picMkLst>
        </pc:picChg>
        <pc:picChg chg="add mod">
          <ac:chgData name="Davis, James C" userId="84778d94-b1cc-4a48-87ce-749e1d7d6e72" providerId="ADAL" clId="{C3D24384-9576-F147-8616-8024F522CA4F}" dt="2022-01-19T15:51:57.499" v="1891" actId="1076"/>
          <ac:picMkLst>
            <pc:docMk/>
            <pc:sldMk cId="2221231890" sldId="329"/>
            <ac:picMk id="32" creationId="{25CCDA73-E2C8-204B-B67F-2C0C41C90C04}"/>
          </ac:picMkLst>
        </pc:picChg>
        <pc:picChg chg="add mod">
          <ac:chgData name="Davis, James C" userId="84778d94-b1cc-4a48-87ce-749e1d7d6e72" providerId="ADAL" clId="{C3D24384-9576-F147-8616-8024F522CA4F}" dt="2022-01-19T15:52:11.687" v="1896" actId="1076"/>
          <ac:picMkLst>
            <pc:docMk/>
            <pc:sldMk cId="2221231890" sldId="329"/>
            <ac:picMk id="44" creationId="{CC92A4B4-2AD6-BB40-80CE-B800E9ED550F}"/>
          </ac:picMkLst>
        </pc:picChg>
        <pc:picChg chg="add mod">
          <ac:chgData name="Davis, James C" userId="84778d94-b1cc-4a48-87ce-749e1d7d6e72" providerId="ADAL" clId="{C3D24384-9576-F147-8616-8024F522CA4F}" dt="2022-01-19T15:51:50.662" v="1889" actId="1076"/>
          <ac:picMkLst>
            <pc:docMk/>
            <pc:sldMk cId="2221231890" sldId="329"/>
            <ac:picMk id="1026" creationId="{E1C5BB3A-74B4-5B4A-A281-82B5029BCE6C}"/>
          </ac:picMkLst>
        </pc:picChg>
        <pc:cxnChg chg="add mod">
          <ac:chgData name="Davis, James C" userId="84778d94-b1cc-4a48-87ce-749e1d7d6e72" providerId="ADAL" clId="{C3D24384-9576-F147-8616-8024F522CA4F}" dt="2022-01-19T15:51:50.662" v="1889" actId="1076"/>
          <ac:cxnSpMkLst>
            <pc:docMk/>
            <pc:sldMk cId="2221231890" sldId="329"/>
            <ac:cxnSpMk id="10" creationId="{C357A47F-7B04-2F47-AC4E-4A3E0251DE76}"/>
          </ac:cxnSpMkLst>
        </pc:cxnChg>
        <pc:cxnChg chg="add mod">
          <ac:chgData name="Davis, James C" userId="84778d94-b1cc-4a48-87ce-749e1d7d6e72" providerId="ADAL" clId="{C3D24384-9576-F147-8616-8024F522CA4F}" dt="2022-01-19T15:51:55.396" v="1890" actId="1076"/>
          <ac:cxnSpMkLst>
            <pc:docMk/>
            <pc:sldMk cId="2221231890" sldId="329"/>
            <ac:cxnSpMk id="17" creationId="{19E78FD4-AFDC-A648-AFE6-D44460F6604E}"/>
          </ac:cxnSpMkLst>
        </pc:cxnChg>
        <pc:cxnChg chg="add del mod">
          <ac:chgData name="Davis, James C" userId="84778d94-b1cc-4a48-87ce-749e1d7d6e72" providerId="ADAL" clId="{C3D24384-9576-F147-8616-8024F522CA4F}" dt="2022-01-19T15:49:04.949" v="1822" actId="478"/>
          <ac:cxnSpMkLst>
            <pc:docMk/>
            <pc:sldMk cId="2221231890" sldId="329"/>
            <ac:cxnSpMk id="22" creationId="{7E20B241-16A2-E84C-A65E-E47F4F4DC34F}"/>
          </ac:cxnSpMkLst>
        </pc:cxnChg>
        <pc:cxnChg chg="add mod">
          <ac:chgData name="Davis, James C" userId="84778d94-b1cc-4a48-87ce-749e1d7d6e72" providerId="ADAL" clId="{C3D24384-9576-F147-8616-8024F522CA4F}" dt="2022-01-19T15:51:55.396" v="1890" actId="1076"/>
          <ac:cxnSpMkLst>
            <pc:docMk/>
            <pc:sldMk cId="2221231890" sldId="329"/>
            <ac:cxnSpMk id="24" creationId="{3063D6C6-40A5-9E4A-91FA-809107EBBB20}"/>
          </ac:cxnSpMkLst>
        </pc:cxnChg>
        <pc:cxnChg chg="add mod">
          <ac:chgData name="Davis, James C" userId="84778d94-b1cc-4a48-87ce-749e1d7d6e72" providerId="ADAL" clId="{C3D24384-9576-F147-8616-8024F522CA4F}" dt="2022-01-19T15:51:57.499" v="1891" actId="1076"/>
          <ac:cxnSpMkLst>
            <pc:docMk/>
            <pc:sldMk cId="2221231890" sldId="329"/>
            <ac:cxnSpMk id="35" creationId="{0C175988-E4E5-3B47-932B-6FA3591AD81F}"/>
          </ac:cxnSpMkLst>
        </pc:cxnChg>
        <pc:cxnChg chg="add mod">
          <ac:chgData name="Davis, James C" userId="84778d94-b1cc-4a48-87ce-749e1d7d6e72" providerId="ADAL" clId="{C3D24384-9576-F147-8616-8024F522CA4F}" dt="2022-01-19T15:52:19.379" v="1900" actId="14100"/>
          <ac:cxnSpMkLst>
            <pc:docMk/>
            <pc:sldMk cId="2221231890" sldId="329"/>
            <ac:cxnSpMk id="46" creationId="{9923AEB3-3565-3B47-9774-F77723ED0046}"/>
          </ac:cxnSpMkLst>
        </pc:cxnChg>
      </pc:sldChg>
      <pc:sldChg chg="add">
        <pc:chgData name="Davis, James C" userId="84778d94-b1cc-4a48-87ce-749e1d7d6e72" providerId="ADAL" clId="{C3D24384-9576-F147-8616-8024F522CA4F}" dt="2022-01-19T15:57:29.236" v="1948"/>
        <pc:sldMkLst>
          <pc:docMk/>
          <pc:sldMk cId="3842838845" sldId="329"/>
        </pc:sldMkLst>
      </pc:sldChg>
      <pc:sldChg chg="addSp delSp modSp new mod modClrScheme modAnim chgLayout modNotesTx">
        <pc:chgData name="Davis, James C" userId="84778d94-b1cc-4a48-87ce-749e1d7d6e72" providerId="ADAL" clId="{C3D24384-9576-F147-8616-8024F522CA4F}" dt="2022-01-19T17:30:06.035" v="4965" actId="1036"/>
        <pc:sldMkLst>
          <pc:docMk/>
          <pc:sldMk cId="2847513733" sldId="330"/>
        </pc:sldMkLst>
        <pc:spChg chg="del mod ord">
          <ac:chgData name="Davis, James C" userId="84778d94-b1cc-4a48-87ce-749e1d7d6e72" providerId="ADAL" clId="{C3D24384-9576-F147-8616-8024F522CA4F}" dt="2022-01-19T15:57:46.909" v="1954" actId="700"/>
          <ac:spMkLst>
            <pc:docMk/>
            <pc:sldMk cId="2847513733" sldId="330"/>
            <ac:spMk id="2" creationId="{F3F2F2A3-0886-1542-8A13-D92C96637F63}"/>
          </ac:spMkLst>
        </pc:spChg>
        <pc:spChg chg="mod ord">
          <ac:chgData name="Davis, James C" userId="84778d94-b1cc-4a48-87ce-749e1d7d6e72" providerId="ADAL" clId="{C3D24384-9576-F147-8616-8024F522CA4F}" dt="2022-01-19T17:27:12.811" v="4865" actId="403"/>
          <ac:spMkLst>
            <pc:docMk/>
            <pc:sldMk cId="2847513733" sldId="330"/>
            <ac:spMk id="3" creationId="{C24BC427-1598-7740-A3DD-3870C0F09499}"/>
          </ac:spMkLst>
        </pc:spChg>
        <pc:spChg chg="add mod ord">
          <ac:chgData name="Davis, James C" userId="84778d94-b1cc-4a48-87ce-749e1d7d6e72" providerId="ADAL" clId="{C3D24384-9576-F147-8616-8024F522CA4F}" dt="2022-01-19T17:27:12.811" v="4865" actId="403"/>
          <ac:spMkLst>
            <pc:docMk/>
            <pc:sldMk cId="2847513733" sldId="330"/>
            <ac:spMk id="4" creationId="{A7E40D91-88AE-F84C-B7F8-44C9FDDCC3D7}"/>
          </ac:spMkLst>
        </pc:spChg>
        <pc:spChg chg="add mod ord">
          <ac:chgData name="Davis, James C" userId="84778d94-b1cc-4a48-87ce-749e1d7d6e72" providerId="ADAL" clId="{C3D24384-9576-F147-8616-8024F522CA4F}" dt="2022-01-19T17:27:12.261" v="4864" actId="403"/>
          <ac:spMkLst>
            <pc:docMk/>
            <pc:sldMk cId="2847513733" sldId="330"/>
            <ac:spMk id="5" creationId="{D98FA979-6BE9-FB48-AF6B-A2158DA0B3E1}"/>
          </ac:spMkLst>
        </pc:spChg>
        <pc:spChg chg="add mod">
          <ac:chgData name="Davis, James C" userId="84778d94-b1cc-4a48-87ce-749e1d7d6e72" providerId="ADAL" clId="{C3D24384-9576-F147-8616-8024F522CA4F}" dt="2022-01-19T17:30:06.035" v="4965" actId="1036"/>
          <ac:spMkLst>
            <pc:docMk/>
            <pc:sldMk cId="2847513733" sldId="330"/>
            <ac:spMk id="6" creationId="{7DA3EB2A-3229-9548-AD36-EE71AFE60DAB}"/>
          </ac:spMkLst>
        </pc:spChg>
      </pc:sldChg>
      <pc:sldChg chg="addSp delSp modSp add mod modAnim modNotesTx">
        <pc:chgData name="Davis, James C" userId="84778d94-b1cc-4a48-87ce-749e1d7d6e72" providerId="ADAL" clId="{C3D24384-9576-F147-8616-8024F522CA4F}" dt="2022-01-19T17:17:13.991" v="2571"/>
        <pc:sldMkLst>
          <pc:docMk/>
          <pc:sldMk cId="1543460795" sldId="331"/>
        </pc:sldMkLst>
        <pc:spChg chg="mod">
          <ac:chgData name="Davis, James C" userId="84778d94-b1cc-4a48-87ce-749e1d7d6e72" providerId="ADAL" clId="{C3D24384-9576-F147-8616-8024F522CA4F}" dt="2022-01-19T16:25:09.270" v="2501" actId="20577"/>
          <ac:spMkLst>
            <pc:docMk/>
            <pc:sldMk cId="1543460795" sldId="331"/>
            <ac:spMk id="4" creationId="{A7E40D91-88AE-F84C-B7F8-44C9FDDCC3D7}"/>
          </ac:spMkLst>
        </pc:spChg>
        <pc:spChg chg="del">
          <ac:chgData name="Davis, James C" userId="84778d94-b1cc-4a48-87ce-749e1d7d6e72" providerId="ADAL" clId="{C3D24384-9576-F147-8616-8024F522CA4F}" dt="2022-01-19T16:19:28.273" v="2175" actId="478"/>
          <ac:spMkLst>
            <pc:docMk/>
            <pc:sldMk cId="1543460795" sldId="331"/>
            <ac:spMk id="5" creationId="{D98FA979-6BE9-FB48-AF6B-A2158DA0B3E1}"/>
          </ac:spMkLst>
        </pc:spChg>
        <pc:spChg chg="add mod">
          <ac:chgData name="Davis, James C" userId="84778d94-b1cc-4a48-87ce-749e1d7d6e72" providerId="ADAL" clId="{C3D24384-9576-F147-8616-8024F522CA4F}" dt="2022-01-19T16:19:43.713" v="2185" actId="1076"/>
          <ac:spMkLst>
            <pc:docMk/>
            <pc:sldMk cId="1543460795" sldId="331"/>
            <ac:spMk id="8" creationId="{35C163C5-3006-8A4C-BA63-E099F1AB9265}"/>
          </ac:spMkLst>
        </pc:spChg>
        <pc:spChg chg="add mod">
          <ac:chgData name="Davis, James C" userId="84778d94-b1cc-4a48-87ce-749e1d7d6e72" providerId="ADAL" clId="{C3D24384-9576-F147-8616-8024F522CA4F}" dt="2022-01-19T16:25:21.495" v="2505" actId="14100"/>
          <ac:spMkLst>
            <pc:docMk/>
            <pc:sldMk cId="1543460795" sldId="331"/>
            <ac:spMk id="10" creationId="{58032DD9-6C52-E64F-9DFD-AB7D2A93B9AB}"/>
          </ac:spMkLst>
        </pc:spChg>
        <pc:spChg chg="add mod">
          <ac:chgData name="Davis, James C" userId="84778d94-b1cc-4a48-87ce-749e1d7d6e72" providerId="ADAL" clId="{C3D24384-9576-F147-8616-8024F522CA4F}" dt="2022-01-19T16:25:55.469" v="2523" actId="20577"/>
          <ac:spMkLst>
            <pc:docMk/>
            <pc:sldMk cId="1543460795" sldId="331"/>
            <ac:spMk id="11" creationId="{036C096B-6B73-F148-9150-373D25BB4806}"/>
          </ac:spMkLst>
        </pc:spChg>
        <pc:spChg chg="add mod">
          <ac:chgData name="Davis, James C" userId="84778d94-b1cc-4a48-87ce-749e1d7d6e72" providerId="ADAL" clId="{C3D24384-9576-F147-8616-8024F522CA4F}" dt="2022-01-19T16:25:49.338" v="2519" actId="1076"/>
          <ac:spMkLst>
            <pc:docMk/>
            <pc:sldMk cId="1543460795" sldId="331"/>
            <ac:spMk id="13" creationId="{9C9F989C-0775-D84B-A559-126F642C08F0}"/>
          </ac:spMkLst>
        </pc:spChg>
        <pc:picChg chg="add del">
          <ac:chgData name="Davis, James C" userId="84778d94-b1cc-4a48-87ce-749e1d7d6e72" providerId="ADAL" clId="{C3D24384-9576-F147-8616-8024F522CA4F}" dt="2022-01-19T16:19:25.582" v="2174"/>
          <ac:picMkLst>
            <pc:docMk/>
            <pc:sldMk cId="1543460795" sldId="331"/>
            <ac:picMk id="2" creationId="{1C77FD7A-07B4-7544-BBCF-8AC455C409A2}"/>
          </ac:picMkLst>
        </pc:picChg>
        <pc:picChg chg="add mod">
          <ac:chgData name="Davis, James C" userId="84778d94-b1cc-4a48-87ce-749e1d7d6e72" providerId="ADAL" clId="{C3D24384-9576-F147-8616-8024F522CA4F}" dt="2022-01-19T16:19:33.510" v="2178" actId="14100"/>
          <ac:picMkLst>
            <pc:docMk/>
            <pc:sldMk cId="1543460795" sldId="331"/>
            <ac:picMk id="6" creationId="{468BFAB2-0053-F943-A593-D4F01C0E898E}"/>
          </ac:picMkLst>
        </pc:picChg>
        <pc:picChg chg="add mod">
          <ac:chgData name="Davis, James C" userId="84778d94-b1cc-4a48-87ce-749e1d7d6e72" providerId="ADAL" clId="{C3D24384-9576-F147-8616-8024F522CA4F}" dt="2022-01-19T16:19:58.019" v="2189" actId="1035"/>
          <ac:picMkLst>
            <pc:docMk/>
            <pc:sldMk cId="1543460795" sldId="331"/>
            <ac:picMk id="9" creationId="{06C9FD36-D29B-784B-ACFA-A4D7416EE66E}"/>
          </ac:picMkLst>
        </pc:picChg>
      </pc:sldChg>
      <pc:sldChg chg="addSp delSp modSp add mod delAnim chgLayout modNotesTx">
        <pc:chgData name="Davis, James C" userId="84778d94-b1cc-4a48-87ce-749e1d7d6e72" providerId="ADAL" clId="{C3D24384-9576-F147-8616-8024F522CA4F}" dt="2022-01-19T17:25:42.229" v="4783" actId="20577"/>
        <pc:sldMkLst>
          <pc:docMk/>
          <pc:sldMk cId="728823716" sldId="332"/>
        </pc:sldMkLst>
        <pc:spChg chg="add mod ord">
          <ac:chgData name="Davis, James C" userId="84778d94-b1cc-4a48-87ce-749e1d7d6e72" providerId="ADAL" clId="{C3D24384-9576-F147-8616-8024F522CA4F}" dt="2022-01-19T17:25:29.918" v="4768" actId="20577"/>
          <ac:spMkLst>
            <pc:docMk/>
            <pc:sldMk cId="728823716" sldId="332"/>
            <ac:spMk id="2" creationId="{A4BDC4D5-4445-8543-ACF1-847E70CD9601}"/>
          </ac:spMkLst>
        </pc:spChg>
        <pc:spChg chg="mod ord">
          <ac:chgData name="Davis, James C" userId="84778d94-b1cc-4a48-87ce-749e1d7d6e72" providerId="ADAL" clId="{C3D24384-9576-F147-8616-8024F522CA4F}" dt="2022-01-19T17:17:44.426" v="2572" actId="700"/>
          <ac:spMkLst>
            <pc:docMk/>
            <pc:sldMk cId="728823716" sldId="332"/>
            <ac:spMk id="3" creationId="{C24BC427-1598-7740-A3DD-3870C0F09499}"/>
          </ac:spMkLst>
        </pc:spChg>
        <pc:spChg chg="mod ord">
          <ac:chgData name="Davis, James C" userId="84778d94-b1cc-4a48-87ce-749e1d7d6e72" providerId="ADAL" clId="{C3D24384-9576-F147-8616-8024F522CA4F}" dt="2022-01-19T17:25:42.229" v="4783" actId="20577"/>
          <ac:spMkLst>
            <pc:docMk/>
            <pc:sldMk cId="728823716" sldId="332"/>
            <ac:spMk id="4" creationId="{A7E40D91-88AE-F84C-B7F8-44C9FDDCC3D7}"/>
          </ac:spMkLst>
        </pc:spChg>
        <pc:spChg chg="del mod">
          <ac:chgData name="Davis, James C" userId="84778d94-b1cc-4a48-87ce-749e1d7d6e72" providerId="ADAL" clId="{C3D24384-9576-F147-8616-8024F522CA4F}" dt="2022-01-19T17:16:57.989" v="2568" actId="478"/>
          <ac:spMkLst>
            <pc:docMk/>
            <pc:sldMk cId="728823716" sldId="332"/>
            <ac:spMk id="8" creationId="{35C163C5-3006-8A4C-BA63-E099F1AB9265}"/>
          </ac:spMkLst>
        </pc:spChg>
        <pc:spChg chg="del">
          <ac:chgData name="Davis, James C" userId="84778d94-b1cc-4a48-87ce-749e1d7d6e72" providerId="ADAL" clId="{C3D24384-9576-F147-8616-8024F522CA4F}" dt="2022-01-19T17:16:53.782" v="2563" actId="478"/>
          <ac:spMkLst>
            <pc:docMk/>
            <pc:sldMk cId="728823716" sldId="332"/>
            <ac:spMk id="10" creationId="{58032DD9-6C52-E64F-9DFD-AB7D2A93B9AB}"/>
          </ac:spMkLst>
        </pc:spChg>
        <pc:spChg chg="del">
          <ac:chgData name="Davis, James C" userId="84778d94-b1cc-4a48-87ce-749e1d7d6e72" providerId="ADAL" clId="{C3D24384-9576-F147-8616-8024F522CA4F}" dt="2022-01-19T17:16:55.488" v="2565" actId="478"/>
          <ac:spMkLst>
            <pc:docMk/>
            <pc:sldMk cId="728823716" sldId="332"/>
            <ac:spMk id="11" creationId="{036C096B-6B73-F148-9150-373D25BB4806}"/>
          </ac:spMkLst>
        </pc:spChg>
        <pc:spChg chg="del">
          <ac:chgData name="Davis, James C" userId="84778d94-b1cc-4a48-87ce-749e1d7d6e72" providerId="ADAL" clId="{C3D24384-9576-F147-8616-8024F522CA4F}" dt="2022-01-19T17:16:54.393" v="2564" actId="478"/>
          <ac:spMkLst>
            <pc:docMk/>
            <pc:sldMk cId="728823716" sldId="332"/>
            <ac:spMk id="13" creationId="{9C9F989C-0775-D84B-A559-126F642C08F0}"/>
          </ac:spMkLst>
        </pc:spChg>
        <pc:picChg chg="del">
          <ac:chgData name="Davis, James C" userId="84778d94-b1cc-4a48-87ce-749e1d7d6e72" providerId="ADAL" clId="{C3D24384-9576-F147-8616-8024F522CA4F}" dt="2022-01-19T17:16:56.691" v="2566" actId="478"/>
          <ac:picMkLst>
            <pc:docMk/>
            <pc:sldMk cId="728823716" sldId="332"/>
            <ac:picMk id="6" creationId="{468BFAB2-0053-F943-A593-D4F01C0E898E}"/>
          </ac:picMkLst>
        </pc:picChg>
        <pc:picChg chg="del">
          <ac:chgData name="Davis, James C" userId="84778d94-b1cc-4a48-87ce-749e1d7d6e72" providerId="ADAL" clId="{C3D24384-9576-F147-8616-8024F522CA4F}" dt="2022-01-19T17:16:59.259" v="2569" actId="478"/>
          <ac:picMkLst>
            <pc:docMk/>
            <pc:sldMk cId="728823716" sldId="332"/>
            <ac:picMk id="9" creationId="{06C9FD36-D29B-784B-ACFA-A4D7416EE66E}"/>
          </ac:picMkLst>
        </pc:picChg>
      </pc:sldChg>
      <pc:sldChg chg="modSp add mod">
        <pc:chgData name="Davis, James C" userId="84778d94-b1cc-4a48-87ce-749e1d7d6e72" providerId="ADAL" clId="{C3D24384-9576-F147-8616-8024F522CA4F}" dt="2022-01-19T17:30:21.199" v="4998" actId="20577"/>
        <pc:sldMkLst>
          <pc:docMk/>
          <pc:sldMk cId="4226973084" sldId="333"/>
        </pc:sldMkLst>
        <pc:spChg chg="mod">
          <ac:chgData name="Davis, James C" userId="84778d94-b1cc-4a48-87ce-749e1d7d6e72" providerId="ADAL" clId="{C3D24384-9576-F147-8616-8024F522CA4F}" dt="2022-01-19T17:30:21.199" v="4998" actId="20577"/>
          <ac:spMkLst>
            <pc:docMk/>
            <pc:sldMk cId="4226973084" sldId="333"/>
            <ac:spMk id="3" creationId="{DC44EF89-6B27-EA4B-97A7-CBF3A3046CAE}"/>
          </ac:spMkLst>
        </pc:spChg>
      </pc:sldChg>
      <pc:sldChg chg="modSp add del mod">
        <pc:chgData name="Davis, James C" userId="84778d94-b1cc-4a48-87ce-749e1d7d6e72" providerId="ADAL" clId="{C3D24384-9576-F147-8616-8024F522CA4F}" dt="2022-01-19T17:32:17.154" v="5114" actId="2696"/>
        <pc:sldMkLst>
          <pc:docMk/>
          <pc:sldMk cId="3026068978" sldId="334"/>
        </pc:sldMkLst>
        <pc:spChg chg="mod">
          <ac:chgData name="Davis, James C" userId="84778d94-b1cc-4a48-87ce-749e1d7d6e72" providerId="ADAL" clId="{C3D24384-9576-F147-8616-8024F522CA4F}" dt="2022-01-19T17:31:13.209" v="5043" actId="20577"/>
          <ac:spMkLst>
            <pc:docMk/>
            <pc:sldMk cId="3026068978" sldId="334"/>
            <ac:spMk id="3" creationId="{DC44EF89-6B27-EA4B-97A7-CBF3A3046CAE}"/>
          </ac:spMkLst>
        </pc:spChg>
      </pc:sldChg>
      <pc:sldChg chg="modSp add mod">
        <pc:chgData name="Davis, James C" userId="84778d94-b1cc-4a48-87ce-749e1d7d6e72" providerId="ADAL" clId="{C3D24384-9576-F147-8616-8024F522CA4F}" dt="2022-01-19T17:31:24.252" v="5070" actId="6549"/>
        <pc:sldMkLst>
          <pc:docMk/>
          <pc:sldMk cId="3700356998" sldId="335"/>
        </pc:sldMkLst>
        <pc:spChg chg="mod">
          <ac:chgData name="Davis, James C" userId="84778d94-b1cc-4a48-87ce-749e1d7d6e72" providerId="ADAL" clId="{C3D24384-9576-F147-8616-8024F522CA4F}" dt="2022-01-19T17:31:24.252" v="5070" actId="6549"/>
          <ac:spMkLst>
            <pc:docMk/>
            <pc:sldMk cId="3700356998" sldId="335"/>
            <ac:spMk id="3" creationId="{DC44EF89-6B27-EA4B-97A7-CBF3A3046CAE}"/>
          </ac:spMkLst>
        </pc:spChg>
      </pc:sldChg>
      <pc:sldChg chg="addSp delSp modSp add mod modAnim modNotesTx">
        <pc:chgData name="Davis, James C" userId="84778d94-b1cc-4a48-87ce-749e1d7d6e72" providerId="ADAL" clId="{C3D24384-9576-F147-8616-8024F522CA4F}" dt="2022-01-19T19:00:24.884" v="8436" actId="6549"/>
        <pc:sldMkLst>
          <pc:docMk/>
          <pc:sldMk cId="3092474482" sldId="336"/>
        </pc:sldMkLst>
        <pc:spChg chg="add del mod">
          <ac:chgData name="Davis, James C" userId="84778d94-b1cc-4a48-87ce-749e1d7d6e72" providerId="ADAL" clId="{C3D24384-9576-F147-8616-8024F522CA4F}" dt="2022-01-19T17:36:16.919" v="5511"/>
          <ac:spMkLst>
            <pc:docMk/>
            <pc:sldMk cId="3092474482" sldId="336"/>
            <ac:spMk id="2" creationId="{9A81A044-3BD6-7046-8BC0-8AF48FD801BF}"/>
          </ac:spMkLst>
        </pc:spChg>
        <pc:spChg chg="mod">
          <ac:chgData name="Davis, James C" userId="84778d94-b1cc-4a48-87ce-749e1d7d6e72" providerId="ADAL" clId="{C3D24384-9576-F147-8616-8024F522CA4F}" dt="2022-01-19T17:32:09.850" v="5113" actId="1076"/>
          <ac:spMkLst>
            <pc:docMk/>
            <pc:sldMk cId="3092474482" sldId="336"/>
            <ac:spMk id="3" creationId="{DC44EF89-6B27-EA4B-97A7-CBF3A3046CAE}"/>
          </ac:spMkLst>
        </pc:spChg>
        <pc:spChg chg="add mod">
          <ac:chgData name="Davis, James C" userId="84778d94-b1cc-4a48-87ce-749e1d7d6e72" providerId="ADAL" clId="{C3D24384-9576-F147-8616-8024F522CA4F}" dt="2022-01-19T17:36:02.931" v="5504" actId="20577"/>
          <ac:spMkLst>
            <pc:docMk/>
            <pc:sldMk cId="3092474482" sldId="336"/>
            <ac:spMk id="5" creationId="{082D424F-C8D1-8942-845F-D98A635923E6}"/>
          </ac:spMkLst>
        </pc:spChg>
      </pc:sldChg>
      <pc:sldChg chg="modSp new del mod">
        <pc:chgData name="Davis, James C" userId="84778d94-b1cc-4a48-87ce-749e1d7d6e72" providerId="ADAL" clId="{C3D24384-9576-F147-8616-8024F522CA4F}" dt="2022-01-19T17:31:52.210" v="5091" actId="2696"/>
        <pc:sldMkLst>
          <pc:docMk/>
          <pc:sldMk cId="3663950599" sldId="336"/>
        </pc:sldMkLst>
        <pc:spChg chg="mod">
          <ac:chgData name="Davis, James C" userId="84778d94-b1cc-4a48-87ce-749e1d7d6e72" providerId="ADAL" clId="{C3D24384-9576-F147-8616-8024F522CA4F}" dt="2022-01-19T17:31:50.348" v="5090" actId="20577"/>
          <ac:spMkLst>
            <pc:docMk/>
            <pc:sldMk cId="3663950599" sldId="336"/>
            <ac:spMk id="3" creationId="{5F943C99-36C3-D145-AD2A-57F78961E7D8}"/>
          </ac:spMkLst>
        </pc:spChg>
      </pc:sldChg>
      <pc:sldChg chg="addSp delSp modSp add del mod">
        <pc:chgData name="Davis, James C" userId="84778d94-b1cc-4a48-87ce-749e1d7d6e72" providerId="ADAL" clId="{C3D24384-9576-F147-8616-8024F522CA4F}" dt="2022-01-19T17:36:38.761" v="5559" actId="2696"/>
        <pc:sldMkLst>
          <pc:docMk/>
          <pc:sldMk cId="602943900" sldId="337"/>
        </pc:sldMkLst>
        <pc:spChg chg="add del mod">
          <ac:chgData name="Davis, James C" userId="84778d94-b1cc-4a48-87ce-749e1d7d6e72" providerId="ADAL" clId="{C3D24384-9576-F147-8616-8024F522CA4F}" dt="2022-01-19T17:36:34.028" v="5557"/>
          <ac:spMkLst>
            <pc:docMk/>
            <pc:sldMk cId="602943900" sldId="337"/>
            <ac:spMk id="2" creationId="{30DA7DC5-E643-C74A-8940-AE95C652D52A}"/>
          </ac:spMkLst>
        </pc:spChg>
        <pc:spChg chg="mod">
          <ac:chgData name="Davis, James C" userId="84778d94-b1cc-4a48-87ce-749e1d7d6e72" providerId="ADAL" clId="{C3D24384-9576-F147-8616-8024F522CA4F}" dt="2022-01-19T17:36:34.028" v="5557"/>
          <ac:spMkLst>
            <pc:docMk/>
            <pc:sldMk cId="602943900" sldId="337"/>
            <ac:spMk id="3" creationId="{2BECA449-BFB1-4E45-947E-00B760C88DD9}"/>
          </ac:spMkLst>
        </pc:spChg>
        <pc:spChg chg="del">
          <ac:chgData name="Davis, James C" userId="84778d94-b1cc-4a48-87ce-749e1d7d6e72" providerId="ADAL" clId="{C3D24384-9576-F147-8616-8024F522CA4F}" dt="2022-01-19T17:36:35.635" v="5558" actId="478"/>
          <ac:spMkLst>
            <pc:docMk/>
            <pc:sldMk cId="602943900" sldId="337"/>
            <ac:spMk id="4" creationId="{A1CA7DFC-48EE-4647-ACB8-F426B81BA05A}"/>
          </ac:spMkLst>
        </pc:spChg>
        <pc:spChg chg="del mod">
          <ac:chgData name="Davis, James C" userId="84778d94-b1cc-4a48-87ce-749e1d7d6e72" providerId="ADAL" clId="{C3D24384-9576-F147-8616-8024F522CA4F}" dt="2022-01-19T17:36:35.635" v="5558" actId="478"/>
          <ac:spMkLst>
            <pc:docMk/>
            <pc:sldMk cId="602943900" sldId="337"/>
            <ac:spMk id="5" creationId="{F95C8DED-FE93-3D4B-8ED9-87C178CD54E1}"/>
          </ac:spMkLst>
        </pc:spChg>
        <pc:spChg chg="add del mod">
          <ac:chgData name="Davis, James C" userId="84778d94-b1cc-4a48-87ce-749e1d7d6e72" providerId="ADAL" clId="{C3D24384-9576-F147-8616-8024F522CA4F}" dt="2022-01-19T17:36:34.028" v="5557"/>
          <ac:spMkLst>
            <pc:docMk/>
            <pc:sldMk cId="602943900" sldId="337"/>
            <ac:spMk id="8" creationId="{278350FE-FD9B-4747-BC91-106F815AF9DD}"/>
          </ac:spMkLst>
        </pc:spChg>
        <pc:spChg chg="add del mod">
          <ac:chgData name="Davis, James C" userId="84778d94-b1cc-4a48-87ce-749e1d7d6e72" providerId="ADAL" clId="{C3D24384-9576-F147-8616-8024F522CA4F}" dt="2022-01-19T17:36:34.028" v="5557"/>
          <ac:spMkLst>
            <pc:docMk/>
            <pc:sldMk cId="602943900" sldId="337"/>
            <ac:spMk id="9" creationId="{67B751AD-46B8-3249-8D84-33FD79065F2A}"/>
          </ac:spMkLst>
        </pc:spChg>
        <pc:picChg chg="del">
          <ac:chgData name="Davis, James C" userId="84778d94-b1cc-4a48-87ce-749e1d7d6e72" providerId="ADAL" clId="{C3D24384-9576-F147-8616-8024F522CA4F}" dt="2022-01-19T17:36:35.635" v="5558" actId="478"/>
          <ac:picMkLst>
            <pc:docMk/>
            <pc:sldMk cId="602943900" sldId="337"/>
            <ac:picMk id="6" creationId="{4CA47AAE-D4D0-5947-B1A0-530906CB8AB5}"/>
          </ac:picMkLst>
        </pc:picChg>
        <pc:picChg chg="del">
          <ac:chgData name="Davis, James C" userId="84778d94-b1cc-4a48-87ce-749e1d7d6e72" providerId="ADAL" clId="{C3D24384-9576-F147-8616-8024F522CA4F}" dt="2022-01-19T17:36:35.635" v="5558" actId="478"/>
          <ac:picMkLst>
            <pc:docMk/>
            <pc:sldMk cId="602943900" sldId="337"/>
            <ac:picMk id="7" creationId="{0E2B4CEB-CAE4-4D4C-8C4F-CEE9677FE6F3}"/>
          </ac:picMkLst>
        </pc:picChg>
        <pc:cxnChg chg="del mod">
          <ac:chgData name="Davis, James C" userId="84778d94-b1cc-4a48-87ce-749e1d7d6e72" providerId="ADAL" clId="{C3D24384-9576-F147-8616-8024F522CA4F}" dt="2022-01-19T17:36:35.635" v="5558" actId="478"/>
          <ac:cxnSpMkLst>
            <pc:docMk/>
            <pc:sldMk cId="602943900" sldId="337"/>
            <ac:cxnSpMk id="11" creationId="{6182B6E3-AB38-804D-8E33-DEF362E34CA7}"/>
          </ac:cxnSpMkLst>
        </pc:cxnChg>
      </pc:sldChg>
      <pc:sldChg chg="addSp delSp modSp add mod modNotesTx">
        <pc:chgData name="Davis, James C" userId="84778d94-b1cc-4a48-87ce-749e1d7d6e72" providerId="ADAL" clId="{C3D24384-9576-F147-8616-8024F522CA4F}" dt="2022-01-19T19:28:54.508" v="10738" actId="20577"/>
        <pc:sldMkLst>
          <pc:docMk/>
          <pc:sldMk cId="2275955638" sldId="337"/>
        </pc:sldMkLst>
        <pc:picChg chg="add del mod">
          <ac:chgData name="Davis, James C" userId="84778d94-b1cc-4a48-87ce-749e1d7d6e72" providerId="ADAL" clId="{C3D24384-9576-F147-8616-8024F522CA4F}" dt="2022-01-19T19:27:19.354" v="10325" actId="478"/>
          <ac:picMkLst>
            <pc:docMk/>
            <pc:sldMk cId="2275955638" sldId="337"/>
            <ac:picMk id="2" creationId="{D26FD5C0-B513-7746-8E1E-468FF55DED5E}"/>
          </ac:picMkLst>
        </pc:picChg>
        <pc:picChg chg="add mod">
          <ac:chgData name="Davis, James C" userId="84778d94-b1cc-4a48-87ce-749e1d7d6e72" providerId="ADAL" clId="{C3D24384-9576-F147-8616-8024F522CA4F}" dt="2022-01-19T19:27:25.556" v="10328" actId="1076"/>
          <ac:picMkLst>
            <pc:docMk/>
            <pc:sldMk cId="2275955638" sldId="337"/>
            <ac:picMk id="4" creationId="{4F9BF665-7CDE-8D47-8ED0-49DC4C97580D}"/>
          </ac:picMkLst>
        </pc:picChg>
      </pc:sldChg>
      <pc:sldChg chg="addSp modSp add del mod">
        <pc:chgData name="Davis, James C" userId="84778d94-b1cc-4a48-87ce-749e1d7d6e72" providerId="ADAL" clId="{C3D24384-9576-F147-8616-8024F522CA4F}" dt="2022-01-19T19:17:37.642" v="9043" actId="2696"/>
        <pc:sldMkLst>
          <pc:docMk/>
          <pc:sldMk cId="1890562913" sldId="338"/>
        </pc:sldMkLst>
        <pc:spChg chg="add mod">
          <ac:chgData name="Davis, James C" userId="84778d94-b1cc-4a48-87ce-749e1d7d6e72" providerId="ADAL" clId="{C3D24384-9576-F147-8616-8024F522CA4F}" dt="2022-01-19T17:38:44.448" v="5844" actId="20577"/>
          <ac:spMkLst>
            <pc:docMk/>
            <pc:sldMk cId="1890562913" sldId="338"/>
            <ac:spMk id="2" creationId="{16E584CC-BE32-E54A-BB03-94141EA3A051}"/>
          </ac:spMkLst>
        </pc:spChg>
        <pc:spChg chg="mod">
          <ac:chgData name="Davis, James C" userId="84778d94-b1cc-4a48-87ce-749e1d7d6e72" providerId="ADAL" clId="{C3D24384-9576-F147-8616-8024F522CA4F}" dt="2022-01-19T17:38:36.131" v="5826" actId="20577"/>
          <ac:spMkLst>
            <pc:docMk/>
            <pc:sldMk cId="1890562913" sldId="338"/>
            <ac:spMk id="3" creationId="{2BECA449-BFB1-4E45-947E-00B760C88DD9}"/>
          </ac:spMkLst>
        </pc:spChg>
      </pc:sldChg>
      <pc:sldChg chg="addSp delSp modSp new mod modClrScheme chgLayout modNotesTx">
        <pc:chgData name="Davis, James C" userId="84778d94-b1cc-4a48-87ce-749e1d7d6e72" providerId="ADAL" clId="{C3D24384-9576-F147-8616-8024F522CA4F}" dt="2022-01-19T19:26:10.512" v="10320" actId="20577"/>
        <pc:sldMkLst>
          <pc:docMk/>
          <pc:sldMk cId="2629607491" sldId="339"/>
        </pc:sldMkLst>
        <pc:spChg chg="del mod ord">
          <ac:chgData name="Davis, James C" userId="84778d94-b1cc-4a48-87ce-749e1d7d6e72" providerId="ADAL" clId="{C3D24384-9576-F147-8616-8024F522CA4F}" dt="2022-01-19T17:37:00.355" v="5595" actId="700"/>
          <ac:spMkLst>
            <pc:docMk/>
            <pc:sldMk cId="2629607491" sldId="339"/>
            <ac:spMk id="2" creationId="{873BF9B3-423A-5D4B-B8BF-E278DF461A5C}"/>
          </ac:spMkLst>
        </pc:spChg>
        <pc:spChg chg="mod ord">
          <ac:chgData name="Davis, James C" userId="84778d94-b1cc-4a48-87ce-749e1d7d6e72" providerId="ADAL" clId="{C3D24384-9576-F147-8616-8024F522CA4F}" dt="2022-01-19T17:37:00.355" v="5595" actId="700"/>
          <ac:spMkLst>
            <pc:docMk/>
            <pc:sldMk cId="2629607491" sldId="339"/>
            <ac:spMk id="3" creationId="{8BA68D37-7637-7C40-B7E7-F5CD43D1567B}"/>
          </ac:spMkLst>
        </pc:spChg>
        <pc:spChg chg="add mod ord">
          <ac:chgData name="Davis, James C" userId="84778d94-b1cc-4a48-87ce-749e1d7d6e72" providerId="ADAL" clId="{C3D24384-9576-F147-8616-8024F522CA4F}" dt="2022-01-19T17:37:10.008" v="5648" actId="6549"/>
          <ac:spMkLst>
            <pc:docMk/>
            <pc:sldMk cId="2629607491" sldId="339"/>
            <ac:spMk id="4" creationId="{C34981CD-9751-6D48-B755-2DAFC75C4AB3}"/>
          </ac:spMkLst>
        </pc:spChg>
        <pc:spChg chg="add del mod ord">
          <ac:chgData name="Davis, James C" userId="84778d94-b1cc-4a48-87ce-749e1d7d6e72" providerId="ADAL" clId="{C3D24384-9576-F147-8616-8024F522CA4F}" dt="2022-01-19T19:22:24.219" v="10144" actId="478"/>
          <ac:spMkLst>
            <pc:docMk/>
            <pc:sldMk cId="2629607491" sldId="339"/>
            <ac:spMk id="5" creationId="{EBE7D9DD-D453-614E-9660-BFE1ECE66F0D}"/>
          </ac:spMkLst>
        </pc:spChg>
        <pc:spChg chg="add mod">
          <ac:chgData name="Davis, James C" userId="84778d94-b1cc-4a48-87ce-749e1d7d6e72" providerId="ADAL" clId="{C3D24384-9576-F147-8616-8024F522CA4F}" dt="2022-01-19T19:22:29.375" v="10147" actId="1076"/>
          <ac:spMkLst>
            <pc:docMk/>
            <pc:sldMk cId="2629607491" sldId="339"/>
            <ac:spMk id="6" creationId="{65150955-B680-694B-8F17-17B224223B05}"/>
          </ac:spMkLst>
        </pc:spChg>
        <pc:picChg chg="add mod">
          <ac:chgData name="Davis, James C" userId="84778d94-b1cc-4a48-87ce-749e1d7d6e72" providerId="ADAL" clId="{C3D24384-9576-F147-8616-8024F522CA4F}" dt="2022-01-19T19:22:22.974" v="10143" actId="1076"/>
          <ac:picMkLst>
            <pc:docMk/>
            <pc:sldMk cId="2629607491" sldId="339"/>
            <ac:picMk id="3074" creationId="{36EA0759-8C8F-5E48-8697-6061928845C3}"/>
          </ac:picMkLst>
        </pc:picChg>
      </pc:sldChg>
      <pc:sldChg chg="addSp delSp modSp add mod addAnim delAnim modAnim modNotesTx">
        <pc:chgData name="Davis, James C" userId="84778d94-b1cc-4a48-87ce-749e1d7d6e72" providerId="ADAL" clId="{C3D24384-9576-F147-8616-8024F522CA4F}" dt="2022-01-19T19:20:27.137" v="9980" actId="20577"/>
        <pc:sldMkLst>
          <pc:docMk/>
          <pc:sldMk cId="3487360237" sldId="340"/>
        </pc:sldMkLst>
        <pc:spChg chg="mod">
          <ac:chgData name="Davis, James C" userId="84778d94-b1cc-4a48-87ce-749e1d7d6e72" providerId="ADAL" clId="{C3D24384-9576-F147-8616-8024F522CA4F}" dt="2022-01-19T19:17:57.816" v="9045"/>
          <ac:spMkLst>
            <pc:docMk/>
            <pc:sldMk cId="3487360237" sldId="340"/>
            <ac:spMk id="3" creationId="{8BA68D37-7637-7C40-B7E7-F5CD43D1567B}"/>
          </ac:spMkLst>
        </pc:spChg>
        <pc:spChg chg="mod">
          <ac:chgData name="Davis, James C" userId="84778d94-b1cc-4a48-87ce-749e1d7d6e72" providerId="ADAL" clId="{C3D24384-9576-F147-8616-8024F522CA4F}" dt="2022-01-19T19:17:57.891" v="9046" actId="27636"/>
          <ac:spMkLst>
            <pc:docMk/>
            <pc:sldMk cId="3487360237" sldId="340"/>
            <ac:spMk id="4" creationId="{C34981CD-9751-6D48-B755-2DAFC75C4AB3}"/>
          </ac:spMkLst>
        </pc:spChg>
        <pc:spChg chg="del">
          <ac:chgData name="Davis, James C" userId="84778d94-b1cc-4a48-87ce-749e1d7d6e72" providerId="ADAL" clId="{C3D24384-9576-F147-8616-8024F522CA4F}" dt="2022-01-19T18:49:06.100" v="6190" actId="478"/>
          <ac:spMkLst>
            <pc:docMk/>
            <pc:sldMk cId="3487360237" sldId="340"/>
            <ac:spMk id="5" creationId="{EBE7D9DD-D453-614E-9660-BFE1ECE66F0D}"/>
          </ac:spMkLst>
        </pc:spChg>
        <pc:spChg chg="add del mod">
          <ac:chgData name="Davis, James C" userId="84778d94-b1cc-4a48-87ce-749e1d7d6e72" providerId="ADAL" clId="{C3D24384-9576-F147-8616-8024F522CA4F}" dt="2022-01-19T19:17:41.612" v="9044" actId="478"/>
          <ac:spMkLst>
            <pc:docMk/>
            <pc:sldMk cId="3487360237" sldId="340"/>
            <ac:spMk id="6" creationId="{93BB6A21-11E9-3D4D-A319-939D1BFC21F7}"/>
          </ac:spMkLst>
        </pc:spChg>
        <pc:spChg chg="add del mod">
          <ac:chgData name="Davis, James C" userId="84778d94-b1cc-4a48-87ce-749e1d7d6e72" providerId="ADAL" clId="{C3D24384-9576-F147-8616-8024F522CA4F}" dt="2022-01-19T19:17:41.612" v="9044" actId="478"/>
          <ac:spMkLst>
            <pc:docMk/>
            <pc:sldMk cId="3487360237" sldId="340"/>
            <ac:spMk id="7" creationId="{0ED5C255-B806-E54B-9482-9C1BF79A303E}"/>
          </ac:spMkLst>
        </pc:spChg>
        <pc:spChg chg="add del mod">
          <ac:chgData name="Davis, James C" userId="84778d94-b1cc-4a48-87ce-749e1d7d6e72" providerId="ADAL" clId="{C3D24384-9576-F147-8616-8024F522CA4F}" dt="2022-01-19T19:17:41.612" v="9044" actId="478"/>
          <ac:spMkLst>
            <pc:docMk/>
            <pc:sldMk cId="3487360237" sldId="340"/>
            <ac:spMk id="8" creationId="{B24193A4-1950-1844-94FA-DD3F3170C60C}"/>
          </ac:spMkLst>
        </pc:spChg>
        <pc:spChg chg="add del mod">
          <ac:chgData name="Davis, James C" userId="84778d94-b1cc-4a48-87ce-749e1d7d6e72" providerId="ADAL" clId="{C3D24384-9576-F147-8616-8024F522CA4F}" dt="2022-01-19T19:17:41.612" v="9044" actId="478"/>
          <ac:spMkLst>
            <pc:docMk/>
            <pc:sldMk cId="3487360237" sldId="340"/>
            <ac:spMk id="9" creationId="{55364758-C8AE-ED49-8466-E2CE12D71D59}"/>
          </ac:spMkLst>
        </pc:spChg>
        <pc:spChg chg="add del mod">
          <ac:chgData name="Davis, James C" userId="84778d94-b1cc-4a48-87ce-749e1d7d6e72" providerId="ADAL" clId="{C3D24384-9576-F147-8616-8024F522CA4F}" dt="2022-01-19T19:17:41.612" v="9044" actId="478"/>
          <ac:spMkLst>
            <pc:docMk/>
            <pc:sldMk cId="3487360237" sldId="340"/>
            <ac:spMk id="10" creationId="{1E2DE31E-3367-B046-B278-2B3E198B10D5}"/>
          </ac:spMkLst>
        </pc:spChg>
        <pc:spChg chg="add del mod">
          <ac:chgData name="Davis, James C" userId="84778d94-b1cc-4a48-87ce-749e1d7d6e72" providerId="ADAL" clId="{C3D24384-9576-F147-8616-8024F522CA4F}" dt="2022-01-19T19:17:57.816" v="9045"/>
          <ac:spMkLst>
            <pc:docMk/>
            <pc:sldMk cId="3487360237" sldId="340"/>
            <ac:spMk id="22" creationId="{2901BAEA-A275-444E-9B00-29D512AB3AED}"/>
          </ac:spMkLst>
        </pc:spChg>
        <pc:spChg chg="add del mod">
          <ac:chgData name="Davis, James C" userId="84778d94-b1cc-4a48-87ce-749e1d7d6e72" providerId="ADAL" clId="{C3D24384-9576-F147-8616-8024F522CA4F}" dt="2022-01-19T19:17:57.816" v="9045"/>
          <ac:spMkLst>
            <pc:docMk/>
            <pc:sldMk cId="3487360237" sldId="340"/>
            <ac:spMk id="23" creationId="{3F892773-D49C-C44F-A267-7B4FF8C9AF1A}"/>
          </ac:spMkLst>
        </pc:spChg>
        <pc:spChg chg="add mod">
          <ac:chgData name="Davis, James C" userId="84778d94-b1cc-4a48-87ce-749e1d7d6e72" providerId="ADAL" clId="{C3D24384-9576-F147-8616-8024F522CA4F}" dt="2022-01-19T19:18:16.382" v="9123" actId="14"/>
          <ac:spMkLst>
            <pc:docMk/>
            <pc:sldMk cId="3487360237" sldId="340"/>
            <ac:spMk id="24" creationId="{AEF0228D-66FB-FF46-A0F6-50769CD81133}"/>
          </ac:spMkLst>
        </pc:spChg>
        <pc:picChg chg="add del mod">
          <ac:chgData name="Davis, James C" userId="84778d94-b1cc-4a48-87ce-749e1d7d6e72" providerId="ADAL" clId="{C3D24384-9576-F147-8616-8024F522CA4F}" dt="2022-01-19T18:51:22.812" v="6579" actId="478"/>
          <ac:picMkLst>
            <pc:docMk/>
            <pc:sldMk cId="3487360237" sldId="340"/>
            <ac:picMk id="2" creationId="{8D1814EA-E17A-AB42-BED2-719726D34FC8}"/>
          </ac:picMkLst>
        </pc:picChg>
        <pc:cxnChg chg="add del mod">
          <ac:chgData name="Davis, James C" userId="84778d94-b1cc-4a48-87ce-749e1d7d6e72" providerId="ADAL" clId="{C3D24384-9576-F147-8616-8024F522CA4F}" dt="2022-01-19T19:17:41.612" v="9044" actId="478"/>
          <ac:cxnSpMkLst>
            <pc:docMk/>
            <pc:sldMk cId="3487360237" sldId="340"/>
            <ac:cxnSpMk id="12" creationId="{58F73F1C-A23D-0842-B5E0-BFB74DF0A9B8}"/>
          </ac:cxnSpMkLst>
        </pc:cxnChg>
        <pc:cxnChg chg="add del mod">
          <ac:chgData name="Davis, James C" userId="84778d94-b1cc-4a48-87ce-749e1d7d6e72" providerId="ADAL" clId="{C3D24384-9576-F147-8616-8024F522CA4F}" dt="2022-01-19T19:17:41.612" v="9044" actId="478"/>
          <ac:cxnSpMkLst>
            <pc:docMk/>
            <pc:sldMk cId="3487360237" sldId="340"/>
            <ac:cxnSpMk id="13" creationId="{F702A08F-0352-1D4A-92BD-4ACE06F3D471}"/>
          </ac:cxnSpMkLst>
        </pc:cxnChg>
        <pc:cxnChg chg="add del mod">
          <ac:chgData name="Davis, James C" userId="84778d94-b1cc-4a48-87ce-749e1d7d6e72" providerId="ADAL" clId="{C3D24384-9576-F147-8616-8024F522CA4F}" dt="2022-01-19T19:17:41.612" v="9044" actId="478"/>
          <ac:cxnSpMkLst>
            <pc:docMk/>
            <pc:sldMk cId="3487360237" sldId="340"/>
            <ac:cxnSpMk id="16" creationId="{5B860A2C-F27B-D748-96B5-C21B648E10AD}"/>
          </ac:cxnSpMkLst>
        </pc:cxnChg>
        <pc:cxnChg chg="add del mod">
          <ac:chgData name="Davis, James C" userId="84778d94-b1cc-4a48-87ce-749e1d7d6e72" providerId="ADAL" clId="{C3D24384-9576-F147-8616-8024F522CA4F}" dt="2022-01-19T19:17:41.612" v="9044" actId="478"/>
          <ac:cxnSpMkLst>
            <pc:docMk/>
            <pc:sldMk cId="3487360237" sldId="340"/>
            <ac:cxnSpMk id="19" creationId="{C8E14C5F-C6DB-D44A-8785-0538FF3FE31B}"/>
          </ac:cxnSpMkLst>
        </pc:cxnChg>
      </pc:sldChg>
      <pc:sldChg chg="modSp new del mod">
        <pc:chgData name="Davis, James C" userId="84778d94-b1cc-4a48-87ce-749e1d7d6e72" providerId="ADAL" clId="{C3D24384-9576-F147-8616-8024F522CA4F}" dt="2022-01-19T19:23:17.142" v="10150" actId="2696"/>
        <pc:sldMkLst>
          <pc:docMk/>
          <pc:sldMk cId="3828688381" sldId="341"/>
        </pc:sldMkLst>
        <pc:spChg chg="mod">
          <ac:chgData name="Davis, James C" userId="84778d94-b1cc-4a48-87ce-749e1d7d6e72" providerId="ADAL" clId="{C3D24384-9576-F147-8616-8024F522CA4F}" dt="2022-01-19T17:38:55.765" v="5861" actId="20577"/>
          <ac:spMkLst>
            <pc:docMk/>
            <pc:sldMk cId="3828688381" sldId="341"/>
            <ac:spMk id="2" creationId="{721114DC-04B7-BB42-9BE3-6F0DCBF7EE06}"/>
          </ac:spMkLst>
        </pc:spChg>
      </pc:sldChg>
      <pc:sldChg chg="addSp delSp modSp add mod modAnim">
        <pc:chgData name="Davis, James C" userId="84778d94-b1cc-4a48-87ce-749e1d7d6e72" providerId="ADAL" clId="{C3D24384-9576-F147-8616-8024F522CA4F}" dt="2022-01-19T17:44:30.076" v="6063"/>
        <pc:sldMkLst>
          <pc:docMk/>
          <pc:sldMk cId="2115629209" sldId="342"/>
        </pc:sldMkLst>
        <pc:spChg chg="del">
          <ac:chgData name="Davis, James C" userId="84778d94-b1cc-4a48-87ce-749e1d7d6e72" providerId="ADAL" clId="{C3D24384-9576-F147-8616-8024F522CA4F}" dt="2022-01-19T17:43:11.772" v="5865" actId="478"/>
          <ac:spMkLst>
            <pc:docMk/>
            <pc:sldMk cId="2115629209" sldId="342"/>
            <ac:spMk id="3" creationId="{DC44EF89-6B27-EA4B-97A7-CBF3A3046CAE}"/>
          </ac:spMkLst>
        </pc:spChg>
        <pc:spChg chg="add mod">
          <ac:chgData name="Davis, James C" userId="84778d94-b1cc-4a48-87ce-749e1d7d6e72" providerId="ADAL" clId="{C3D24384-9576-F147-8616-8024F522CA4F}" dt="2022-01-19T17:43:52.895" v="5956" actId="1076"/>
          <ac:spMkLst>
            <pc:docMk/>
            <pc:sldMk cId="2115629209" sldId="342"/>
            <ac:spMk id="5" creationId="{FDB85F39-FDBF-254D-BA70-1E8FA92D6454}"/>
          </ac:spMkLst>
        </pc:spChg>
        <pc:spChg chg="add mod">
          <ac:chgData name="Davis, James C" userId="84778d94-b1cc-4a48-87ce-749e1d7d6e72" providerId="ADAL" clId="{C3D24384-9576-F147-8616-8024F522CA4F}" dt="2022-01-19T17:44:02.106" v="5958" actId="1076"/>
          <ac:spMkLst>
            <pc:docMk/>
            <pc:sldMk cId="2115629209" sldId="342"/>
            <ac:spMk id="8" creationId="{2A63E62E-2870-F849-BE72-FE8EC892B988}"/>
          </ac:spMkLst>
        </pc:spChg>
        <pc:spChg chg="add mod">
          <ac:chgData name="Davis, James C" userId="84778d94-b1cc-4a48-87ce-749e1d7d6e72" providerId="ADAL" clId="{C3D24384-9576-F147-8616-8024F522CA4F}" dt="2022-01-19T17:44:02.106" v="5958" actId="1076"/>
          <ac:spMkLst>
            <pc:docMk/>
            <pc:sldMk cId="2115629209" sldId="342"/>
            <ac:spMk id="9" creationId="{60EFC090-0950-2B4E-865A-0515AE63783E}"/>
          </ac:spMkLst>
        </pc:spChg>
        <pc:spChg chg="add mod">
          <ac:chgData name="Davis, James C" userId="84778d94-b1cc-4a48-87ce-749e1d7d6e72" providerId="ADAL" clId="{C3D24384-9576-F147-8616-8024F522CA4F}" dt="2022-01-19T17:44:25.458" v="6062" actId="20577"/>
          <ac:spMkLst>
            <pc:docMk/>
            <pc:sldMk cId="2115629209" sldId="342"/>
            <ac:spMk id="10" creationId="{AAA45938-BB26-4C40-A26D-8ADBF8B5BF55}"/>
          </ac:spMkLst>
        </pc:spChg>
        <pc:picChg chg="add mod">
          <ac:chgData name="Davis, James C" userId="84778d94-b1cc-4a48-87ce-749e1d7d6e72" providerId="ADAL" clId="{C3D24384-9576-F147-8616-8024F522CA4F}" dt="2022-01-19T17:44:02.106" v="5958" actId="1076"/>
          <ac:picMkLst>
            <pc:docMk/>
            <pc:sldMk cId="2115629209" sldId="342"/>
            <ac:picMk id="6" creationId="{F2CBE01C-70CD-7044-A880-6B15797DAD90}"/>
          </ac:picMkLst>
        </pc:picChg>
        <pc:picChg chg="add mod">
          <ac:chgData name="Davis, James C" userId="84778d94-b1cc-4a48-87ce-749e1d7d6e72" providerId="ADAL" clId="{C3D24384-9576-F147-8616-8024F522CA4F}" dt="2022-01-19T17:44:02.106" v="5958" actId="1076"/>
          <ac:picMkLst>
            <pc:docMk/>
            <pc:sldMk cId="2115629209" sldId="342"/>
            <ac:picMk id="7" creationId="{0D0CC5D2-C23C-C94F-A7F4-7508849A9AC8}"/>
          </ac:picMkLst>
        </pc:picChg>
      </pc:sldChg>
      <pc:sldChg chg="modSp add mod">
        <pc:chgData name="Davis, James C" userId="84778d94-b1cc-4a48-87ce-749e1d7d6e72" providerId="ADAL" clId="{C3D24384-9576-F147-8616-8024F522CA4F}" dt="2022-01-19T18:46:00.369" v="6174" actId="20577"/>
        <pc:sldMkLst>
          <pc:docMk/>
          <pc:sldMk cId="2360516860" sldId="343"/>
        </pc:sldMkLst>
        <pc:spChg chg="mod">
          <ac:chgData name="Davis, James C" userId="84778d94-b1cc-4a48-87ce-749e1d7d6e72" providerId="ADAL" clId="{C3D24384-9576-F147-8616-8024F522CA4F}" dt="2022-01-19T18:46:00.369" v="6174" actId="20577"/>
          <ac:spMkLst>
            <pc:docMk/>
            <pc:sldMk cId="2360516860" sldId="343"/>
            <ac:spMk id="3" creationId="{DC44EF89-6B27-EA4B-97A7-CBF3A3046CAE}"/>
          </ac:spMkLst>
        </pc:spChg>
      </pc:sldChg>
      <pc:sldChg chg="addSp delSp modSp new mod">
        <pc:chgData name="Davis, James C" userId="84778d94-b1cc-4a48-87ce-749e1d7d6e72" providerId="ADAL" clId="{C3D24384-9576-F147-8616-8024F522CA4F}" dt="2022-01-20T00:25:19.045" v="10823" actId="20577"/>
        <pc:sldMkLst>
          <pc:docMk/>
          <pc:sldMk cId="122215338" sldId="344"/>
        </pc:sldMkLst>
        <pc:spChg chg="del">
          <ac:chgData name="Davis, James C" userId="84778d94-b1cc-4a48-87ce-749e1d7d6e72" providerId="ADAL" clId="{C3D24384-9576-F147-8616-8024F522CA4F}" dt="2022-01-19T18:52:56.740" v="6603" actId="478"/>
          <ac:spMkLst>
            <pc:docMk/>
            <pc:sldMk cId="122215338" sldId="344"/>
            <ac:spMk id="2" creationId="{384C84AC-DE77-3B43-8CFF-FB6E6097BA23}"/>
          </ac:spMkLst>
        </pc:spChg>
        <pc:spChg chg="add mod">
          <ac:chgData name="Davis, James C" userId="84778d94-b1cc-4a48-87ce-749e1d7d6e72" providerId="ADAL" clId="{C3D24384-9576-F147-8616-8024F522CA4F}" dt="2022-01-20T00:25:19.045" v="10823" actId="20577"/>
          <ac:spMkLst>
            <pc:docMk/>
            <pc:sldMk cId="122215338" sldId="344"/>
            <ac:spMk id="5" creationId="{715A768D-19A7-8643-B656-698BDC30232A}"/>
          </ac:spMkLst>
        </pc:spChg>
        <pc:picChg chg="add">
          <ac:chgData name="Davis, James C" userId="84778d94-b1cc-4a48-87ce-749e1d7d6e72" providerId="ADAL" clId="{C3D24384-9576-F147-8616-8024F522CA4F}" dt="2022-01-19T18:52:56.959" v="6604"/>
          <ac:picMkLst>
            <pc:docMk/>
            <pc:sldMk cId="122215338" sldId="344"/>
            <ac:picMk id="4" creationId="{27BB7BCE-D18E-C746-A65D-26033B247FAF}"/>
          </ac:picMkLst>
        </pc:picChg>
      </pc:sldChg>
      <pc:sldChg chg="addSp delSp modSp new mod modClrScheme modAnim chgLayout modNotesTx">
        <pc:chgData name="Davis, James C" userId="84778d94-b1cc-4a48-87ce-749e1d7d6e72" providerId="ADAL" clId="{C3D24384-9576-F147-8616-8024F522CA4F}" dt="2022-01-19T19:16:55.717" v="9038" actId="20577"/>
        <pc:sldMkLst>
          <pc:docMk/>
          <pc:sldMk cId="663049466" sldId="345"/>
        </pc:sldMkLst>
        <pc:spChg chg="del">
          <ac:chgData name="Davis, James C" userId="84778d94-b1cc-4a48-87ce-749e1d7d6e72" providerId="ADAL" clId="{C3D24384-9576-F147-8616-8024F522CA4F}" dt="2022-01-19T19:04:14.884" v="8439" actId="478"/>
          <ac:spMkLst>
            <pc:docMk/>
            <pc:sldMk cId="663049466" sldId="345"/>
            <ac:spMk id="2" creationId="{9969176A-345F-B849-817D-580A9757A830}"/>
          </ac:spMkLst>
        </pc:spChg>
        <pc:spChg chg="mod ord">
          <ac:chgData name="Davis, James C" userId="84778d94-b1cc-4a48-87ce-749e1d7d6e72" providerId="ADAL" clId="{C3D24384-9576-F147-8616-8024F522CA4F}" dt="2022-01-19T19:04:51.023" v="8440" actId="700"/>
          <ac:spMkLst>
            <pc:docMk/>
            <pc:sldMk cId="663049466" sldId="345"/>
            <ac:spMk id="3" creationId="{E8399B58-CA08-5A47-8459-E8A7E454DFB7}"/>
          </ac:spMkLst>
        </pc:spChg>
        <pc:spChg chg="add mod ord">
          <ac:chgData name="Davis, James C" userId="84778d94-b1cc-4a48-87ce-749e1d7d6e72" providerId="ADAL" clId="{C3D24384-9576-F147-8616-8024F522CA4F}" dt="2022-01-19T19:16:55.717" v="9038" actId="20577"/>
          <ac:spMkLst>
            <pc:docMk/>
            <pc:sldMk cId="663049466" sldId="345"/>
            <ac:spMk id="5" creationId="{D8EE124A-3ED7-0F41-BF6C-F3B1B30DFD16}"/>
          </ac:spMkLst>
        </pc:spChg>
        <pc:spChg chg="add del mod ord">
          <ac:chgData name="Davis, James C" userId="84778d94-b1cc-4a48-87ce-749e1d7d6e72" providerId="ADAL" clId="{C3D24384-9576-F147-8616-8024F522CA4F}" dt="2022-01-19T19:16:33.015" v="8975" actId="478"/>
          <ac:spMkLst>
            <pc:docMk/>
            <pc:sldMk cId="663049466" sldId="345"/>
            <ac:spMk id="6" creationId="{4ABF186F-20EE-1144-BBE8-3D4A4AF51C0E}"/>
          </ac:spMkLst>
        </pc:spChg>
        <pc:spChg chg="add mod">
          <ac:chgData name="Davis, James C" userId="84778d94-b1cc-4a48-87ce-749e1d7d6e72" providerId="ADAL" clId="{C3D24384-9576-F147-8616-8024F522CA4F}" dt="2022-01-19T19:11:39.887" v="8527" actId="1076"/>
          <ac:spMkLst>
            <pc:docMk/>
            <pc:sldMk cId="663049466" sldId="345"/>
            <ac:spMk id="7" creationId="{A9137744-1AED-6643-A79E-44BCE3D7F79C}"/>
          </ac:spMkLst>
        </pc:spChg>
        <pc:picChg chg="add">
          <ac:chgData name="Davis, James C" userId="84778d94-b1cc-4a48-87ce-749e1d7d6e72" providerId="ADAL" clId="{C3D24384-9576-F147-8616-8024F522CA4F}" dt="2022-01-19T19:04:13.152" v="8438"/>
          <ac:picMkLst>
            <pc:docMk/>
            <pc:sldMk cId="663049466" sldId="345"/>
            <ac:picMk id="4" creationId="{F1D58ED0-2845-254B-8521-291CE1B27339}"/>
          </ac:picMkLst>
        </pc:picChg>
      </pc:sldChg>
      <pc:sldChg chg="addSp delSp modSp add mod chgLayout">
        <pc:chgData name="Davis, James C" userId="84778d94-b1cc-4a48-87ce-749e1d7d6e72" providerId="ADAL" clId="{C3D24384-9576-F147-8616-8024F522CA4F}" dt="2022-01-19T19:29:04.013" v="10740" actId="700"/>
        <pc:sldMkLst>
          <pc:docMk/>
          <pc:sldMk cId="3912616925" sldId="346"/>
        </pc:sldMkLst>
        <pc:spChg chg="add del mod ord">
          <ac:chgData name="Davis, James C" userId="84778d94-b1cc-4a48-87ce-749e1d7d6e72" providerId="ADAL" clId="{C3D24384-9576-F147-8616-8024F522CA4F}" dt="2022-01-19T19:29:04.013" v="10740" actId="700"/>
          <ac:spMkLst>
            <pc:docMk/>
            <pc:sldMk cId="3912616925" sldId="346"/>
            <ac:spMk id="2" creationId="{3E27985F-2FF6-A947-883A-D8D93BBF4484}"/>
          </ac:spMkLst>
        </pc:spChg>
        <pc:spChg chg="mod ord">
          <ac:chgData name="Davis, James C" userId="84778d94-b1cc-4a48-87ce-749e1d7d6e72" providerId="ADAL" clId="{C3D24384-9576-F147-8616-8024F522CA4F}" dt="2022-01-19T19:29:04.013" v="10740" actId="700"/>
          <ac:spMkLst>
            <pc:docMk/>
            <pc:sldMk cId="3912616925" sldId="346"/>
            <ac:spMk id="3" creationId="{8BA68D37-7637-7C40-B7E7-F5CD43D1567B}"/>
          </ac:spMkLst>
        </pc:spChg>
        <pc:spChg chg="mod ord">
          <ac:chgData name="Davis, James C" userId="84778d94-b1cc-4a48-87ce-749e1d7d6e72" providerId="ADAL" clId="{C3D24384-9576-F147-8616-8024F522CA4F}" dt="2022-01-19T19:29:04.013" v="10740" actId="700"/>
          <ac:spMkLst>
            <pc:docMk/>
            <pc:sldMk cId="3912616925" sldId="346"/>
            <ac:spMk id="4" creationId="{C34981CD-9751-6D48-B755-2DAFC75C4AB3}"/>
          </ac:spMkLst>
        </pc:spChg>
      </pc:sldChg>
      <pc:sldChg chg="new del">
        <pc:chgData name="Davis, James C" userId="84778d94-b1cc-4a48-87ce-749e1d7d6e72" providerId="ADAL" clId="{C3D24384-9576-F147-8616-8024F522CA4F}" dt="2022-01-19T19:27:17.496" v="10324" actId="2696"/>
        <pc:sldMkLst>
          <pc:docMk/>
          <pc:sldMk cId="1392371142" sldId="347"/>
        </pc:sldMkLst>
      </pc:sldChg>
      <pc:sldChg chg="add">
        <pc:chgData name="Davis, James C" userId="84778d94-b1cc-4a48-87ce-749e1d7d6e72" providerId="ADAL" clId="{C3D24384-9576-F147-8616-8024F522CA4F}" dt="2022-01-19T19:27:15.653" v="10323"/>
        <pc:sldMkLst>
          <pc:docMk/>
          <pc:sldMk cId="2446612601" sldId="348"/>
        </pc:sldMkLst>
      </pc:sldChg>
      <pc:sldChg chg="addSp delSp modSp add mod delAnim modNotesTx">
        <pc:chgData name="Davis, James C" userId="84778d94-b1cc-4a48-87ce-749e1d7d6e72" providerId="ADAL" clId="{C3D24384-9576-F147-8616-8024F522CA4F}" dt="2022-01-19T19:29:47.241" v="10782" actId="20577"/>
        <pc:sldMkLst>
          <pc:docMk/>
          <pc:sldMk cId="3185985796" sldId="349"/>
        </pc:sldMkLst>
        <pc:spChg chg="del">
          <ac:chgData name="Davis, James C" userId="84778d94-b1cc-4a48-87ce-749e1d7d6e72" providerId="ADAL" clId="{C3D24384-9576-F147-8616-8024F522CA4F}" dt="2022-01-19T19:29:32.081" v="10742" actId="478"/>
          <ac:spMkLst>
            <pc:docMk/>
            <pc:sldMk cId="3185985796" sldId="349"/>
            <ac:spMk id="6" creationId="{93BB6A21-11E9-3D4D-A319-939D1BFC21F7}"/>
          </ac:spMkLst>
        </pc:spChg>
        <pc:spChg chg="del">
          <ac:chgData name="Davis, James C" userId="84778d94-b1cc-4a48-87ce-749e1d7d6e72" providerId="ADAL" clId="{C3D24384-9576-F147-8616-8024F522CA4F}" dt="2022-01-19T19:29:34.945" v="10743" actId="478"/>
          <ac:spMkLst>
            <pc:docMk/>
            <pc:sldMk cId="3185985796" sldId="349"/>
            <ac:spMk id="7" creationId="{0ED5C255-B806-E54B-9482-9C1BF79A303E}"/>
          </ac:spMkLst>
        </pc:spChg>
        <pc:spChg chg="del">
          <ac:chgData name="Davis, James C" userId="84778d94-b1cc-4a48-87ce-749e1d7d6e72" providerId="ADAL" clId="{C3D24384-9576-F147-8616-8024F522CA4F}" dt="2022-01-19T19:29:32.081" v="10742" actId="478"/>
          <ac:spMkLst>
            <pc:docMk/>
            <pc:sldMk cId="3185985796" sldId="349"/>
            <ac:spMk id="8" creationId="{B24193A4-1950-1844-94FA-DD3F3170C60C}"/>
          </ac:spMkLst>
        </pc:spChg>
        <pc:spChg chg="del">
          <ac:chgData name="Davis, James C" userId="84778d94-b1cc-4a48-87ce-749e1d7d6e72" providerId="ADAL" clId="{C3D24384-9576-F147-8616-8024F522CA4F}" dt="2022-01-19T19:29:32.081" v="10742" actId="478"/>
          <ac:spMkLst>
            <pc:docMk/>
            <pc:sldMk cId="3185985796" sldId="349"/>
            <ac:spMk id="9" creationId="{55364758-C8AE-ED49-8466-E2CE12D71D59}"/>
          </ac:spMkLst>
        </pc:spChg>
        <pc:spChg chg="del">
          <ac:chgData name="Davis, James C" userId="84778d94-b1cc-4a48-87ce-749e1d7d6e72" providerId="ADAL" clId="{C3D24384-9576-F147-8616-8024F522CA4F}" dt="2022-01-19T19:29:32.081" v="10742" actId="478"/>
          <ac:spMkLst>
            <pc:docMk/>
            <pc:sldMk cId="3185985796" sldId="349"/>
            <ac:spMk id="10" creationId="{1E2DE31E-3367-B046-B278-2B3E198B10D5}"/>
          </ac:spMkLst>
        </pc:spChg>
        <pc:picChg chg="add mod">
          <ac:chgData name="Davis, James C" userId="84778d94-b1cc-4a48-87ce-749e1d7d6e72" providerId="ADAL" clId="{C3D24384-9576-F147-8616-8024F522CA4F}" dt="2022-01-19T19:29:39.514" v="10747" actId="1076"/>
          <ac:picMkLst>
            <pc:docMk/>
            <pc:sldMk cId="3185985796" sldId="349"/>
            <ac:picMk id="2" creationId="{337F0459-4AF6-0948-A8A8-CBCC13C068E7}"/>
          </ac:picMkLst>
        </pc:picChg>
        <pc:cxnChg chg="del mod">
          <ac:chgData name="Davis, James C" userId="84778d94-b1cc-4a48-87ce-749e1d7d6e72" providerId="ADAL" clId="{C3D24384-9576-F147-8616-8024F522CA4F}" dt="2022-01-19T19:29:32.081" v="10742" actId="478"/>
          <ac:cxnSpMkLst>
            <pc:docMk/>
            <pc:sldMk cId="3185985796" sldId="349"/>
            <ac:cxnSpMk id="12" creationId="{58F73F1C-A23D-0842-B5E0-BFB74DF0A9B8}"/>
          </ac:cxnSpMkLst>
        </pc:cxnChg>
        <pc:cxnChg chg="del mod">
          <ac:chgData name="Davis, James C" userId="84778d94-b1cc-4a48-87ce-749e1d7d6e72" providerId="ADAL" clId="{C3D24384-9576-F147-8616-8024F522CA4F}" dt="2022-01-19T19:29:32.081" v="10742" actId="478"/>
          <ac:cxnSpMkLst>
            <pc:docMk/>
            <pc:sldMk cId="3185985796" sldId="349"/>
            <ac:cxnSpMk id="13" creationId="{F702A08F-0352-1D4A-92BD-4ACE06F3D471}"/>
          </ac:cxnSpMkLst>
        </pc:cxnChg>
        <pc:cxnChg chg="del mod">
          <ac:chgData name="Davis, James C" userId="84778d94-b1cc-4a48-87ce-749e1d7d6e72" providerId="ADAL" clId="{C3D24384-9576-F147-8616-8024F522CA4F}" dt="2022-01-19T19:29:32.081" v="10742" actId="478"/>
          <ac:cxnSpMkLst>
            <pc:docMk/>
            <pc:sldMk cId="3185985796" sldId="349"/>
            <ac:cxnSpMk id="16" creationId="{5B860A2C-F27B-D748-96B5-C21B648E10AD}"/>
          </ac:cxnSpMkLst>
        </pc:cxnChg>
        <pc:cxnChg chg="del mod">
          <ac:chgData name="Davis, James C" userId="84778d94-b1cc-4a48-87ce-749e1d7d6e72" providerId="ADAL" clId="{C3D24384-9576-F147-8616-8024F522CA4F}" dt="2022-01-19T19:29:32.081" v="10742" actId="478"/>
          <ac:cxnSpMkLst>
            <pc:docMk/>
            <pc:sldMk cId="3185985796" sldId="349"/>
            <ac:cxnSpMk id="19" creationId="{C8E14C5F-C6DB-D44A-8785-0538FF3FE31B}"/>
          </ac:cxnSpMkLst>
        </pc:cxnChg>
      </pc:sldChg>
      <pc:sldChg chg="del">
        <pc:chgData name="Davis, James C" userId="84778d94-b1cc-4a48-87ce-749e1d7d6e72" providerId="ADAL" clId="{C3D24384-9576-F147-8616-8024F522CA4F}" dt="2022-01-19T15:07:05.130" v="54" actId="2696"/>
        <pc:sldMkLst>
          <pc:docMk/>
          <pc:sldMk cId="3063446500" sldId="1126"/>
        </pc:sldMkLst>
      </pc:sldChg>
    </pc:docChg>
  </pc:docChgLst>
  <pc:docChgLst>
    <pc:chgData name="Davis, James C" userId="84778d94-b1cc-4a48-87ce-749e1d7d6e72" providerId="ADAL" clId="{F53C3C4B-A881-4E4F-A8AD-3ED70430F713}"/>
    <pc:docChg chg="undo custSel addSld delSld modSld sldOrd">
      <pc:chgData name="Davis, James C" userId="84778d94-b1cc-4a48-87ce-749e1d7d6e72" providerId="ADAL" clId="{F53C3C4B-A881-4E4F-A8AD-3ED70430F713}" dt="2021-01-20T15:48:31.522" v="7182" actId="20577"/>
      <pc:docMkLst>
        <pc:docMk/>
      </pc:docMkLst>
      <pc:sldChg chg="modSp mod">
        <pc:chgData name="Davis, James C" userId="84778d94-b1cc-4a48-87ce-749e1d7d6e72" providerId="ADAL" clId="{F53C3C4B-A881-4E4F-A8AD-3ED70430F713}" dt="2021-01-20T15:48:31.522" v="7182" actId="20577"/>
        <pc:sldMkLst>
          <pc:docMk/>
          <pc:sldMk cId="681153070" sldId="263"/>
        </pc:sldMkLst>
        <pc:spChg chg="mod">
          <ac:chgData name="Davis, James C" userId="84778d94-b1cc-4a48-87ce-749e1d7d6e72" providerId="ADAL" clId="{F53C3C4B-A881-4E4F-A8AD-3ED70430F713}" dt="2021-01-20T15:48:31.522" v="7182" actId="20577"/>
          <ac:spMkLst>
            <pc:docMk/>
            <pc:sldMk cId="681153070" sldId="263"/>
            <ac:spMk id="2" creationId="{7A610390-B9F9-1640-9974-0C21350E01C9}"/>
          </ac:spMkLst>
        </pc:spChg>
      </pc:sldChg>
      <pc:sldChg chg="addSp delSp modSp mod modAnim modNotesTx">
        <pc:chgData name="Davis, James C" userId="84778d94-b1cc-4a48-87ce-749e1d7d6e72" providerId="ADAL" clId="{F53C3C4B-A881-4E4F-A8AD-3ED70430F713}" dt="2021-01-20T15:26:59.146" v="5875" actId="20577"/>
        <pc:sldMkLst>
          <pc:docMk/>
          <pc:sldMk cId="4268083898" sldId="264"/>
        </pc:sldMkLst>
        <pc:spChg chg="add del mod">
          <ac:chgData name="Davis, James C" userId="84778d94-b1cc-4a48-87ce-749e1d7d6e72" providerId="ADAL" clId="{F53C3C4B-A881-4E4F-A8AD-3ED70430F713}" dt="2021-01-20T15:24:30.732" v="5524" actId="478"/>
          <ac:spMkLst>
            <pc:docMk/>
            <pc:sldMk cId="4268083898" sldId="264"/>
            <ac:spMk id="2" creationId="{1EBAB61F-537F-FC4D-BDFF-36A0819BCD5B}"/>
          </ac:spMkLst>
        </pc:spChg>
        <pc:spChg chg="add mod">
          <ac:chgData name="Davis, James C" userId="84778d94-b1cc-4a48-87ce-749e1d7d6e72" providerId="ADAL" clId="{F53C3C4B-A881-4E4F-A8AD-3ED70430F713}" dt="2021-01-20T15:24:39.645" v="5530" actId="1076"/>
          <ac:spMkLst>
            <pc:docMk/>
            <pc:sldMk cId="4268083898" sldId="264"/>
            <ac:spMk id="4" creationId="{58511EDA-AA9E-C947-B1BA-63604FFA995D}"/>
          </ac:spMkLst>
        </pc:spChg>
        <pc:spChg chg="add del mod">
          <ac:chgData name="Davis, James C" userId="84778d94-b1cc-4a48-87ce-749e1d7d6e72" providerId="ADAL" clId="{F53C3C4B-A881-4E4F-A8AD-3ED70430F713}" dt="2021-01-20T15:24:30.732" v="5524" actId="478"/>
          <ac:spMkLst>
            <pc:docMk/>
            <pc:sldMk cId="4268083898" sldId="264"/>
            <ac:spMk id="7" creationId="{2CA15377-4106-5745-B124-FBB9AD0D6F61}"/>
          </ac:spMkLst>
        </pc:spChg>
        <pc:spChg chg="add mod">
          <ac:chgData name="Davis, James C" userId="84778d94-b1cc-4a48-87ce-749e1d7d6e72" providerId="ADAL" clId="{F53C3C4B-A881-4E4F-A8AD-3ED70430F713}" dt="2021-01-20T15:25:05.070" v="5572" actId="20577"/>
          <ac:spMkLst>
            <pc:docMk/>
            <pc:sldMk cId="4268083898" sldId="264"/>
            <ac:spMk id="9" creationId="{CB2A4C44-2056-0C4C-BB97-A0206922C8DC}"/>
          </ac:spMkLst>
        </pc:spChg>
        <pc:picChg chg="add mod">
          <ac:chgData name="Davis, James C" userId="84778d94-b1cc-4a48-87ce-749e1d7d6e72" providerId="ADAL" clId="{F53C3C4B-A881-4E4F-A8AD-3ED70430F713}" dt="2021-01-20T15:24:44.449" v="5533" actId="1076"/>
          <ac:picMkLst>
            <pc:docMk/>
            <pc:sldMk cId="4268083898" sldId="264"/>
            <ac:picMk id="8" creationId="{67C24C67-4CD7-6641-B076-119DFDE1CBBC}"/>
          </ac:picMkLst>
        </pc:picChg>
        <pc:picChg chg="add mod">
          <ac:chgData name="Davis, James C" userId="84778d94-b1cc-4a48-87ce-749e1d7d6e72" providerId="ADAL" clId="{F53C3C4B-A881-4E4F-A8AD-3ED70430F713}" dt="2021-01-20T15:24:39.645" v="5530" actId="1076"/>
          <ac:picMkLst>
            <pc:docMk/>
            <pc:sldMk cId="4268083898" sldId="264"/>
            <ac:picMk id="2050" creationId="{C93C3C47-E844-9340-A04A-9F22A3F3BFDB}"/>
          </ac:picMkLst>
        </pc:picChg>
        <pc:picChg chg="add del mod">
          <ac:chgData name="Davis, James C" userId="84778d94-b1cc-4a48-87ce-749e1d7d6e72" providerId="ADAL" clId="{F53C3C4B-A881-4E4F-A8AD-3ED70430F713}" dt="2021-01-20T15:24:33.086" v="5526" actId="478"/>
          <ac:picMkLst>
            <pc:docMk/>
            <pc:sldMk cId="4268083898" sldId="264"/>
            <ac:picMk id="2052" creationId="{7539DE4A-95AE-8D4A-8F22-182F5121C3B8}"/>
          </ac:picMkLst>
        </pc:picChg>
        <pc:picChg chg="add del">
          <ac:chgData name="Davis, James C" userId="84778d94-b1cc-4a48-87ce-749e1d7d6e72" providerId="ADAL" clId="{F53C3C4B-A881-4E4F-A8AD-3ED70430F713}" dt="2021-01-20T15:24:31.550" v="5525"/>
          <ac:picMkLst>
            <pc:docMk/>
            <pc:sldMk cId="4268083898" sldId="264"/>
            <ac:picMk id="2054" creationId="{9A68B1B9-407F-7A47-A838-3A1C33F49B9A}"/>
          </ac:picMkLst>
        </pc:picChg>
      </pc:sldChg>
      <pc:sldChg chg="addSp delSp modSp mod">
        <pc:chgData name="Davis, James C" userId="84778d94-b1cc-4a48-87ce-749e1d7d6e72" providerId="ADAL" clId="{F53C3C4B-A881-4E4F-A8AD-3ED70430F713}" dt="2021-01-20T15:11:40.466" v="3908" actId="1076"/>
        <pc:sldMkLst>
          <pc:docMk/>
          <pc:sldMk cId="438814055" sldId="266"/>
        </pc:sldMkLst>
        <pc:spChg chg="del">
          <ac:chgData name="Davis, James C" userId="84778d94-b1cc-4a48-87ce-749e1d7d6e72" providerId="ADAL" clId="{F53C3C4B-A881-4E4F-A8AD-3ED70430F713}" dt="2021-01-20T15:10:55.312" v="3903" actId="478"/>
          <ac:spMkLst>
            <pc:docMk/>
            <pc:sldMk cId="438814055" sldId="266"/>
            <ac:spMk id="2" creationId="{1EBAB61F-537F-FC4D-BDFF-36A0819BCD5B}"/>
          </ac:spMkLst>
        </pc:spChg>
        <pc:spChg chg="add del mod">
          <ac:chgData name="Davis, James C" userId="84778d94-b1cc-4a48-87ce-749e1d7d6e72" providerId="ADAL" clId="{F53C3C4B-A881-4E4F-A8AD-3ED70430F713}" dt="2021-01-20T15:10:57.308" v="3904" actId="478"/>
          <ac:spMkLst>
            <pc:docMk/>
            <pc:sldMk cId="438814055" sldId="266"/>
            <ac:spMk id="7" creationId="{B5872D6C-D873-BF4A-9721-281DD2D47704}"/>
          </ac:spMkLst>
        </pc:spChg>
        <pc:picChg chg="add del">
          <ac:chgData name="Davis, James C" userId="84778d94-b1cc-4a48-87ce-749e1d7d6e72" providerId="ADAL" clId="{F53C3C4B-A881-4E4F-A8AD-3ED70430F713}" dt="2021-01-20T15:11:21.397" v="3906"/>
          <ac:picMkLst>
            <pc:docMk/>
            <pc:sldMk cId="438814055" sldId="266"/>
            <ac:picMk id="8" creationId="{4A743136-BDF2-CD49-8B71-8D305F7D1071}"/>
          </ac:picMkLst>
        </pc:picChg>
        <pc:picChg chg="add mod">
          <ac:chgData name="Davis, James C" userId="84778d94-b1cc-4a48-87ce-749e1d7d6e72" providerId="ADAL" clId="{F53C3C4B-A881-4E4F-A8AD-3ED70430F713}" dt="2021-01-20T15:11:40.466" v="3908" actId="1076"/>
          <ac:picMkLst>
            <pc:docMk/>
            <pc:sldMk cId="438814055" sldId="266"/>
            <ac:picMk id="9" creationId="{9AEC0A0B-CB82-1F4B-8B33-E780F35D2F75}"/>
          </ac:picMkLst>
        </pc:picChg>
      </pc:sldChg>
      <pc:sldChg chg="modSp mod">
        <pc:chgData name="Davis, James C" userId="84778d94-b1cc-4a48-87ce-749e1d7d6e72" providerId="ADAL" clId="{F53C3C4B-A881-4E4F-A8AD-3ED70430F713}" dt="2021-01-20T14:45:20.730" v="245" actId="20577"/>
        <pc:sldMkLst>
          <pc:docMk/>
          <pc:sldMk cId="4223223361" sldId="273"/>
        </pc:sldMkLst>
        <pc:spChg chg="mod">
          <ac:chgData name="Davis, James C" userId="84778d94-b1cc-4a48-87ce-749e1d7d6e72" providerId="ADAL" clId="{F53C3C4B-A881-4E4F-A8AD-3ED70430F713}" dt="2021-01-20T14:45:20.730" v="245" actId="20577"/>
          <ac:spMkLst>
            <pc:docMk/>
            <pc:sldMk cId="4223223361" sldId="273"/>
            <ac:spMk id="2" creationId="{1EBAB61F-537F-FC4D-BDFF-36A0819BCD5B}"/>
          </ac:spMkLst>
        </pc:spChg>
      </pc:sldChg>
      <pc:sldChg chg="modSp mod">
        <pc:chgData name="Davis, James C" userId="84778d94-b1cc-4a48-87ce-749e1d7d6e72" providerId="ADAL" clId="{F53C3C4B-A881-4E4F-A8AD-3ED70430F713}" dt="2021-01-20T15:12:05.012" v="3952" actId="20577"/>
        <pc:sldMkLst>
          <pc:docMk/>
          <pc:sldMk cId="2281410046" sldId="274"/>
        </pc:sldMkLst>
        <pc:spChg chg="mod">
          <ac:chgData name="Davis, James C" userId="84778d94-b1cc-4a48-87ce-749e1d7d6e72" providerId="ADAL" clId="{F53C3C4B-A881-4E4F-A8AD-3ED70430F713}" dt="2021-01-20T15:12:05.012" v="3952" actId="20577"/>
          <ac:spMkLst>
            <pc:docMk/>
            <pc:sldMk cId="2281410046" sldId="274"/>
            <ac:spMk id="2" creationId="{1EBAB61F-537F-FC4D-BDFF-36A0819BCD5B}"/>
          </ac:spMkLst>
        </pc:spChg>
      </pc:sldChg>
      <pc:sldChg chg="addSp delSp modSp mod modAnim">
        <pc:chgData name="Davis, James C" userId="84778d94-b1cc-4a48-87ce-749e1d7d6e72" providerId="ADAL" clId="{F53C3C4B-A881-4E4F-A8AD-3ED70430F713}" dt="2021-01-20T15:46:43.185" v="6847"/>
        <pc:sldMkLst>
          <pc:docMk/>
          <pc:sldMk cId="630546080" sldId="275"/>
        </pc:sldMkLst>
        <pc:spChg chg="mod">
          <ac:chgData name="Davis, James C" userId="84778d94-b1cc-4a48-87ce-749e1d7d6e72" providerId="ADAL" clId="{F53C3C4B-A881-4E4F-A8AD-3ED70430F713}" dt="2021-01-20T15:44:16.753" v="6785" actId="20577"/>
          <ac:spMkLst>
            <pc:docMk/>
            <pc:sldMk cId="630546080" sldId="275"/>
            <ac:spMk id="2" creationId="{1EBAB61F-537F-FC4D-BDFF-36A0819BCD5B}"/>
          </ac:spMkLst>
        </pc:spChg>
        <pc:spChg chg="add mod">
          <ac:chgData name="Davis, James C" userId="84778d94-b1cc-4a48-87ce-749e1d7d6e72" providerId="ADAL" clId="{F53C3C4B-A881-4E4F-A8AD-3ED70430F713}" dt="2021-01-20T15:45:36.131" v="6817" actId="208"/>
          <ac:spMkLst>
            <pc:docMk/>
            <pc:sldMk cId="630546080" sldId="275"/>
            <ac:spMk id="7" creationId="{10E850F5-A793-1343-B647-AA66442C0DC7}"/>
          </ac:spMkLst>
        </pc:spChg>
        <pc:spChg chg="add del mod">
          <ac:chgData name="Davis, James C" userId="84778d94-b1cc-4a48-87ce-749e1d7d6e72" providerId="ADAL" clId="{F53C3C4B-A881-4E4F-A8AD-3ED70430F713}" dt="2021-01-20T15:44:45.975" v="6795"/>
          <ac:spMkLst>
            <pc:docMk/>
            <pc:sldMk cId="630546080" sldId="275"/>
            <ac:spMk id="8" creationId="{6DF3501D-7DD0-A340-8B35-0EC32B3E2BAA}"/>
          </ac:spMkLst>
        </pc:spChg>
        <pc:spChg chg="add del mod">
          <ac:chgData name="Davis, James C" userId="84778d94-b1cc-4a48-87ce-749e1d7d6e72" providerId="ADAL" clId="{F53C3C4B-A881-4E4F-A8AD-3ED70430F713}" dt="2021-01-20T15:44:50.178" v="6798" actId="478"/>
          <ac:spMkLst>
            <pc:docMk/>
            <pc:sldMk cId="630546080" sldId="275"/>
            <ac:spMk id="9" creationId="{78B9D154-709E-A54C-8F5F-750F54E31DB1}"/>
          </ac:spMkLst>
        </pc:spChg>
        <pc:spChg chg="add del mod">
          <ac:chgData name="Davis, James C" userId="84778d94-b1cc-4a48-87ce-749e1d7d6e72" providerId="ADAL" clId="{F53C3C4B-A881-4E4F-A8AD-3ED70430F713}" dt="2021-01-20T15:45:22.330" v="6814" actId="478"/>
          <ac:spMkLst>
            <pc:docMk/>
            <pc:sldMk cId="630546080" sldId="275"/>
            <ac:spMk id="11" creationId="{8C561D8F-79F1-B64D-94F2-7E2AC026F26C}"/>
          </ac:spMkLst>
        </pc:spChg>
        <pc:spChg chg="add mod">
          <ac:chgData name="Davis, James C" userId="84778d94-b1cc-4a48-87ce-749e1d7d6e72" providerId="ADAL" clId="{F53C3C4B-A881-4E4F-A8AD-3ED70430F713}" dt="2021-01-20T15:45:41.830" v="6821" actId="14100"/>
          <ac:spMkLst>
            <pc:docMk/>
            <pc:sldMk cId="630546080" sldId="275"/>
            <ac:spMk id="12" creationId="{0E5DFF75-A6B1-C84B-BFA9-1F415E33629E}"/>
          </ac:spMkLst>
        </pc:spChg>
        <pc:spChg chg="add mod">
          <ac:chgData name="Davis, James C" userId="84778d94-b1cc-4a48-87ce-749e1d7d6e72" providerId="ADAL" clId="{F53C3C4B-A881-4E4F-A8AD-3ED70430F713}" dt="2021-01-20T15:45:49.218" v="6827" actId="1037"/>
          <ac:spMkLst>
            <pc:docMk/>
            <pc:sldMk cId="630546080" sldId="275"/>
            <ac:spMk id="13" creationId="{B9FCEB7D-2462-BE42-B34F-DAAB5AA16FB3}"/>
          </ac:spMkLst>
        </pc:spChg>
        <pc:spChg chg="add mod">
          <ac:chgData name="Davis, James C" userId="84778d94-b1cc-4a48-87ce-749e1d7d6e72" providerId="ADAL" clId="{F53C3C4B-A881-4E4F-A8AD-3ED70430F713}" dt="2021-01-20T15:45:56.433" v="6831" actId="14100"/>
          <ac:spMkLst>
            <pc:docMk/>
            <pc:sldMk cId="630546080" sldId="275"/>
            <ac:spMk id="14" creationId="{49F35626-ADB2-6440-A8F3-A43CDA7C2C2E}"/>
          </ac:spMkLst>
        </pc:spChg>
        <pc:spChg chg="add mod">
          <ac:chgData name="Davis, James C" userId="84778d94-b1cc-4a48-87ce-749e1d7d6e72" providerId="ADAL" clId="{F53C3C4B-A881-4E4F-A8AD-3ED70430F713}" dt="2021-01-20T15:46:05.973" v="6840" actId="14100"/>
          <ac:spMkLst>
            <pc:docMk/>
            <pc:sldMk cId="630546080" sldId="275"/>
            <ac:spMk id="15" creationId="{2375B2D1-CFBA-1C43-BC30-60B582F4EC95}"/>
          </ac:spMkLst>
        </pc:spChg>
        <pc:picChg chg="add del mod">
          <ac:chgData name="Davis, James C" userId="84778d94-b1cc-4a48-87ce-749e1d7d6e72" providerId="ADAL" clId="{F53C3C4B-A881-4E4F-A8AD-3ED70430F713}" dt="2021-01-20T15:44:51.529" v="6799" actId="478"/>
          <ac:picMkLst>
            <pc:docMk/>
            <pc:sldMk cId="630546080" sldId="275"/>
            <ac:picMk id="4" creationId="{7DAE68E5-2FD0-8E47-A961-30ACF96C11C0}"/>
          </ac:picMkLst>
        </pc:picChg>
        <pc:picChg chg="add mod">
          <ac:chgData name="Davis, James C" userId="84778d94-b1cc-4a48-87ce-749e1d7d6e72" providerId="ADAL" clId="{F53C3C4B-A881-4E4F-A8AD-3ED70430F713}" dt="2021-01-20T15:45:08.003" v="6808" actId="14100"/>
          <ac:picMkLst>
            <pc:docMk/>
            <pc:sldMk cId="630546080" sldId="275"/>
            <ac:picMk id="10" creationId="{9160C5C0-F2A8-4545-9DFA-92F0F64397DF}"/>
          </ac:picMkLst>
        </pc:picChg>
      </pc:sldChg>
      <pc:sldChg chg="addSp modSp mod modAnim">
        <pc:chgData name="Davis, James C" userId="84778d94-b1cc-4a48-87ce-749e1d7d6e72" providerId="ADAL" clId="{F53C3C4B-A881-4E4F-A8AD-3ED70430F713}" dt="2021-01-20T15:36:45.125" v="6469"/>
        <pc:sldMkLst>
          <pc:docMk/>
          <pc:sldMk cId="1291103092" sldId="276"/>
        </pc:sldMkLst>
        <pc:spChg chg="mod">
          <ac:chgData name="Davis, James C" userId="84778d94-b1cc-4a48-87ce-749e1d7d6e72" providerId="ADAL" clId="{F53C3C4B-A881-4E4F-A8AD-3ED70430F713}" dt="2021-01-20T15:35:17.679" v="6232" actId="20577"/>
          <ac:spMkLst>
            <pc:docMk/>
            <pc:sldMk cId="1291103092" sldId="276"/>
            <ac:spMk id="2" creationId="{1EBAB61F-537F-FC4D-BDFF-36A0819BCD5B}"/>
          </ac:spMkLst>
        </pc:spChg>
        <pc:spChg chg="add mod">
          <ac:chgData name="Davis, James C" userId="84778d94-b1cc-4a48-87ce-749e1d7d6e72" providerId="ADAL" clId="{F53C3C4B-A881-4E4F-A8AD-3ED70430F713}" dt="2021-01-20T15:36:29.740" v="6466" actId="20577"/>
          <ac:spMkLst>
            <pc:docMk/>
            <pc:sldMk cId="1291103092" sldId="276"/>
            <ac:spMk id="7" creationId="{B921D838-0983-CC46-BE82-38971B87DD4D}"/>
          </ac:spMkLst>
        </pc:spChg>
        <pc:spChg chg="add mod">
          <ac:chgData name="Davis, James C" userId="84778d94-b1cc-4a48-87ce-749e1d7d6e72" providerId="ADAL" clId="{F53C3C4B-A881-4E4F-A8AD-3ED70430F713}" dt="2021-01-20T15:35:49.040" v="6307" actId="5793"/>
          <ac:spMkLst>
            <pc:docMk/>
            <pc:sldMk cId="1291103092" sldId="276"/>
            <ac:spMk id="9" creationId="{66D410C6-C081-2D40-B818-5BFACBBBEE19}"/>
          </ac:spMkLst>
        </pc:spChg>
        <pc:picChg chg="add mod">
          <ac:chgData name="Davis, James C" userId="84778d94-b1cc-4a48-87ce-749e1d7d6e72" providerId="ADAL" clId="{F53C3C4B-A881-4E4F-A8AD-3ED70430F713}" dt="2021-01-20T15:33:41.616" v="6173" actId="1076"/>
          <ac:picMkLst>
            <pc:docMk/>
            <pc:sldMk cId="1291103092" sldId="276"/>
            <ac:picMk id="4" creationId="{B430C7C5-2A3F-3E48-8D78-B917107F1475}"/>
          </ac:picMkLst>
        </pc:picChg>
        <pc:picChg chg="add mod">
          <ac:chgData name="Davis, James C" userId="84778d94-b1cc-4a48-87ce-749e1d7d6e72" providerId="ADAL" clId="{F53C3C4B-A881-4E4F-A8AD-3ED70430F713}" dt="2021-01-20T15:34:42.096" v="6179" actId="1076"/>
          <ac:picMkLst>
            <pc:docMk/>
            <pc:sldMk cId="1291103092" sldId="276"/>
            <ac:picMk id="8" creationId="{0F76D958-8B4A-A342-9238-49328582BC0F}"/>
          </ac:picMkLst>
        </pc:picChg>
        <pc:picChg chg="add mod">
          <ac:chgData name="Davis, James C" userId="84778d94-b1cc-4a48-87ce-749e1d7d6e72" providerId="ADAL" clId="{F53C3C4B-A881-4E4F-A8AD-3ED70430F713}" dt="2021-01-20T15:34:39.351" v="6178" actId="1076"/>
          <ac:picMkLst>
            <pc:docMk/>
            <pc:sldMk cId="1291103092" sldId="276"/>
            <ac:picMk id="10" creationId="{B9E10838-E96C-4341-A836-D043E9A43D28}"/>
          </ac:picMkLst>
        </pc:picChg>
      </pc:sldChg>
      <pc:sldChg chg="addSp delSp modSp mod modNotesTx">
        <pc:chgData name="Davis, James C" userId="84778d94-b1cc-4a48-87ce-749e1d7d6e72" providerId="ADAL" clId="{F53C3C4B-A881-4E4F-A8AD-3ED70430F713}" dt="2021-01-20T15:03:21.344" v="3435" actId="20577"/>
        <pc:sldMkLst>
          <pc:docMk/>
          <pc:sldMk cId="2071117720" sldId="278"/>
        </pc:sldMkLst>
        <pc:spChg chg="mod">
          <ac:chgData name="Davis, James C" userId="84778d94-b1cc-4a48-87ce-749e1d7d6e72" providerId="ADAL" clId="{F53C3C4B-A881-4E4F-A8AD-3ED70430F713}" dt="2021-01-20T14:51:27.338" v="1082" actId="20577"/>
          <ac:spMkLst>
            <pc:docMk/>
            <pc:sldMk cId="2071117720" sldId="278"/>
            <ac:spMk id="2" creationId="{1EBAB61F-537F-FC4D-BDFF-36A0819BCD5B}"/>
          </ac:spMkLst>
        </pc:spChg>
        <pc:picChg chg="add del">
          <ac:chgData name="Davis, James C" userId="84778d94-b1cc-4a48-87ce-749e1d7d6e72" providerId="ADAL" clId="{F53C3C4B-A881-4E4F-A8AD-3ED70430F713}" dt="2021-01-20T14:48:54.224" v="657"/>
          <ac:picMkLst>
            <pc:docMk/>
            <pc:sldMk cId="2071117720" sldId="278"/>
            <ac:picMk id="4" creationId="{635C4EEB-4E6E-FA43-97A1-43A610596766}"/>
          </ac:picMkLst>
        </pc:picChg>
        <pc:picChg chg="add mod">
          <ac:chgData name="Davis, James C" userId="84778d94-b1cc-4a48-87ce-749e1d7d6e72" providerId="ADAL" clId="{F53C3C4B-A881-4E4F-A8AD-3ED70430F713}" dt="2021-01-20T14:59:32.859" v="2614" actId="1076"/>
          <ac:picMkLst>
            <pc:docMk/>
            <pc:sldMk cId="2071117720" sldId="278"/>
            <ac:picMk id="7" creationId="{52F5BCEE-7CE6-4140-BE5C-261542DC89C4}"/>
          </ac:picMkLst>
        </pc:picChg>
      </pc:sldChg>
      <pc:sldChg chg="modSp mod">
        <pc:chgData name="Davis, James C" userId="84778d94-b1cc-4a48-87ce-749e1d7d6e72" providerId="ADAL" clId="{F53C3C4B-A881-4E4F-A8AD-3ED70430F713}" dt="2021-01-20T15:29:54.013" v="6065" actId="20577"/>
        <pc:sldMkLst>
          <pc:docMk/>
          <pc:sldMk cId="3667608206" sldId="279"/>
        </pc:sldMkLst>
        <pc:spChg chg="mod">
          <ac:chgData name="Davis, James C" userId="84778d94-b1cc-4a48-87ce-749e1d7d6e72" providerId="ADAL" clId="{F53C3C4B-A881-4E4F-A8AD-3ED70430F713}" dt="2021-01-20T15:29:54.013" v="6065" actId="20577"/>
          <ac:spMkLst>
            <pc:docMk/>
            <pc:sldMk cId="3667608206" sldId="279"/>
            <ac:spMk id="2" creationId="{1EBAB61F-537F-FC4D-BDFF-36A0819BCD5B}"/>
          </ac:spMkLst>
        </pc:spChg>
      </pc:sldChg>
      <pc:sldChg chg="addSp delSp modSp mod modClrScheme modAnim chgLayout">
        <pc:chgData name="Davis, James C" userId="84778d94-b1cc-4a48-87ce-749e1d7d6e72" providerId="ADAL" clId="{F53C3C4B-A881-4E4F-A8AD-3ED70430F713}" dt="2021-01-20T15:29:33.245" v="6047"/>
        <pc:sldMkLst>
          <pc:docMk/>
          <pc:sldMk cId="2581208006" sldId="283"/>
        </pc:sldMkLst>
        <pc:spChg chg="del">
          <ac:chgData name="Davis, James C" userId="84778d94-b1cc-4a48-87ce-749e1d7d6e72" providerId="ADAL" clId="{F53C3C4B-A881-4E4F-A8AD-3ED70430F713}" dt="2021-01-20T15:27:40.329" v="5876" actId="478"/>
          <ac:spMkLst>
            <pc:docMk/>
            <pc:sldMk cId="2581208006" sldId="283"/>
            <ac:spMk id="3" creationId="{C9A584C7-FB3C-6D44-8B7E-26AB6FD58CB9}"/>
          </ac:spMkLst>
        </pc:spChg>
        <pc:spChg chg="add del mod ord">
          <ac:chgData name="Davis, James C" userId="84778d94-b1cc-4a48-87ce-749e1d7d6e72" providerId="ADAL" clId="{F53C3C4B-A881-4E4F-A8AD-3ED70430F713}" dt="2021-01-20T15:27:47.944" v="5877" actId="700"/>
          <ac:spMkLst>
            <pc:docMk/>
            <pc:sldMk cId="2581208006" sldId="283"/>
            <ac:spMk id="4" creationId="{76C23CC6-F1C6-A244-AE97-F22AEF6FC3E5}"/>
          </ac:spMkLst>
        </pc:spChg>
        <pc:spChg chg="mod ord">
          <ac:chgData name="Davis, James C" userId="84778d94-b1cc-4a48-87ce-749e1d7d6e72" providerId="ADAL" clId="{F53C3C4B-A881-4E4F-A8AD-3ED70430F713}" dt="2021-01-20T15:27:47.944" v="5877" actId="700"/>
          <ac:spMkLst>
            <pc:docMk/>
            <pc:sldMk cId="2581208006" sldId="283"/>
            <ac:spMk id="5" creationId="{4C0C250F-9E35-9B45-82CF-3AC64D04E9FE}"/>
          </ac:spMkLst>
        </pc:spChg>
        <pc:spChg chg="mod ord">
          <ac:chgData name="Davis, James C" userId="84778d94-b1cc-4a48-87ce-749e1d7d6e72" providerId="ADAL" clId="{F53C3C4B-A881-4E4F-A8AD-3ED70430F713}" dt="2021-01-20T15:27:47.944" v="5877" actId="700"/>
          <ac:spMkLst>
            <pc:docMk/>
            <pc:sldMk cId="2581208006" sldId="283"/>
            <ac:spMk id="6" creationId="{B49D1232-3C24-CE45-AA7E-CC23016683CC}"/>
          </ac:spMkLst>
        </pc:spChg>
        <pc:spChg chg="add mod ord">
          <ac:chgData name="Davis, James C" userId="84778d94-b1cc-4a48-87ce-749e1d7d6e72" providerId="ADAL" clId="{F53C3C4B-A881-4E4F-A8AD-3ED70430F713}" dt="2021-01-20T15:27:52.157" v="5892" actId="20577"/>
          <ac:spMkLst>
            <pc:docMk/>
            <pc:sldMk cId="2581208006" sldId="283"/>
            <ac:spMk id="7" creationId="{F8AE1030-6CA8-D94F-AEA2-FCE11A49B43C}"/>
          </ac:spMkLst>
        </pc:spChg>
        <pc:spChg chg="add mod ord">
          <ac:chgData name="Davis, James C" userId="84778d94-b1cc-4a48-87ce-749e1d7d6e72" providerId="ADAL" clId="{F53C3C4B-A881-4E4F-A8AD-3ED70430F713}" dt="2021-01-20T15:29:18.332" v="6043" actId="20578"/>
          <ac:spMkLst>
            <pc:docMk/>
            <pc:sldMk cId="2581208006" sldId="283"/>
            <ac:spMk id="8" creationId="{FF45325E-7143-2D4E-8C98-B33B651D7675}"/>
          </ac:spMkLst>
        </pc:spChg>
      </pc:sldChg>
      <pc:sldChg chg="del">
        <pc:chgData name="Davis, James C" userId="84778d94-b1cc-4a48-87ce-749e1d7d6e72" providerId="ADAL" clId="{F53C3C4B-A881-4E4F-A8AD-3ED70430F713}" dt="2021-01-20T14:45:35.412" v="255" actId="2696"/>
        <pc:sldMkLst>
          <pc:docMk/>
          <pc:sldMk cId="1587365058" sldId="286"/>
        </pc:sldMkLst>
      </pc:sldChg>
      <pc:sldChg chg="addSp delSp modSp add mod">
        <pc:chgData name="Davis, James C" userId="84778d94-b1cc-4a48-87ce-749e1d7d6e72" providerId="ADAL" clId="{F53C3C4B-A881-4E4F-A8AD-3ED70430F713}" dt="2021-01-20T14:48:30.669" v="608" actId="1076"/>
        <pc:sldMkLst>
          <pc:docMk/>
          <pc:sldMk cId="3188377394" sldId="286"/>
        </pc:sldMkLst>
        <pc:spChg chg="del">
          <ac:chgData name="Davis, James C" userId="84778d94-b1cc-4a48-87ce-749e1d7d6e72" providerId="ADAL" clId="{F53C3C4B-A881-4E4F-A8AD-3ED70430F713}" dt="2021-01-20T14:45:41.006" v="257" actId="478"/>
          <ac:spMkLst>
            <pc:docMk/>
            <pc:sldMk cId="3188377394" sldId="286"/>
            <ac:spMk id="2" creationId="{1EBAB61F-537F-FC4D-BDFF-36A0819BCD5B}"/>
          </ac:spMkLst>
        </pc:spChg>
        <pc:spChg chg="add mod">
          <ac:chgData name="Davis, James C" userId="84778d94-b1cc-4a48-87ce-749e1d7d6e72" providerId="ADAL" clId="{F53C3C4B-A881-4E4F-A8AD-3ED70430F713}" dt="2021-01-20T14:48:15.024" v="600" actId="20577"/>
          <ac:spMkLst>
            <pc:docMk/>
            <pc:sldMk cId="3188377394" sldId="286"/>
            <ac:spMk id="7" creationId="{A23D359B-896B-2541-A1EA-C31B4FDADC7D}"/>
          </ac:spMkLst>
        </pc:spChg>
        <pc:picChg chg="add mod">
          <ac:chgData name="Davis, James C" userId="84778d94-b1cc-4a48-87ce-749e1d7d6e72" providerId="ADAL" clId="{F53C3C4B-A881-4E4F-A8AD-3ED70430F713}" dt="2021-01-20T14:48:30.669" v="608" actId="1076"/>
          <ac:picMkLst>
            <pc:docMk/>
            <pc:sldMk cId="3188377394" sldId="286"/>
            <ac:picMk id="8" creationId="{9E4483E0-35CC-C745-AFFD-7591EDB4790D}"/>
          </ac:picMkLst>
        </pc:picChg>
      </pc:sldChg>
      <pc:sldChg chg="modSp mod">
        <pc:chgData name="Davis, James C" userId="84778d94-b1cc-4a48-87ce-749e1d7d6e72" providerId="ADAL" clId="{F53C3C4B-A881-4E4F-A8AD-3ED70430F713}" dt="2021-01-20T15:47:15.114" v="6976" actId="20577"/>
        <pc:sldMkLst>
          <pc:docMk/>
          <pc:sldMk cId="69495355" sldId="288"/>
        </pc:sldMkLst>
        <pc:spChg chg="mod">
          <ac:chgData name="Davis, James C" userId="84778d94-b1cc-4a48-87ce-749e1d7d6e72" providerId="ADAL" clId="{F53C3C4B-A881-4E4F-A8AD-3ED70430F713}" dt="2021-01-20T15:47:15.114" v="6976" actId="20577"/>
          <ac:spMkLst>
            <pc:docMk/>
            <pc:sldMk cId="69495355" sldId="288"/>
            <ac:spMk id="2" creationId="{1EBAB61F-537F-FC4D-BDFF-36A0819BCD5B}"/>
          </ac:spMkLst>
        </pc:spChg>
      </pc:sldChg>
      <pc:sldChg chg="modSp mod">
        <pc:chgData name="Davis, James C" userId="84778d94-b1cc-4a48-87ce-749e1d7d6e72" providerId="ADAL" clId="{F53C3C4B-A881-4E4F-A8AD-3ED70430F713}" dt="2021-01-20T15:48:18.762" v="7181" actId="20577"/>
        <pc:sldMkLst>
          <pc:docMk/>
          <pc:sldMk cId="2152854550" sldId="289"/>
        </pc:sldMkLst>
        <pc:spChg chg="mod">
          <ac:chgData name="Davis, James C" userId="84778d94-b1cc-4a48-87ce-749e1d7d6e72" providerId="ADAL" clId="{F53C3C4B-A881-4E4F-A8AD-3ED70430F713}" dt="2021-01-20T15:48:18.762" v="7181" actId="20577"/>
          <ac:spMkLst>
            <pc:docMk/>
            <pc:sldMk cId="2152854550" sldId="289"/>
            <ac:spMk id="2" creationId="{1EBAB61F-537F-FC4D-BDFF-36A0819BCD5B}"/>
          </ac:spMkLst>
        </pc:spChg>
      </pc:sldChg>
      <pc:sldChg chg="modSp mod">
        <pc:chgData name="Davis, James C" userId="84778d94-b1cc-4a48-87ce-749e1d7d6e72" providerId="ADAL" clId="{F53C3C4B-A881-4E4F-A8AD-3ED70430F713}" dt="2021-01-20T15:01:21.153" v="2933" actId="1076"/>
        <pc:sldMkLst>
          <pc:docMk/>
          <pc:sldMk cId="3899457292" sldId="290"/>
        </pc:sldMkLst>
        <pc:spChg chg="mod">
          <ac:chgData name="Davis, James C" userId="84778d94-b1cc-4a48-87ce-749e1d7d6e72" providerId="ADAL" clId="{F53C3C4B-A881-4E4F-A8AD-3ED70430F713}" dt="2021-01-20T15:01:21.153" v="2933" actId="1076"/>
          <ac:spMkLst>
            <pc:docMk/>
            <pc:sldMk cId="3899457292" sldId="290"/>
            <ac:spMk id="2" creationId="{246150C2-24AA-9E43-A463-B984D7666A5B}"/>
          </ac:spMkLst>
        </pc:spChg>
      </pc:sldChg>
      <pc:sldChg chg="addSp delSp modSp add mod modNotesTx">
        <pc:chgData name="Davis, James C" userId="84778d94-b1cc-4a48-87ce-749e1d7d6e72" providerId="ADAL" clId="{F53C3C4B-A881-4E4F-A8AD-3ED70430F713}" dt="2021-01-20T14:57:24.071" v="2095" actId="20577"/>
        <pc:sldMkLst>
          <pc:docMk/>
          <pc:sldMk cId="1316748944" sldId="291"/>
        </pc:sldMkLst>
        <pc:spChg chg="del">
          <ac:chgData name="Davis, James C" userId="84778d94-b1cc-4a48-87ce-749e1d7d6e72" providerId="ADAL" clId="{F53C3C4B-A881-4E4F-A8AD-3ED70430F713}" dt="2021-01-20T14:42:35.565" v="10" actId="478"/>
          <ac:spMkLst>
            <pc:docMk/>
            <pc:sldMk cId="1316748944" sldId="291"/>
            <ac:spMk id="2" creationId="{1EBAB61F-537F-FC4D-BDFF-36A0819BCD5B}"/>
          </ac:spMkLst>
        </pc:spChg>
        <pc:spChg chg="mod">
          <ac:chgData name="Davis, James C" userId="84778d94-b1cc-4a48-87ce-749e1d7d6e72" providerId="ADAL" clId="{F53C3C4B-A881-4E4F-A8AD-3ED70430F713}" dt="2021-01-20T14:42:28.649" v="9" actId="20577"/>
          <ac:spMkLst>
            <pc:docMk/>
            <pc:sldMk cId="1316748944" sldId="291"/>
            <ac:spMk id="3" creationId="{C9A584C7-FB3C-6D44-8B7E-26AB6FD58CB9}"/>
          </ac:spMkLst>
        </pc:spChg>
        <pc:spChg chg="mod">
          <ac:chgData name="Davis, James C" userId="84778d94-b1cc-4a48-87ce-749e1d7d6e72" providerId="ADAL" clId="{F53C3C4B-A881-4E4F-A8AD-3ED70430F713}" dt="2021-01-20T14:56:38.738" v="1919" actId="1076"/>
          <ac:spMkLst>
            <pc:docMk/>
            <pc:sldMk cId="1316748944" sldId="291"/>
            <ac:spMk id="5" creationId="{4C0C250F-9E35-9B45-82CF-3AC64D04E9FE}"/>
          </ac:spMkLst>
        </pc:spChg>
        <pc:spChg chg="mod">
          <ac:chgData name="Davis, James C" userId="84778d94-b1cc-4a48-87ce-749e1d7d6e72" providerId="ADAL" clId="{F53C3C4B-A881-4E4F-A8AD-3ED70430F713}" dt="2021-01-20T14:56:38.738" v="1919" actId="1076"/>
          <ac:spMkLst>
            <pc:docMk/>
            <pc:sldMk cId="1316748944" sldId="291"/>
            <ac:spMk id="6" creationId="{B49D1232-3C24-CE45-AA7E-CC23016683CC}"/>
          </ac:spMkLst>
        </pc:spChg>
        <pc:spChg chg="add del mod">
          <ac:chgData name="Davis, James C" userId="84778d94-b1cc-4a48-87ce-749e1d7d6e72" providerId="ADAL" clId="{F53C3C4B-A881-4E4F-A8AD-3ED70430F713}" dt="2021-01-20T14:42:36.818" v="11" actId="478"/>
          <ac:spMkLst>
            <pc:docMk/>
            <pc:sldMk cId="1316748944" sldId="291"/>
            <ac:spMk id="7" creationId="{78673364-C39F-984E-A027-4BF8A1E2F3C0}"/>
          </ac:spMkLst>
        </pc:spChg>
        <pc:spChg chg="add mod">
          <ac:chgData name="Davis, James C" userId="84778d94-b1cc-4a48-87ce-749e1d7d6e72" providerId="ADAL" clId="{F53C3C4B-A881-4E4F-A8AD-3ED70430F713}" dt="2021-01-20T14:56:33.257" v="1918" actId="1035"/>
          <ac:spMkLst>
            <pc:docMk/>
            <pc:sldMk cId="1316748944" sldId="291"/>
            <ac:spMk id="8" creationId="{AEA598D7-8B63-2341-A493-4C048006C3EF}"/>
          </ac:spMkLst>
        </pc:spChg>
        <pc:spChg chg="add mod">
          <ac:chgData name="Davis, James C" userId="84778d94-b1cc-4a48-87ce-749e1d7d6e72" providerId="ADAL" clId="{F53C3C4B-A881-4E4F-A8AD-3ED70430F713}" dt="2021-01-20T14:56:33.257" v="1918" actId="1035"/>
          <ac:spMkLst>
            <pc:docMk/>
            <pc:sldMk cId="1316748944" sldId="291"/>
            <ac:spMk id="9" creationId="{51A0CE53-0C60-B34F-85C4-D870C38DAAB1}"/>
          </ac:spMkLst>
        </pc:spChg>
        <pc:spChg chg="add mod">
          <ac:chgData name="Davis, James C" userId="84778d94-b1cc-4a48-87ce-749e1d7d6e72" providerId="ADAL" clId="{F53C3C4B-A881-4E4F-A8AD-3ED70430F713}" dt="2021-01-20T14:56:33.257" v="1918" actId="1035"/>
          <ac:spMkLst>
            <pc:docMk/>
            <pc:sldMk cId="1316748944" sldId="291"/>
            <ac:spMk id="10" creationId="{F39F2B7E-8443-3341-9FCE-3FC4E136BDD6}"/>
          </ac:spMkLst>
        </pc:spChg>
        <pc:spChg chg="add mod">
          <ac:chgData name="Davis, James C" userId="84778d94-b1cc-4a48-87ce-749e1d7d6e72" providerId="ADAL" clId="{F53C3C4B-A881-4E4F-A8AD-3ED70430F713}" dt="2021-01-20T14:56:33.257" v="1918" actId="1035"/>
          <ac:spMkLst>
            <pc:docMk/>
            <pc:sldMk cId="1316748944" sldId="291"/>
            <ac:spMk id="13" creationId="{A3AF8666-2FA4-4C4F-B7D8-7E640910949A}"/>
          </ac:spMkLst>
        </pc:spChg>
        <pc:picChg chg="add mod">
          <ac:chgData name="Davis, James C" userId="84778d94-b1cc-4a48-87ce-749e1d7d6e72" providerId="ADAL" clId="{F53C3C4B-A881-4E4F-A8AD-3ED70430F713}" dt="2021-01-20T14:56:33.257" v="1918" actId="1035"/>
          <ac:picMkLst>
            <pc:docMk/>
            <pc:sldMk cId="1316748944" sldId="291"/>
            <ac:picMk id="1026" creationId="{58594AA0-B01D-6747-A686-68542FE79717}"/>
          </ac:picMkLst>
        </pc:picChg>
        <pc:picChg chg="add mod">
          <ac:chgData name="Davis, James C" userId="84778d94-b1cc-4a48-87ce-749e1d7d6e72" providerId="ADAL" clId="{F53C3C4B-A881-4E4F-A8AD-3ED70430F713}" dt="2021-01-20T14:56:33.257" v="1918" actId="1035"/>
          <ac:picMkLst>
            <pc:docMk/>
            <pc:sldMk cId="1316748944" sldId="291"/>
            <ac:picMk id="1028" creationId="{6DC802FD-C00F-254A-BE18-5871E8D8D252}"/>
          </ac:picMkLst>
        </pc:picChg>
      </pc:sldChg>
      <pc:sldChg chg="modSp add del mod">
        <pc:chgData name="Davis, James C" userId="84778d94-b1cc-4a48-87ce-749e1d7d6e72" providerId="ADAL" clId="{F53C3C4B-A881-4E4F-A8AD-3ED70430F713}" dt="2021-01-20T14:51:54.751" v="1083" actId="2696"/>
        <pc:sldMkLst>
          <pc:docMk/>
          <pc:sldMk cId="228522215" sldId="292"/>
        </pc:sldMkLst>
        <pc:spChg chg="mod">
          <ac:chgData name="Davis, James C" userId="84778d94-b1cc-4a48-87ce-749e1d7d6e72" providerId="ADAL" clId="{F53C3C4B-A881-4E4F-A8AD-3ED70430F713}" dt="2021-01-20T14:50:10.792" v="810" actId="20577"/>
          <ac:spMkLst>
            <pc:docMk/>
            <pc:sldMk cId="228522215" sldId="292"/>
            <ac:spMk id="2" creationId="{1EBAB61F-537F-FC4D-BDFF-36A0819BCD5B}"/>
          </ac:spMkLst>
        </pc:spChg>
        <pc:spChg chg="mod">
          <ac:chgData name="Davis, James C" userId="84778d94-b1cc-4a48-87ce-749e1d7d6e72" providerId="ADAL" clId="{F53C3C4B-A881-4E4F-A8AD-3ED70430F713}" dt="2021-01-20T14:49:03.832" v="675" actId="20577"/>
          <ac:spMkLst>
            <pc:docMk/>
            <pc:sldMk cId="228522215" sldId="292"/>
            <ac:spMk id="3" creationId="{C9A584C7-FB3C-6D44-8B7E-26AB6FD58CB9}"/>
          </ac:spMkLst>
        </pc:spChg>
      </pc:sldChg>
      <pc:sldChg chg="modSp add mod ord modNotesTx">
        <pc:chgData name="Davis, James C" userId="84778d94-b1cc-4a48-87ce-749e1d7d6e72" providerId="ADAL" clId="{F53C3C4B-A881-4E4F-A8AD-3ED70430F713}" dt="2021-01-20T15:03:38.733" v="3437" actId="20578"/>
        <pc:sldMkLst>
          <pc:docMk/>
          <pc:sldMk cId="2744641023" sldId="292"/>
        </pc:sldMkLst>
        <pc:spChg chg="mod">
          <ac:chgData name="Davis, James C" userId="84778d94-b1cc-4a48-87ce-749e1d7d6e72" providerId="ADAL" clId="{F53C3C4B-A881-4E4F-A8AD-3ED70430F713}" dt="2021-01-20T14:57:54.104" v="2164" actId="20577"/>
          <ac:spMkLst>
            <pc:docMk/>
            <pc:sldMk cId="2744641023" sldId="292"/>
            <ac:spMk id="2" creationId="{1EBAB61F-537F-FC4D-BDFF-36A0819BCD5B}"/>
          </ac:spMkLst>
        </pc:spChg>
      </pc:sldChg>
      <pc:sldChg chg="modSp add mod">
        <pc:chgData name="Davis, James C" userId="84778d94-b1cc-4a48-87ce-749e1d7d6e72" providerId="ADAL" clId="{F53C3C4B-A881-4E4F-A8AD-3ED70430F713}" dt="2021-01-20T15:00:37.056" v="2897" actId="6549"/>
        <pc:sldMkLst>
          <pc:docMk/>
          <pc:sldMk cId="2148200896" sldId="293"/>
        </pc:sldMkLst>
        <pc:spChg chg="mod">
          <ac:chgData name="Davis, James C" userId="84778d94-b1cc-4a48-87ce-749e1d7d6e72" providerId="ADAL" clId="{F53C3C4B-A881-4E4F-A8AD-3ED70430F713}" dt="2021-01-20T15:00:37.056" v="2897" actId="6549"/>
          <ac:spMkLst>
            <pc:docMk/>
            <pc:sldMk cId="2148200896" sldId="293"/>
            <ac:spMk id="2" creationId="{1EBAB61F-537F-FC4D-BDFF-36A0819BCD5B}"/>
          </ac:spMkLst>
        </pc:spChg>
        <pc:spChg chg="mod">
          <ac:chgData name="Davis, James C" userId="84778d94-b1cc-4a48-87ce-749e1d7d6e72" providerId="ADAL" clId="{F53C3C4B-A881-4E4F-A8AD-3ED70430F713}" dt="2021-01-20T14:51:59.554" v="1098" actId="20577"/>
          <ac:spMkLst>
            <pc:docMk/>
            <pc:sldMk cId="2148200896" sldId="293"/>
            <ac:spMk id="3" creationId="{C9A584C7-FB3C-6D44-8B7E-26AB6FD58CB9}"/>
          </ac:spMkLst>
        </pc:spChg>
      </pc:sldChg>
      <pc:sldChg chg="addSp delSp modSp new mod modClrScheme chgLayout modNotesTx">
        <pc:chgData name="Davis, James C" userId="84778d94-b1cc-4a48-87ce-749e1d7d6e72" providerId="ADAL" clId="{F53C3C4B-A881-4E4F-A8AD-3ED70430F713}" dt="2021-01-20T15:05:10.054" v="3902" actId="20577"/>
        <pc:sldMkLst>
          <pc:docMk/>
          <pc:sldMk cId="1524927026" sldId="294"/>
        </pc:sldMkLst>
        <pc:spChg chg="del mod ord">
          <ac:chgData name="Davis, James C" userId="84778d94-b1cc-4a48-87ce-749e1d7d6e72" providerId="ADAL" clId="{F53C3C4B-A881-4E4F-A8AD-3ED70430F713}" dt="2021-01-20T14:53:40.928" v="1333" actId="700"/>
          <ac:spMkLst>
            <pc:docMk/>
            <pc:sldMk cId="1524927026" sldId="294"/>
            <ac:spMk id="2" creationId="{050F0DA0-5A54-1E48-9574-4906A817768D}"/>
          </ac:spMkLst>
        </pc:spChg>
        <pc:spChg chg="mod ord">
          <ac:chgData name="Davis, James C" userId="84778d94-b1cc-4a48-87ce-749e1d7d6e72" providerId="ADAL" clId="{F53C3C4B-A881-4E4F-A8AD-3ED70430F713}" dt="2021-01-20T14:53:40.928" v="1333" actId="700"/>
          <ac:spMkLst>
            <pc:docMk/>
            <pc:sldMk cId="1524927026" sldId="294"/>
            <ac:spMk id="3" creationId="{4E01D613-2354-934A-BA0F-D6B59F6BCBBB}"/>
          </ac:spMkLst>
        </pc:spChg>
        <pc:spChg chg="mod ord">
          <ac:chgData name="Davis, James C" userId="84778d94-b1cc-4a48-87ce-749e1d7d6e72" providerId="ADAL" clId="{F53C3C4B-A881-4E4F-A8AD-3ED70430F713}" dt="2021-01-20T14:53:40.928" v="1333" actId="700"/>
          <ac:spMkLst>
            <pc:docMk/>
            <pc:sldMk cId="1524927026" sldId="294"/>
            <ac:spMk id="4" creationId="{0D007A94-5D51-0946-9D84-889F2480EC7C}"/>
          </ac:spMkLst>
        </pc:spChg>
        <pc:spChg chg="add mod ord">
          <ac:chgData name="Davis, James C" userId="84778d94-b1cc-4a48-87ce-749e1d7d6e72" providerId="ADAL" clId="{F53C3C4B-A881-4E4F-A8AD-3ED70430F713}" dt="2021-01-20T14:53:43.381" v="1343" actId="20577"/>
          <ac:spMkLst>
            <pc:docMk/>
            <pc:sldMk cId="1524927026" sldId="294"/>
            <ac:spMk id="5" creationId="{929AF5D7-AE8F-F748-B9E3-33E89D3E848B}"/>
          </ac:spMkLst>
        </pc:spChg>
        <pc:spChg chg="add mod ord">
          <ac:chgData name="Davis, James C" userId="84778d94-b1cc-4a48-87ce-749e1d7d6e72" providerId="ADAL" clId="{F53C3C4B-A881-4E4F-A8AD-3ED70430F713}" dt="2021-01-20T14:53:57.730" v="1448" actId="20577"/>
          <ac:spMkLst>
            <pc:docMk/>
            <pc:sldMk cId="1524927026" sldId="294"/>
            <ac:spMk id="6" creationId="{69D062F1-05DF-B74F-8CCF-7754264170CE}"/>
          </ac:spMkLst>
        </pc:spChg>
      </pc:sldChg>
      <pc:sldChg chg="addSp delSp modSp add mod modAnim">
        <pc:chgData name="Davis, James C" userId="84778d94-b1cc-4a48-87ce-749e1d7d6e72" providerId="ADAL" clId="{F53C3C4B-A881-4E4F-A8AD-3ED70430F713}" dt="2021-01-20T15:43:10.539" v="6782" actId="1036"/>
        <pc:sldMkLst>
          <pc:docMk/>
          <pc:sldMk cId="903108232" sldId="295"/>
        </pc:sldMkLst>
        <pc:spChg chg="del">
          <ac:chgData name="Davis, James C" userId="84778d94-b1cc-4a48-87ce-749e1d7d6e72" providerId="ADAL" clId="{F53C3C4B-A881-4E4F-A8AD-3ED70430F713}" dt="2021-01-20T15:37:13.879" v="6547" actId="478"/>
          <ac:spMkLst>
            <pc:docMk/>
            <pc:sldMk cId="903108232" sldId="295"/>
            <ac:spMk id="2" creationId="{1EBAB61F-537F-FC4D-BDFF-36A0819BCD5B}"/>
          </ac:spMkLst>
        </pc:spChg>
        <pc:spChg chg="mod">
          <ac:chgData name="Davis, James C" userId="84778d94-b1cc-4a48-87ce-749e1d7d6e72" providerId="ADAL" clId="{F53C3C4B-A881-4E4F-A8AD-3ED70430F713}" dt="2021-01-20T15:37:12.371" v="6546" actId="20577"/>
          <ac:spMkLst>
            <pc:docMk/>
            <pc:sldMk cId="903108232" sldId="295"/>
            <ac:spMk id="3" creationId="{C9A584C7-FB3C-6D44-8B7E-26AB6FD58CB9}"/>
          </ac:spMkLst>
        </pc:spChg>
        <pc:spChg chg="add del mod">
          <ac:chgData name="Davis, James C" userId="84778d94-b1cc-4a48-87ce-749e1d7d6e72" providerId="ADAL" clId="{F53C3C4B-A881-4E4F-A8AD-3ED70430F713}" dt="2021-01-20T15:37:17.053" v="6549" actId="478"/>
          <ac:spMkLst>
            <pc:docMk/>
            <pc:sldMk cId="903108232" sldId="295"/>
            <ac:spMk id="7" creationId="{4BEA46AE-D49D-9A4D-8E51-571B2583762D}"/>
          </ac:spMkLst>
        </pc:spChg>
        <pc:spChg chg="add del mod">
          <ac:chgData name="Davis, James C" userId="84778d94-b1cc-4a48-87ce-749e1d7d6e72" providerId="ADAL" clId="{F53C3C4B-A881-4E4F-A8AD-3ED70430F713}" dt="2021-01-20T15:37:22.415" v="6551" actId="767"/>
          <ac:spMkLst>
            <pc:docMk/>
            <pc:sldMk cId="903108232" sldId="295"/>
            <ac:spMk id="8" creationId="{EBBB66C7-DCB7-C142-80C0-C689ECBBD81B}"/>
          </ac:spMkLst>
        </pc:spChg>
        <pc:spChg chg="add mod">
          <ac:chgData name="Davis, James C" userId="84778d94-b1cc-4a48-87ce-749e1d7d6e72" providerId="ADAL" clId="{F53C3C4B-A881-4E4F-A8AD-3ED70430F713}" dt="2021-01-20T15:40:09.580" v="6688" actId="1076"/>
          <ac:spMkLst>
            <pc:docMk/>
            <pc:sldMk cId="903108232" sldId="295"/>
            <ac:spMk id="9" creationId="{C863769F-81AC-D246-83BB-18080B988114}"/>
          </ac:spMkLst>
        </pc:spChg>
        <pc:spChg chg="add del mod">
          <ac:chgData name="Davis, James C" userId="84778d94-b1cc-4a48-87ce-749e1d7d6e72" providerId="ADAL" clId="{F53C3C4B-A881-4E4F-A8AD-3ED70430F713}" dt="2021-01-20T15:38:57.142" v="6602"/>
          <ac:spMkLst>
            <pc:docMk/>
            <pc:sldMk cId="903108232" sldId="295"/>
            <ac:spMk id="12" creationId="{9B27A79B-272C-4544-8729-ED8BCC4E00F0}"/>
          </ac:spMkLst>
        </pc:spChg>
        <pc:spChg chg="add del mod">
          <ac:chgData name="Davis, James C" userId="84778d94-b1cc-4a48-87ce-749e1d7d6e72" providerId="ADAL" clId="{F53C3C4B-A881-4E4F-A8AD-3ED70430F713}" dt="2021-01-20T15:39:08.119" v="6604"/>
          <ac:spMkLst>
            <pc:docMk/>
            <pc:sldMk cId="903108232" sldId="295"/>
            <ac:spMk id="15" creationId="{B56F41C5-9CB2-0846-8E2E-7AAC59A84823}"/>
          </ac:spMkLst>
        </pc:spChg>
        <pc:spChg chg="add mod">
          <ac:chgData name="Davis, James C" userId="84778d94-b1cc-4a48-87ce-749e1d7d6e72" providerId="ADAL" clId="{F53C3C4B-A881-4E4F-A8AD-3ED70430F713}" dt="2021-01-20T15:40:54.613" v="6749" actId="1076"/>
          <ac:spMkLst>
            <pc:docMk/>
            <pc:sldMk cId="903108232" sldId="295"/>
            <ac:spMk id="17" creationId="{0464978D-AA86-3441-8E01-4943CC152612}"/>
          </ac:spMkLst>
        </pc:spChg>
        <pc:spChg chg="add mod">
          <ac:chgData name="Davis, James C" userId="84778d94-b1cc-4a48-87ce-749e1d7d6e72" providerId="ADAL" clId="{F53C3C4B-A881-4E4F-A8AD-3ED70430F713}" dt="2021-01-20T15:43:10.539" v="6782" actId="1036"/>
          <ac:spMkLst>
            <pc:docMk/>
            <pc:sldMk cId="903108232" sldId="295"/>
            <ac:spMk id="21" creationId="{A1F036D6-E986-BA46-BBCB-75401CA68071}"/>
          </ac:spMkLst>
        </pc:spChg>
        <pc:picChg chg="add del mod">
          <ac:chgData name="Davis, James C" userId="84778d94-b1cc-4a48-87ce-749e1d7d6e72" providerId="ADAL" clId="{F53C3C4B-A881-4E4F-A8AD-3ED70430F713}" dt="2021-01-20T15:38:57.142" v="6602"/>
          <ac:picMkLst>
            <pc:docMk/>
            <pc:sldMk cId="903108232" sldId="295"/>
            <ac:picMk id="11" creationId="{3EE33D29-BBE7-294B-8208-0B6E10911E34}"/>
          </ac:picMkLst>
        </pc:picChg>
        <pc:picChg chg="add del mod">
          <ac:chgData name="Davis, James C" userId="84778d94-b1cc-4a48-87ce-749e1d7d6e72" providerId="ADAL" clId="{F53C3C4B-A881-4E4F-A8AD-3ED70430F713}" dt="2021-01-20T15:38:57.142" v="6602"/>
          <ac:picMkLst>
            <pc:docMk/>
            <pc:sldMk cId="903108232" sldId="295"/>
            <ac:picMk id="13" creationId="{5EA54FDF-992B-E44A-9765-EACA900F53F2}"/>
          </ac:picMkLst>
        </pc:picChg>
        <pc:picChg chg="add del mod">
          <ac:chgData name="Davis, James C" userId="84778d94-b1cc-4a48-87ce-749e1d7d6e72" providerId="ADAL" clId="{F53C3C4B-A881-4E4F-A8AD-3ED70430F713}" dt="2021-01-20T15:39:08.119" v="6604"/>
          <ac:picMkLst>
            <pc:docMk/>
            <pc:sldMk cId="903108232" sldId="295"/>
            <ac:picMk id="14" creationId="{9F410A10-C5D8-AD44-91EF-D0DD2F551D75}"/>
          </ac:picMkLst>
        </pc:picChg>
        <pc:picChg chg="add del mod">
          <ac:chgData name="Davis, James C" userId="84778d94-b1cc-4a48-87ce-749e1d7d6e72" providerId="ADAL" clId="{F53C3C4B-A881-4E4F-A8AD-3ED70430F713}" dt="2021-01-20T15:39:08.119" v="6604"/>
          <ac:picMkLst>
            <pc:docMk/>
            <pc:sldMk cId="903108232" sldId="295"/>
            <ac:picMk id="16" creationId="{36F8C50A-681A-DE42-8DB7-B77488DB5085}"/>
          </ac:picMkLst>
        </pc:picChg>
        <pc:picChg chg="add mod modCrop">
          <ac:chgData name="Davis, James C" userId="84778d94-b1cc-4a48-87ce-749e1d7d6e72" providerId="ADAL" clId="{F53C3C4B-A881-4E4F-A8AD-3ED70430F713}" dt="2021-01-20T15:43:00.627" v="6776" actId="1076"/>
          <ac:picMkLst>
            <pc:docMk/>
            <pc:sldMk cId="903108232" sldId="295"/>
            <ac:picMk id="19" creationId="{559D0368-1CCD-F142-8104-531884C409DA}"/>
          </ac:picMkLst>
        </pc:picChg>
        <pc:picChg chg="add mod">
          <ac:chgData name="Davis, James C" userId="84778d94-b1cc-4a48-87ce-749e1d7d6e72" providerId="ADAL" clId="{F53C3C4B-A881-4E4F-A8AD-3ED70430F713}" dt="2021-01-20T15:43:10.539" v="6782" actId="1036"/>
          <ac:picMkLst>
            <pc:docMk/>
            <pc:sldMk cId="903108232" sldId="295"/>
            <ac:picMk id="20" creationId="{0BEF2A6A-A251-2440-9167-0C6151ABE511}"/>
          </ac:picMkLst>
        </pc:picChg>
        <pc:picChg chg="add mod">
          <ac:chgData name="Davis, James C" userId="84778d94-b1cc-4a48-87ce-749e1d7d6e72" providerId="ADAL" clId="{F53C3C4B-A881-4E4F-A8AD-3ED70430F713}" dt="2021-01-20T15:41:02.206" v="6754" actId="1076"/>
          <ac:picMkLst>
            <pc:docMk/>
            <pc:sldMk cId="903108232" sldId="295"/>
            <ac:picMk id="3074" creationId="{44FB0AF9-8CEA-3140-A1CA-6964C4509867}"/>
          </ac:picMkLst>
        </pc:picChg>
        <pc:picChg chg="add mod">
          <ac:chgData name="Davis, James C" userId="84778d94-b1cc-4a48-87ce-749e1d7d6e72" providerId="ADAL" clId="{F53C3C4B-A881-4E4F-A8AD-3ED70430F713}" dt="2021-01-20T15:40:57.741" v="6751" actId="14100"/>
          <ac:picMkLst>
            <pc:docMk/>
            <pc:sldMk cId="903108232" sldId="295"/>
            <ac:picMk id="3076" creationId="{D3B8157C-CCBB-E142-8B28-42D20B8128F3}"/>
          </ac:picMkLst>
        </pc:picChg>
        <pc:cxnChg chg="add del mod">
          <ac:chgData name="Davis, James C" userId="84778d94-b1cc-4a48-87ce-749e1d7d6e72" providerId="ADAL" clId="{F53C3C4B-A881-4E4F-A8AD-3ED70430F713}" dt="2021-01-20T15:42:11.418" v="6766" actId="478"/>
          <ac:cxnSpMkLst>
            <pc:docMk/>
            <pc:sldMk cId="903108232" sldId="295"/>
            <ac:cxnSpMk id="22" creationId="{43965526-D969-4545-90F1-6AB837FD000B}"/>
          </ac:cxnSpMkLst>
        </pc:cxnChg>
      </pc:sldChg>
    </pc:docChg>
  </pc:docChgLst>
  <pc:docChgLst>
    <pc:chgData name="Davis, James C" userId="84778d94-b1cc-4a48-87ce-749e1d7d6e72" providerId="ADAL" clId="{CE54ABEC-223C-C746-A208-FAED0B2FFE09}"/>
    <pc:docChg chg="undo custSel addSld delSld modSld">
      <pc:chgData name="Davis, James C" userId="84778d94-b1cc-4a48-87ce-749e1d7d6e72" providerId="ADAL" clId="{CE54ABEC-223C-C746-A208-FAED0B2FFE09}" dt="2024-02-23T13:36:27.485" v="17474" actId="20577"/>
      <pc:docMkLst>
        <pc:docMk/>
      </pc:docMkLst>
      <pc:sldChg chg="modSp mod">
        <pc:chgData name="Davis, James C" userId="84778d94-b1cc-4a48-87ce-749e1d7d6e72" providerId="ADAL" clId="{CE54ABEC-223C-C746-A208-FAED0B2FFE09}" dt="2024-02-16T02:53:40.870" v="49" actId="404"/>
        <pc:sldMkLst>
          <pc:docMk/>
          <pc:sldMk cId="681153070" sldId="263"/>
        </pc:sldMkLst>
        <pc:spChg chg="mod">
          <ac:chgData name="Davis, James C" userId="84778d94-b1cc-4a48-87ce-749e1d7d6e72" providerId="ADAL" clId="{CE54ABEC-223C-C746-A208-FAED0B2FFE09}" dt="2024-02-16T02:53:40.870" v="49" actId="404"/>
          <ac:spMkLst>
            <pc:docMk/>
            <pc:sldMk cId="681153070" sldId="263"/>
            <ac:spMk id="2" creationId="{7A610390-B9F9-1640-9974-0C21350E01C9}"/>
          </ac:spMkLst>
        </pc:spChg>
      </pc:sldChg>
      <pc:sldChg chg="del">
        <pc:chgData name="Davis, James C" userId="84778d94-b1cc-4a48-87ce-749e1d7d6e72" providerId="ADAL" clId="{CE54ABEC-223C-C746-A208-FAED0B2FFE09}" dt="2024-02-16T02:54:58.876" v="132" actId="2696"/>
        <pc:sldMkLst>
          <pc:docMk/>
          <pc:sldMk cId="1120750873" sldId="267"/>
        </pc:sldMkLst>
      </pc:sldChg>
      <pc:sldChg chg="del">
        <pc:chgData name="Davis, James C" userId="84778d94-b1cc-4a48-87ce-749e1d7d6e72" providerId="ADAL" clId="{CE54ABEC-223C-C746-A208-FAED0B2FFE09}" dt="2024-02-16T02:54:59.048" v="165" actId="2696"/>
        <pc:sldMkLst>
          <pc:docMk/>
          <pc:sldMk cId="3683080521" sldId="271"/>
        </pc:sldMkLst>
      </pc:sldChg>
      <pc:sldChg chg="del">
        <pc:chgData name="Davis, James C" userId="84778d94-b1cc-4a48-87ce-749e1d7d6e72" providerId="ADAL" clId="{CE54ABEC-223C-C746-A208-FAED0B2FFE09}" dt="2024-02-16T02:54:58.885" v="134" actId="2696"/>
        <pc:sldMkLst>
          <pc:docMk/>
          <pc:sldMk cId="4088506548" sldId="274"/>
        </pc:sldMkLst>
      </pc:sldChg>
      <pc:sldChg chg="del">
        <pc:chgData name="Davis, James C" userId="84778d94-b1cc-4a48-87ce-749e1d7d6e72" providerId="ADAL" clId="{CE54ABEC-223C-C746-A208-FAED0B2FFE09}" dt="2024-02-16T02:54:58.985" v="158" actId="2696"/>
        <pc:sldMkLst>
          <pc:docMk/>
          <pc:sldMk cId="1780134794" sldId="275"/>
        </pc:sldMkLst>
      </pc:sldChg>
      <pc:sldChg chg="del">
        <pc:chgData name="Davis, James C" userId="84778d94-b1cc-4a48-87ce-749e1d7d6e72" providerId="ADAL" clId="{CE54ABEC-223C-C746-A208-FAED0B2FFE09}" dt="2024-02-16T02:54:59.073" v="167" actId="2696"/>
        <pc:sldMkLst>
          <pc:docMk/>
          <pc:sldMk cId="847459779" sldId="276"/>
        </pc:sldMkLst>
      </pc:sldChg>
      <pc:sldChg chg="del">
        <pc:chgData name="Davis, James C" userId="84778d94-b1cc-4a48-87ce-749e1d7d6e72" providerId="ADAL" clId="{CE54ABEC-223C-C746-A208-FAED0B2FFE09}" dt="2024-02-16T02:54:58.893" v="136" actId="2696"/>
        <pc:sldMkLst>
          <pc:docMk/>
          <pc:sldMk cId="3961015613" sldId="277"/>
        </pc:sldMkLst>
      </pc:sldChg>
      <pc:sldChg chg="del">
        <pc:chgData name="Davis, James C" userId="84778d94-b1cc-4a48-87ce-749e1d7d6e72" providerId="ADAL" clId="{CE54ABEC-223C-C746-A208-FAED0B2FFE09}" dt="2024-02-16T02:54:58.964" v="153" actId="2696"/>
        <pc:sldMkLst>
          <pc:docMk/>
          <pc:sldMk cId="2970104163" sldId="278"/>
        </pc:sldMkLst>
      </pc:sldChg>
      <pc:sldChg chg="del">
        <pc:chgData name="Davis, James C" userId="84778d94-b1cc-4a48-87ce-749e1d7d6e72" providerId="ADAL" clId="{CE54ABEC-223C-C746-A208-FAED0B2FFE09}" dt="2024-02-16T02:54:58.960" v="152" actId="2696"/>
        <pc:sldMkLst>
          <pc:docMk/>
          <pc:sldMk cId="3098297999" sldId="279"/>
        </pc:sldMkLst>
      </pc:sldChg>
      <pc:sldChg chg="del">
        <pc:chgData name="Davis, James C" userId="84778d94-b1cc-4a48-87ce-749e1d7d6e72" providerId="ADAL" clId="{CE54ABEC-223C-C746-A208-FAED0B2FFE09}" dt="2024-02-16T02:54:58.989" v="159" actId="2696"/>
        <pc:sldMkLst>
          <pc:docMk/>
          <pc:sldMk cId="1480587039" sldId="280"/>
        </pc:sldMkLst>
      </pc:sldChg>
      <pc:sldChg chg="del">
        <pc:chgData name="Davis, James C" userId="84778d94-b1cc-4a48-87ce-749e1d7d6e72" providerId="ADAL" clId="{CE54ABEC-223C-C746-A208-FAED0B2FFE09}" dt="2024-02-16T02:54:58.935" v="145" actId="2696"/>
        <pc:sldMkLst>
          <pc:docMk/>
          <pc:sldMk cId="2238048992" sldId="281"/>
        </pc:sldMkLst>
      </pc:sldChg>
      <pc:sldChg chg="del">
        <pc:chgData name="Davis, James C" userId="84778d94-b1cc-4a48-87ce-749e1d7d6e72" providerId="ADAL" clId="{CE54ABEC-223C-C746-A208-FAED0B2FFE09}" dt="2024-02-16T02:54:58.900" v="138" actId="2696"/>
        <pc:sldMkLst>
          <pc:docMk/>
          <pc:sldMk cId="2126503985" sldId="282"/>
        </pc:sldMkLst>
      </pc:sldChg>
      <pc:sldChg chg="del">
        <pc:chgData name="Davis, James C" userId="84778d94-b1cc-4a48-87ce-749e1d7d6e72" providerId="ADAL" clId="{CE54ABEC-223C-C746-A208-FAED0B2FFE09}" dt="2024-02-16T02:54:58.999" v="161" actId="2696"/>
        <pc:sldMkLst>
          <pc:docMk/>
          <pc:sldMk cId="993989113" sldId="283"/>
        </pc:sldMkLst>
      </pc:sldChg>
      <pc:sldChg chg="del">
        <pc:chgData name="Davis, James C" userId="84778d94-b1cc-4a48-87ce-749e1d7d6e72" providerId="ADAL" clId="{CE54ABEC-223C-C746-A208-FAED0B2FFE09}" dt="2024-02-16T02:54:58.940" v="146" actId="2696"/>
        <pc:sldMkLst>
          <pc:docMk/>
          <pc:sldMk cId="2211957941" sldId="284"/>
        </pc:sldMkLst>
      </pc:sldChg>
      <pc:sldChg chg="del">
        <pc:chgData name="Davis, James C" userId="84778d94-b1cc-4a48-87ce-749e1d7d6e72" providerId="ADAL" clId="{CE54ABEC-223C-C746-A208-FAED0B2FFE09}" dt="2024-02-16T02:54:58.971" v="155" actId="2696"/>
        <pc:sldMkLst>
          <pc:docMk/>
          <pc:sldMk cId="283603256" sldId="285"/>
        </pc:sldMkLst>
      </pc:sldChg>
      <pc:sldChg chg="del">
        <pc:chgData name="Davis, James C" userId="84778d94-b1cc-4a48-87ce-749e1d7d6e72" providerId="ADAL" clId="{CE54ABEC-223C-C746-A208-FAED0B2FFE09}" dt="2024-02-16T02:54:58.889" v="135" actId="2696"/>
        <pc:sldMkLst>
          <pc:docMk/>
          <pc:sldMk cId="398418201" sldId="286"/>
        </pc:sldMkLst>
      </pc:sldChg>
      <pc:sldChg chg="del">
        <pc:chgData name="Davis, James C" userId="84778d94-b1cc-4a48-87ce-749e1d7d6e72" providerId="ADAL" clId="{CE54ABEC-223C-C746-A208-FAED0B2FFE09}" dt="2024-02-16T02:54:59.008" v="163" actId="2696"/>
        <pc:sldMkLst>
          <pc:docMk/>
          <pc:sldMk cId="1287344056" sldId="287"/>
        </pc:sldMkLst>
      </pc:sldChg>
      <pc:sldChg chg="addSp delSp modSp add del mod">
        <pc:chgData name="Davis, James C" userId="84778d94-b1cc-4a48-87ce-749e1d7d6e72" providerId="ADAL" clId="{CE54ABEC-223C-C746-A208-FAED0B2FFE09}" dt="2024-02-19T07:30:14.757" v="4808" actId="1076"/>
        <pc:sldMkLst>
          <pc:docMk/>
          <pc:sldMk cId="0" sldId="308"/>
        </pc:sldMkLst>
        <pc:spChg chg="mod">
          <ac:chgData name="Davis, James C" userId="84778d94-b1cc-4a48-87ce-749e1d7d6e72" providerId="ADAL" clId="{CE54ABEC-223C-C746-A208-FAED0B2FFE09}" dt="2024-02-19T07:26:51.627" v="4643"/>
          <ac:spMkLst>
            <pc:docMk/>
            <pc:sldMk cId="0" sldId="308"/>
            <ac:spMk id="2" creationId="{00000000-0000-0000-0000-000000000000}"/>
          </ac:spMkLst>
        </pc:spChg>
        <pc:spChg chg="add mod">
          <ac:chgData name="Davis, James C" userId="84778d94-b1cc-4a48-87ce-749e1d7d6e72" providerId="ADAL" clId="{CE54ABEC-223C-C746-A208-FAED0B2FFE09}" dt="2024-02-19T07:30:14.757" v="4808" actId="1076"/>
          <ac:spMkLst>
            <pc:docMk/>
            <pc:sldMk cId="0" sldId="308"/>
            <ac:spMk id="3" creationId="{D542E070-4071-8BE2-4A7B-CEF63F63D5E9}"/>
          </ac:spMkLst>
        </pc:spChg>
        <pc:grpChg chg="del">
          <ac:chgData name="Davis, James C" userId="84778d94-b1cc-4a48-87ce-749e1d7d6e72" providerId="ADAL" clId="{CE54ABEC-223C-C746-A208-FAED0B2FFE09}" dt="2024-02-19T07:30:03.087" v="4775" actId="478"/>
          <ac:grpSpMkLst>
            <pc:docMk/>
            <pc:sldMk cId="0" sldId="308"/>
            <ac:grpSpMk id="13" creationId="{00000000-0000-0000-0000-000000000000}"/>
          </ac:grpSpMkLst>
        </pc:grpChg>
      </pc:sldChg>
      <pc:sldChg chg="addSp delSp modSp add del mod modNotesTx">
        <pc:chgData name="Davis, James C" userId="84778d94-b1cc-4a48-87ce-749e1d7d6e72" providerId="ADAL" clId="{CE54ABEC-223C-C746-A208-FAED0B2FFE09}" dt="2024-02-19T07:30:18.319" v="4810"/>
        <pc:sldMkLst>
          <pc:docMk/>
          <pc:sldMk cId="0" sldId="310"/>
        </pc:sldMkLst>
        <pc:spChg chg="mod">
          <ac:chgData name="Davis, James C" userId="84778d94-b1cc-4a48-87ce-749e1d7d6e72" providerId="ADAL" clId="{CE54ABEC-223C-C746-A208-FAED0B2FFE09}" dt="2024-02-19T07:26:51.627" v="4643"/>
          <ac:spMkLst>
            <pc:docMk/>
            <pc:sldMk cId="0" sldId="310"/>
            <ac:spMk id="2" creationId="{00000000-0000-0000-0000-000000000000}"/>
          </ac:spMkLst>
        </pc:spChg>
        <pc:spChg chg="add mod">
          <ac:chgData name="Davis, James C" userId="84778d94-b1cc-4a48-87ce-749e1d7d6e72" providerId="ADAL" clId="{CE54ABEC-223C-C746-A208-FAED0B2FFE09}" dt="2024-02-19T07:30:18.319" v="4810"/>
          <ac:spMkLst>
            <pc:docMk/>
            <pc:sldMk cId="0" sldId="310"/>
            <ac:spMk id="3" creationId="{DC38C64F-E2D1-B960-CB96-F1005B693616}"/>
          </ac:spMkLst>
        </pc:spChg>
        <pc:spChg chg="mod">
          <ac:chgData name="Davis, James C" userId="84778d94-b1cc-4a48-87ce-749e1d7d6e72" providerId="ADAL" clId="{CE54ABEC-223C-C746-A208-FAED0B2FFE09}" dt="2024-02-19T07:26:51.627" v="4643"/>
          <ac:spMkLst>
            <pc:docMk/>
            <pc:sldMk cId="0" sldId="310"/>
            <ac:spMk id="4" creationId="{00000000-0000-0000-0000-000000000000}"/>
          </ac:spMkLst>
        </pc:spChg>
        <pc:grpChg chg="del">
          <ac:chgData name="Davis, James C" userId="84778d94-b1cc-4a48-87ce-749e1d7d6e72" providerId="ADAL" clId="{CE54ABEC-223C-C746-A208-FAED0B2FFE09}" dt="2024-02-19T07:30:17.586" v="4809" actId="478"/>
          <ac:grpSpMkLst>
            <pc:docMk/>
            <pc:sldMk cId="0" sldId="310"/>
            <ac:grpSpMk id="12" creationId="{00000000-0000-0000-0000-000000000000}"/>
          </ac:grpSpMkLst>
        </pc:grpChg>
      </pc:sldChg>
      <pc:sldChg chg="del">
        <pc:chgData name="Davis, James C" userId="84778d94-b1cc-4a48-87ce-749e1d7d6e72" providerId="ADAL" clId="{CE54ABEC-223C-C746-A208-FAED0B2FFE09}" dt="2024-02-16T02:54:58.975" v="156" actId="2696"/>
        <pc:sldMkLst>
          <pc:docMk/>
          <pc:sldMk cId="2802719373" sldId="346"/>
        </pc:sldMkLst>
      </pc:sldChg>
      <pc:sldChg chg="del">
        <pc:chgData name="Davis, James C" userId="84778d94-b1cc-4a48-87ce-749e1d7d6e72" providerId="ADAL" clId="{CE54ABEC-223C-C746-A208-FAED0B2FFE09}" dt="2024-02-16T02:54:59.019" v="164" actId="2696"/>
        <pc:sldMkLst>
          <pc:docMk/>
          <pc:sldMk cId="3496949533" sldId="353"/>
        </pc:sldMkLst>
      </pc:sldChg>
      <pc:sldChg chg="del">
        <pc:chgData name="Davis, James C" userId="84778d94-b1cc-4a48-87ce-749e1d7d6e72" providerId="ADAL" clId="{CE54ABEC-223C-C746-A208-FAED0B2FFE09}" dt="2024-02-16T02:54:58.912" v="139" actId="2696"/>
        <pc:sldMkLst>
          <pc:docMk/>
          <pc:sldMk cId="1154189664" sldId="355"/>
        </pc:sldMkLst>
      </pc:sldChg>
      <pc:sldChg chg="del">
        <pc:chgData name="Davis, James C" userId="84778d94-b1cc-4a48-87ce-749e1d7d6e72" providerId="ADAL" clId="{CE54ABEC-223C-C746-A208-FAED0B2FFE09}" dt="2024-02-16T02:54:59.121" v="169" actId="2696"/>
        <pc:sldMkLst>
          <pc:docMk/>
          <pc:sldMk cId="2982800124" sldId="356"/>
        </pc:sldMkLst>
      </pc:sldChg>
      <pc:sldChg chg="add modNotesTx">
        <pc:chgData name="Davis, James C" userId="84778d94-b1cc-4a48-87ce-749e1d7d6e72" providerId="ADAL" clId="{CE54ABEC-223C-C746-A208-FAED0B2FFE09}" dt="2024-02-19T07:06:57.573" v="3972" actId="20577"/>
        <pc:sldMkLst>
          <pc:docMk/>
          <pc:sldMk cId="806461314" sldId="361"/>
        </pc:sldMkLst>
      </pc:sldChg>
      <pc:sldChg chg="addSp modSp add mod modAnim modNotesTx">
        <pc:chgData name="Davis, James C" userId="84778d94-b1cc-4a48-87ce-749e1d7d6e72" providerId="ADAL" clId="{CE54ABEC-223C-C746-A208-FAED0B2FFE09}" dt="2024-02-19T07:34:27.966" v="5348" actId="6549"/>
        <pc:sldMkLst>
          <pc:docMk/>
          <pc:sldMk cId="1976778170" sldId="362"/>
        </pc:sldMkLst>
        <pc:spChg chg="mod">
          <ac:chgData name="Davis, James C" userId="84778d94-b1cc-4a48-87ce-749e1d7d6e72" providerId="ADAL" clId="{CE54ABEC-223C-C746-A208-FAED0B2FFE09}" dt="2024-02-19T07:05:38.518" v="3700" actId="20577"/>
          <ac:spMkLst>
            <pc:docMk/>
            <pc:sldMk cId="1976778170" sldId="362"/>
            <ac:spMk id="2" creationId="{A9773808-54F3-EB46-B540-409255780616}"/>
          </ac:spMkLst>
        </pc:spChg>
        <pc:spChg chg="add mod">
          <ac:chgData name="Davis, James C" userId="84778d94-b1cc-4a48-87ce-749e1d7d6e72" providerId="ADAL" clId="{CE54ABEC-223C-C746-A208-FAED0B2FFE09}" dt="2024-02-19T07:04:04.431" v="3661" actId="403"/>
          <ac:spMkLst>
            <pc:docMk/>
            <pc:sldMk cId="1976778170" sldId="362"/>
            <ac:spMk id="5" creationId="{0B5AB943-7533-9F0F-4CCF-9648F5F960C3}"/>
          </ac:spMkLst>
        </pc:spChg>
      </pc:sldChg>
      <pc:sldChg chg="modSp add mod modNotesTx">
        <pc:chgData name="Davis, James C" userId="84778d94-b1cc-4a48-87ce-749e1d7d6e72" providerId="ADAL" clId="{CE54ABEC-223C-C746-A208-FAED0B2FFE09}" dt="2024-02-21T04:14:44.195" v="6742" actId="1076"/>
        <pc:sldMkLst>
          <pc:docMk/>
          <pc:sldMk cId="211981575" sldId="363"/>
        </pc:sldMkLst>
        <pc:spChg chg="mod">
          <ac:chgData name="Davis, James C" userId="84778d94-b1cc-4a48-87ce-749e1d7d6e72" providerId="ADAL" clId="{CE54ABEC-223C-C746-A208-FAED0B2FFE09}" dt="2024-02-21T04:14:38.403" v="6740" actId="20577"/>
          <ac:spMkLst>
            <pc:docMk/>
            <pc:sldMk cId="211981575" sldId="363"/>
            <ac:spMk id="2" creationId="{5C9A7E25-C6FC-F546-88A9-BA30E5EF7D83}"/>
          </ac:spMkLst>
        </pc:spChg>
        <pc:picChg chg="mod">
          <ac:chgData name="Davis, James C" userId="84778d94-b1cc-4a48-87ce-749e1d7d6e72" providerId="ADAL" clId="{CE54ABEC-223C-C746-A208-FAED0B2FFE09}" dt="2024-02-19T07:10:29.501" v="4391" actId="1038"/>
          <ac:picMkLst>
            <pc:docMk/>
            <pc:sldMk cId="211981575" sldId="363"/>
            <ac:picMk id="9" creationId="{B53F85BA-C69E-AE4F-A5A6-D999E6B3B95F}"/>
          </ac:picMkLst>
        </pc:picChg>
        <pc:picChg chg="mod">
          <ac:chgData name="Davis, James C" userId="84778d94-b1cc-4a48-87ce-749e1d7d6e72" providerId="ADAL" clId="{CE54ABEC-223C-C746-A208-FAED0B2FFE09}" dt="2024-02-21T04:14:41.672" v="6741" actId="1076"/>
          <ac:picMkLst>
            <pc:docMk/>
            <pc:sldMk cId="211981575" sldId="363"/>
            <ac:picMk id="10" creationId="{E17F9BFE-59C6-D84D-8B86-5866865A70A6}"/>
          </ac:picMkLst>
        </pc:picChg>
        <pc:picChg chg="mod">
          <ac:chgData name="Davis, James C" userId="84778d94-b1cc-4a48-87ce-749e1d7d6e72" providerId="ADAL" clId="{CE54ABEC-223C-C746-A208-FAED0B2FFE09}" dt="2024-02-21T04:14:44.195" v="6742" actId="1076"/>
          <ac:picMkLst>
            <pc:docMk/>
            <pc:sldMk cId="211981575" sldId="363"/>
            <ac:picMk id="13" creationId="{77E1E7E0-E105-1E42-A89D-61B702A1C692}"/>
          </ac:picMkLst>
        </pc:picChg>
        <pc:picChg chg="mod">
          <ac:chgData name="Davis, James C" userId="84778d94-b1cc-4a48-87ce-749e1d7d6e72" providerId="ADAL" clId="{CE54ABEC-223C-C746-A208-FAED0B2FFE09}" dt="2024-02-19T07:10:29.501" v="4391" actId="1038"/>
          <ac:picMkLst>
            <pc:docMk/>
            <pc:sldMk cId="211981575" sldId="363"/>
            <ac:picMk id="14" creationId="{1923D400-374B-AB46-8020-8696C2360BD2}"/>
          </ac:picMkLst>
        </pc:picChg>
      </pc:sldChg>
      <pc:sldChg chg="add">
        <pc:chgData name="Davis, James C" userId="84778d94-b1cc-4a48-87ce-749e1d7d6e72" providerId="ADAL" clId="{CE54ABEC-223C-C746-A208-FAED0B2FFE09}" dt="2024-02-16T13:31:06.701" v="3305"/>
        <pc:sldMkLst>
          <pc:docMk/>
          <pc:sldMk cId="800427382" sldId="364"/>
        </pc:sldMkLst>
      </pc:sldChg>
      <pc:sldChg chg="modSp add mod modAnim modNotesTx">
        <pc:chgData name="Davis, James C" userId="84778d94-b1cc-4a48-87ce-749e1d7d6e72" providerId="ADAL" clId="{CE54ABEC-223C-C746-A208-FAED0B2FFE09}" dt="2024-02-19T07:47:52.652" v="6511" actId="20577"/>
        <pc:sldMkLst>
          <pc:docMk/>
          <pc:sldMk cId="3105702546" sldId="365"/>
        </pc:sldMkLst>
        <pc:spChg chg="mod">
          <ac:chgData name="Davis, James C" userId="84778d94-b1cc-4a48-87ce-749e1d7d6e72" providerId="ADAL" clId="{CE54ABEC-223C-C746-A208-FAED0B2FFE09}" dt="2024-02-19T07:47:15.353" v="6455" actId="313"/>
          <ac:spMkLst>
            <pc:docMk/>
            <pc:sldMk cId="3105702546" sldId="365"/>
            <ac:spMk id="2" creationId="{A3E0835F-F4EE-1242-AE9C-31D41298D3A0}"/>
          </ac:spMkLst>
        </pc:spChg>
        <pc:spChg chg="mod">
          <ac:chgData name="Davis, James C" userId="84778d94-b1cc-4a48-87ce-749e1d7d6e72" providerId="ADAL" clId="{CE54ABEC-223C-C746-A208-FAED0B2FFE09}" dt="2024-02-19T07:46:13.454" v="6402" actId="20577"/>
          <ac:spMkLst>
            <pc:docMk/>
            <pc:sldMk cId="3105702546" sldId="365"/>
            <ac:spMk id="3" creationId="{50D80B4C-B90A-864A-B6EB-68A573D78795}"/>
          </ac:spMkLst>
        </pc:spChg>
      </pc:sldChg>
      <pc:sldChg chg="modSp add mod modNotesTx">
        <pc:chgData name="Davis, James C" userId="84778d94-b1cc-4a48-87ce-749e1d7d6e72" providerId="ADAL" clId="{CE54ABEC-223C-C746-A208-FAED0B2FFE09}" dt="2024-02-19T07:48:58.518" v="6514" actId="1076"/>
        <pc:sldMkLst>
          <pc:docMk/>
          <pc:sldMk cId="1980714566" sldId="366"/>
        </pc:sldMkLst>
        <pc:picChg chg="mod">
          <ac:chgData name="Davis, James C" userId="84778d94-b1cc-4a48-87ce-749e1d7d6e72" providerId="ADAL" clId="{CE54ABEC-223C-C746-A208-FAED0B2FFE09}" dt="2024-02-19T07:40:22.103" v="5350" actId="1076"/>
          <ac:picMkLst>
            <pc:docMk/>
            <pc:sldMk cId="1980714566" sldId="366"/>
            <ac:picMk id="5" creationId="{482A4482-D65F-204C-BF20-A5BC709BDF40}"/>
          </ac:picMkLst>
        </pc:picChg>
        <pc:picChg chg="mod">
          <ac:chgData name="Davis, James C" userId="84778d94-b1cc-4a48-87ce-749e1d7d6e72" providerId="ADAL" clId="{CE54ABEC-223C-C746-A208-FAED0B2FFE09}" dt="2024-02-19T07:45:10.934" v="6358" actId="1076"/>
          <ac:picMkLst>
            <pc:docMk/>
            <pc:sldMk cId="1980714566" sldId="366"/>
            <ac:picMk id="11" creationId="{37C2C56D-F8A4-4B41-80FB-2858730305F3}"/>
          </ac:picMkLst>
        </pc:picChg>
        <pc:picChg chg="mod">
          <ac:chgData name="Davis, James C" userId="84778d94-b1cc-4a48-87ce-749e1d7d6e72" providerId="ADAL" clId="{CE54ABEC-223C-C746-A208-FAED0B2FFE09}" dt="2024-02-19T07:45:10.934" v="6358" actId="1076"/>
          <ac:picMkLst>
            <pc:docMk/>
            <pc:sldMk cId="1980714566" sldId="366"/>
            <ac:picMk id="12" creationId="{356B8C43-A54C-EA49-9A51-29BA9E0D1A98}"/>
          </ac:picMkLst>
        </pc:picChg>
        <pc:picChg chg="mod modCrop">
          <ac:chgData name="Davis, James C" userId="84778d94-b1cc-4a48-87ce-749e1d7d6e72" providerId="ADAL" clId="{CE54ABEC-223C-C746-A208-FAED0B2FFE09}" dt="2024-02-19T07:48:58.518" v="6514" actId="1076"/>
          <ac:picMkLst>
            <pc:docMk/>
            <pc:sldMk cId="1980714566" sldId="366"/>
            <ac:picMk id="14" creationId="{2E757949-1413-5740-9407-80F5D503B46C}"/>
          </ac:picMkLst>
        </pc:picChg>
        <pc:picChg chg="mod modCrop">
          <ac:chgData name="Davis, James C" userId="84778d94-b1cc-4a48-87ce-749e1d7d6e72" providerId="ADAL" clId="{CE54ABEC-223C-C746-A208-FAED0B2FFE09}" dt="2024-02-19T07:48:58.518" v="6514" actId="1076"/>
          <ac:picMkLst>
            <pc:docMk/>
            <pc:sldMk cId="1980714566" sldId="366"/>
            <ac:picMk id="15" creationId="{9D05B8E4-25E5-2D44-A66E-5067486FE116}"/>
          </ac:picMkLst>
        </pc:picChg>
      </pc:sldChg>
      <pc:sldChg chg="add">
        <pc:chgData name="Davis, James C" userId="84778d94-b1cc-4a48-87ce-749e1d7d6e72" providerId="ADAL" clId="{CE54ABEC-223C-C746-A208-FAED0B2FFE09}" dt="2024-02-16T13:31:06.701" v="3305"/>
        <pc:sldMkLst>
          <pc:docMk/>
          <pc:sldMk cId="1281350844" sldId="367"/>
        </pc:sldMkLst>
      </pc:sldChg>
      <pc:sldChg chg="add">
        <pc:chgData name="Davis, James C" userId="84778d94-b1cc-4a48-87ce-749e1d7d6e72" providerId="ADAL" clId="{CE54ABEC-223C-C746-A208-FAED0B2FFE09}" dt="2024-02-16T13:26:37.729" v="3231"/>
        <pc:sldMkLst>
          <pc:docMk/>
          <pc:sldMk cId="963959453" sldId="368"/>
        </pc:sldMkLst>
      </pc:sldChg>
      <pc:sldChg chg="add">
        <pc:chgData name="Davis, James C" userId="84778d94-b1cc-4a48-87ce-749e1d7d6e72" providerId="ADAL" clId="{CE54ABEC-223C-C746-A208-FAED0B2FFE09}" dt="2024-02-16T13:31:06.701" v="3305"/>
        <pc:sldMkLst>
          <pc:docMk/>
          <pc:sldMk cId="347487471" sldId="371"/>
        </pc:sldMkLst>
      </pc:sldChg>
      <pc:sldChg chg="add">
        <pc:chgData name="Davis, James C" userId="84778d94-b1cc-4a48-87ce-749e1d7d6e72" providerId="ADAL" clId="{CE54ABEC-223C-C746-A208-FAED0B2FFE09}" dt="2024-02-16T13:31:06.701" v="3305"/>
        <pc:sldMkLst>
          <pc:docMk/>
          <pc:sldMk cId="89469062" sldId="372"/>
        </pc:sldMkLst>
      </pc:sldChg>
      <pc:sldChg chg="add modNotesTx">
        <pc:chgData name="Davis, James C" userId="84778d94-b1cc-4a48-87ce-749e1d7d6e72" providerId="ADAL" clId="{CE54ABEC-223C-C746-A208-FAED0B2FFE09}" dt="2024-02-19T07:23:59.523" v="4637" actId="20577"/>
        <pc:sldMkLst>
          <pc:docMk/>
          <pc:sldMk cId="2954772135" sldId="373"/>
        </pc:sldMkLst>
      </pc:sldChg>
      <pc:sldChg chg="modSp add mod modNotesTx">
        <pc:chgData name="Davis, James C" userId="84778d94-b1cc-4a48-87ce-749e1d7d6e72" providerId="ADAL" clId="{CE54ABEC-223C-C746-A208-FAED0B2FFE09}" dt="2024-02-19T07:00:31.405" v="3520" actId="20577"/>
        <pc:sldMkLst>
          <pc:docMk/>
          <pc:sldMk cId="3732852177" sldId="413"/>
        </pc:sldMkLst>
        <pc:spChg chg="mod">
          <ac:chgData name="Davis, James C" userId="84778d94-b1cc-4a48-87ce-749e1d7d6e72" providerId="ADAL" clId="{CE54ABEC-223C-C746-A208-FAED0B2FFE09}" dt="2024-02-19T06:59:57.526" v="3512" actId="20577"/>
          <ac:spMkLst>
            <pc:docMk/>
            <pc:sldMk cId="3732852177" sldId="413"/>
            <ac:spMk id="3" creationId="{8C2018C2-582D-7C41-A8A0-A68490DFBAED}"/>
          </ac:spMkLst>
        </pc:spChg>
        <pc:picChg chg="mod">
          <ac:chgData name="Davis, James C" userId="84778d94-b1cc-4a48-87ce-749e1d7d6e72" providerId="ADAL" clId="{CE54ABEC-223C-C746-A208-FAED0B2FFE09}" dt="2024-02-19T07:00:14.107" v="3514" actId="14100"/>
          <ac:picMkLst>
            <pc:docMk/>
            <pc:sldMk cId="3732852177" sldId="413"/>
            <ac:picMk id="4" creationId="{218DD7F7-8361-FB4F-824A-E0EE83E5F9F1}"/>
          </ac:picMkLst>
        </pc:picChg>
      </pc:sldChg>
      <pc:sldChg chg="add del">
        <pc:chgData name="Davis, James C" userId="84778d94-b1cc-4a48-87ce-749e1d7d6e72" providerId="ADAL" clId="{CE54ABEC-223C-C746-A208-FAED0B2FFE09}" dt="2024-02-19T07:00:10.658" v="3513" actId="2696"/>
        <pc:sldMkLst>
          <pc:docMk/>
          <pc:sldMk cId="2009416135" sldId="416"/>
        </pc:sldMkLst>
      </pc:sldChg>
      <pc:sldChg chg="modSp add mod modAnim modNotesTx">
        <pc:chgData name="Davis, James C" userId="84778d94-b1cc-4a48-87ce-749e1d7d6e72" providerId="ADAL" clId="{CE54ABEC-223C-C746-A208-FAED0B2FFE09}" dt="2024-02-16T03:32:28.914" v="3229" actId="20577"/>
        <pc:sldMkLst>
          <pc:docMk/>
          <pc:sldMk cId="1153947206" sldId="417"/>
        </pc:sldMkLst>
        <pc:spChg chg="mod">
          <ac:chgData name="Davis, James C" userId="84778d94-b1cc-4a48-87ce-749e1d7d6e72" providerId="ADAL" clId="{CE54ABEC-223C-C746-A208-FAED0B2FFE09}" dt="2024-02-16T03:32:28.914" v="3229" actId="20577"/>
          <ac:spMkLst>
            <pc:docMk/>
            <pc:sldMk cId="1153947206" sldId="417"/>
            <ac:spMk id="4" creationId="{E662E49D-5BD2-BA41-AEB0-E9BDE8BB32BC}"/>
          </ac:spMkLst>
        </pc:spChg>
        <pc:spChg chg="mod">
          <ac:chgData name="Davis, James C" userId="84778d94-b1cc-4a48-87ce-749e1d7d6e72" providerId="ADAL" clId="{CE54ABEC-223C-C746-A208-FAED0B2FFE09}" dt="2024-02-16T03:31:46.618" v="3015" actId="20577"/>
          <ac:spMkLst>
            <pc:docMk/>
            <pc:sldMk cId="1153947206" sldId="417"/>
            <ac:spMk id="5" creationId="{2ADDDF6D-8DC2-0542-AE33-7056442F0958}"/>
          </ac:spMkLst>
        </pc:spChg>
      </pc:sldChg>
      <pc:sldChg chg="add del">
        <pc:chgData name="Davis, James C" userId="84778d94-b1cc-4a48-87ce-749e1d7d6e72" providerId="ADAL" clId="{CE54ABEC-223C-C746-A208-FAED0B2FFE09}" dt="2024-02-16T13:28:30.100" v="3266" actId="2696"/>
        <pc:sldMkLst>
          <pc:docMk/>
          <pc:sldMk cId="871056423" sldId="420"/>
        </pc:sldMkLst>
      </pc:sldChg>
      <pc:sldChg chg="add">
        <pc:chgData name="Davis, James C" userId="84778d94-b1cc-4a48-87ce-749e1d7d6e72" providerId="ADAL" clId="{CE54ABEC-223C-C746-A208-FAED0B2FFE09}" dt="2024-02-16T13:28:33.447" v="3267"/>
        <pc:sldMkLst>
          <pc:docMk/>
          <pc:sldMk cId="2908035440" sldId="420"/>
        </pc:sldMkLst>
      </pc:sldChg>
      <pc:sldChg chg="add">
        <pc:chgData name="Davis, James C" userId="84778d94-b1cc-4a48-87ce-749e1d7d6e72" providerId="ADAL" clId="{CE54ABEC-223C-C746-A208-FAED0B2FFE09}" dt="2024-02-16T13:30:13.223" v="3304"/>
        <pc:sldMkLst>
          <pc:docMk/>
          <pc:sldMk cId="2561376397" sldId="422"/>
        </pc:sldMkLst>
      </pc:sldChg>
      <pc:sldChg chg="add modNotesTx">
        <pc:chgData name="Davis, James C" userId="84778d94-b1cc-4a48-87ce-749e1d7d6e72" providerId="ADAL" clId="{CE54ABEC-223C-C746-A208-FAED0B2FFE09}" dt="2024-02-19T06:56:46.447" v="3441" actId="12"/>
        <pc:sldMkLst>
          <pc:docMk/>
          <pc:sldMk cId="2020759926" sldId="424"/>
        </pc:sldMkLst>
      </pc:sldChg>
      <pc:sldChg chg="add del">
        <pc:chgData name="Davis, James C" userId="84778d94-b1cc-4a48-87ce-749e1d7d6e72" providerId="ADAL" clId="{CE54ABEC-223C-C746-A208-FAED0B2FFE09}" dt="2024-02-16T13:28:30.100" v="3266" actId="2696"/>
        <pc:sldMkLst>
          <pc:docMk/>
          <pc:sldMk cId="4184129196" sldId="424"/>
        </pc:sldMkLst>
      </pc:sldChg>
      <pc:sldChg chg="add del">
        <pc:chgData name="Davis, James C" userId="84778d94-b1cc-4a48-87ce-749e1d7d6e72" providerId="ADAL" clId="{CE54ABEC-223C-C746-A208-FAED0B2FFE09}" dt="2024-02-16T13:28:30.100" v="3266" actId="2696"/>
        <pc:sldMkLst>
          <pc:docMk/>
          <pc:sldMk cId="494099644" sldId="425"/>
        </pc:sldMkLst>
      </pc:sldChg>
      <pc:sldChg chg="modSp add modAnim">
        <pc:chgData name="Davis, James C" userId="84778d94-b1cc-4a48-87ce-749e1d7d6e72" providerId="ADAL" clId="{CE54ABEC-223C-C746-A208-FAED0B2FFE09}" dt="2024-02-19T06:57:09.222" v="3444" actId="14100"/>
        <pc:sldMkLst>
          <pc:docMk/>
          <pc:sldMk cId="4192049634" sldId="425"/>
        </pc:sldMkLst>
        <pc:graphicFrameChg chg="mod">
          <ac:chgData name="Davis, James C" userId="84778d94-b1cc-4a48-87ce-749e1d7d6e72" providerId="ADAL" clId="{CE54ABEC-223C-C746-A208-FAED0B2FFE09}" dt="2024-02-19T06:57:09.222" v="3444" actId="14100"/>
          <ac:graphicFrameMkLst>
            <pc:docMk/>
            <pc:sldMk cId="4192049634" sldId="425"/>
            <ac:graphicFrameMk id="6" creationId="{D22EB814-AE94-B542-A4DE-8A53C3598CAF}"/>
          </ac:graphicFrameMkLst>
        </pc:graphicFrameChg>
      </pc:sldChg>
      <pc:sldChg chg="modSp add mod">
        <pc:chgData name="Davis, James C" userId="84778d94-b1cc-4a48-87ce-749e1d7d6e72" providerId="ADAL" clId="{CE54ABEC-223C-C746-A208-FAED0B2FFE09}" dt="2024-02-19T06:58:41.332" v="3498" actId="14100"/>
        <pc:sldMkLst>
          <pc:docMk/>
          <pc:sldMk cId="1774500328" sldId="426"/>
        </pc:sldMkLst>
        <pc:graphicFrameChg chg="mod modGraphic">
          <ac:chgData name="Davis, James C" userId="84778d94-b1cc-4a48-87ce-749e1d7d6e72" providerId="ADAL" clId="{CE54ABEC-223C-C746-A208-FAED0B2FFE09}" dt="2024-02-19T06:58:41.332" v="3498" actId="14100"/>
          <ac:graphicFrameMkLst>
            <pc:docMk/>
            <pc:sldMk cId="1774500328" sldId="426"/>
            <ac:graphicFrameMk id="7" creationId="{CD014399-E496-FD43-8FF4-C710E928525B}"/>
          </ac:graphicFrameMkLst>
        </pc:graphicFrameChg>
      </pc:sldChg>
      <pc:sldChg chg="modSp add mod">
        <pc:chgData name="Davis, James C" userId="84778d94-b1cc-4a48-87ce-749e1d7d6e72" providerId="ADAL" clId="{CE54ABEC-223C-C746-A208-FAED0B2FFE09}" dt="2024-02-16T13:29:49.041" v="3303" actId="20577"/>
        <pc:sldMkLst>
          <pc:docMk/>
          <pc:sldMk cId="377950625" sldId="428"/>
        </pc:sldMkLst>
        <pc:spChg chg="mod">
          <ac:chgData name="Davis, James C" userId="84778d94-b1cc-4a48-87ce-749e1d7d6e72" providerId="ADAL" clId="{CE54ABEC-223C-C746-A208-FAED0B2FFE09}" dt="2024-02-16T13:29:49.041" v="3303" actId="20577"/>
          <ac:spMkLst>
            <pc:docMk/>
            <pc:sldMk cId="377950625" sldId="428"/>
            <ac:spMk id="3" creationId="{652FF4AE-3046-6E44-9D98-874139EDD4DF}"/>
          </ac:spMkLst>
        </pc:spChg>
      </pc:sldChg>
      <pc:sldChg chg="del">
        <pc:chgData name="Davis, James C" userId="84778d94-b1cc-4a48-87ce-749e1d7d6e72" providerId="ADAL" clId="{CE54ABEC-223C-C746-A208-FAED0B2FFE09}" dt="2024-02-16T02:54:58.949" v="149" actId="2696"/>
        <pc:sldMkLst>
          <pc:docMk/>
          <pc:sldMk cId="1571252152" sldId="1007"/>
        </pc:sldMkLst>
      </pc:sldChg>
      <pc:sldChg chg="del">
        <pc:chgData name="Davis, James C" userId="84778d94-b1cc-4a48-87ce-749e1d7d6e72" providerId="ADAL" clId="{CE54ABEC-223C-C746-A208-FAED0B2FFE09}" dt="2024-02-16T02:54:59.095" v="168" actId="2696"/>
        <pc:sldMkLst>
          <pc:docMk/>
          <pc:sldMk cId="2751933162" sldId="1008"/>
        </pc:sldMkLst>
      </pc:sldChg>
      <pc:sldChg chg="del">
        <pc:chgData name="Davis, James C" userId="84778d94-b1cc-4a48-87ce-749e1d7d6e72" providerId="ADAL" clId="{CE54ABEC-223C-C746-A208-FAED0B2FFE09}" dt="2024-02-16T02:54:58.916" v="140" actId="2696"/>
        <pc:sldMkLst>
          <pc:docMk/>
          <pc:sldMk cId="3706173562" sldId="1009"/>
        </pc:sldMkLst>
      </pc:sldChg>
      <pc:sldChg chg="del">
        <pc:chgData name="Davis, James C" userId="84778d94-b1cc-4a48-87ce-749e1d7d6e72" providerId="ADAL" clId="{CE54ABEC-223C-C746-A208-FAED0B2FFE09}" dt="2024-02-16T02:54:59.058" v="166" actId="2696"/>
        <pc:sldMkLst>
          <pc:docMk/>
          <pc:sldMk cId="1864336137" sldId="1014"/>
        </pc:sldMkLst>
      </pc:sldChg>
      <pc:sldChg chg="del">
        <pc:chgData name="Davis, James C" userId="84778d94-b1cc-4a48-87ce-749e1d7d6e72" providerId="ADAL" clId="{CE54ABEC-223C-C746-A208-FAED0B2FFE09}" dt="2024-02-16T02:54:58.897" v="137" actId="2696"/>
        <pc:sldMkLst>
          <pc:docMk/>
          <pc:sldMk cId="3908369890" sldId="1015"/>
        </pc:sldMkLst>
      </pc:sldChg>
      <pc:sldChg chg="del">
        <pc:chgData name="Davis, James C" userId="84778d94-b1cc-4a48-87ce-749e1d7d6e72" providerId="ADAL" clId="{CE54ABEC-223C-C746-A208-FAED0B2FFE09}" dt="2024-02-16T02:54:59.003" v="162" actId="2696"/>
        <pc:sldMkLst>
          <pc:docMk/>
          <pc:sldMk cId="3615172028" sldId="1016"/>
        </pc:sldMkLst>
      </pc:sldChg>
      <pc:sldChg chg="del">
        <pc:chgData name="Davis, James C" userId="84778d94-b1cc-4a48-87ce-749e1d7d6e72" providerId="ADAL" clId="{CE54ABEC-223C-C746-A208-FAED0B2FFE09}" dt="2024-02-16T02:54:58.979" v="157" actId="2696"/>
        <pc:sldMkLst>
          <pc:docMk/>
          <pc:sldMk cId="2437975435" sldId="1018"/>
        </pc:sldMkLst>
      </pc:sldChg>
      <pc:sldChg chg="del">
        <pc:chgData name="Davis, James C" userId="84778d94-b1cc-4a48-87ce-749e1d7d6e72" providerId="ADAL" clId="{CE54ABEC-223C-C746-A208-FAED0B2FFE09}" dt="2024-02-16T02:54:58.956" v="151" actId="2696"/>
        <pc:sldMkLst>
          <pc:docMk/>
          <pc:sldMk cId="4242180733" sldId="1019"/>
        </pc:sldMkLst>
      </pc:sldChg>
      <pc:sldChg chg="del">
        <pc:chgData name="Davis, James C" userId="84778d94-b1cc-4a48-87ce-749e1d7d6e72" providerId="ADAL" clId="{CE54ABEC-223C-C746-A208-FAED0B2FFE09}" dt="2024-02-16T02:54:58.927" v="143" actId="2696"/>
        <pc:sldMkLst>
          <pc:docMk/>
          <pc:sldMk cId="3070359039" sldId="1020"/>
        </pc:sldMkLst>
      </pc:sldChg>
      <pc:sldChg chg="del">
        <pc:chgData name="Davis, James C" userId="84778d94-b1cc-4a48-87ce-749e1d7d6e72" providerId="ADAL" clId="{CE54ABEC-223C-C746-A208-FAED0B2FFE09}" dt="2024-02-16T02:54:58.919" v="141" actId="2696"/>
        <pc:sldMkLst>
          <pc:docMk/>
          <pc:sldMk cId="477547442" sldId="1021"/>
        </pc:sldMkLst>
      </pc:sldChg>
      <pc:sldChg chg="del">
        <pc:chgData name="Davis, James C" userId="84778d94-b1cc-4a48-87ce-749e1d7d6e72" providerId="ADAL" clId="{CE54ABEC-223C-C746-A208-FAED0B2FFE09}" dt="2024-02-16T02:54:58.943" v="147" actId="2696"/>
        <pc:sldMkLst>
          <pc:docMk/>
          <pc:sldMk cId="1724338064" sldId="1022"/>
        </pc:sldMkLst>
      </pc:sldChg>
      <pc:sldChg chg="del">
        <pc:chgData name="Davis, James C" userId="84778d94-b1cc-4a48-87ce-749e1d7d6e72" providerId="ADAL" clId="{CE54ABEC-223C-C746-A208-FAED0B2FFE09}" dt="2024-02-16T02:54:58.967" v="154" actId="2696"/>
        <pc:sldMkLst>
          <pc:docMk/>
          <pc:sldMk cId="3823352256" sldId="1023"/>
        </pc:sldMkLst>
      </pc:sldChg>
      <pc:sldChg chg="del">
        <pc:chgData name="Davis, James C" userId="84778d94-b1cc-4a48-87ce-749e1d7d6e72" providerId="ADAL" clId="{CE54ABEC-223C-C746-A208-FAED0B2FFE09}" dt="2024-02-16T02:54:58.946" v="148" actId="2696"/>
        <pc:sldMkLst>
          <pc:docMk/>
          <pc:sldMk cId="1482809008" sldId="1024"/>
        </pc:sldMkLst>
      </pc:sldChg>
      <pc:sldChg chg="del">
        <pc:chgData name="Davis, James C" userId="84778d94-b1cc-4a48-87ce-749e1d7d6e72" providerId="ADAL" clId="{CE54ABEC-223C-C746-A208-FAED0B2FFE09}" dt="2024-02-16T02:54:58.924" v="142" actId="2696"/>
        <pc:sldMkLst>
          <pc:docMk/>
          <pc:sldMk cId="3177896234" sldId="1025"/>
        </pc:sldMkLst>
      </pc:sldChg>
      <pc:sldChg chg="del">
        <pc:chgData name="Davis, James C" userId="84778d94-b1cc-4a48-87ce-749e1d7d6e72" providerId="ADAL" clId="{CE54ABEC-223C-C746-A208-FAED0B2FFE09}" dt="2024-02-16T02:54:58.994" v="160" actId="2696"/>
        <pc:sldMkLst>
          <pc:docMk/>
          <pc:sldMk cId="3979333699" sldId="1026"/>
        </pc:sldMkLst>
      </pc:sldChg>
      <pc:sldChg chg="del">
        <pc:chgData name="Davis, James C" userId="84778d94-b1cc-4a48-87ce-749e1d7d6e72" providerId="ADAL" clId="{CE54ABEC-223C-C746-A208-FAED0B2FFE09}" dt="2024-02-16T02:54:58.881" v="133" actId="2696"/>
        <pc:sldMkLst>
          <pc:docMk/>
          <pc:sldMk cId="2162908479" sldId="1027"/>
        </pc:sldMkLst>
      </pc:sldChg>
      <pc:sldChg chg="del">
        <pc:chgData name="Davis, James C" userId="84778d94-b1cc-4a48-87ce-749e1d7d6e72" providerId="ADAL" clId="{CE54ABEC-223C-C746-A208-FAED0B2FFE09}" dt="2024-02-16T02:54:58.931" v="144" actId="2696"/>
        <pc:sldMkLst>
          <pc:docMk/>
          <pc:sldMk cId="959523482" sldId="1028"/>
        </pc:sldMkLst>
      </pc:sldChg>
      <pc:sldChg chg="del">
        <pc:chgData name="Davis, James C" userId="84778d94-b1cc-4a48-87ce-749e1d7d6e72" providerId="ADAL" clId="{CE54ABEC-223C-C746-A208-FAED0B2FFE09}" dt="2024-02-16T02:54:58.953" v="150" actId="2696"/>
        <pc:sldMkLst>
          <pc:docMk/>
          <pc:sldMk cId="2567157067" sldId="1029"/>
        </pc:sldMkLst>
      </pc:sldChg>
      <pc:sldChg chg="del">
        <pc:chgData name="Davis, James C" userId="84778d94-b1cc-4a48-87ce-749e1d7d6e72" providerId="ADAL" clId="{CE54ABEC-223C-C746-A208-FAED0B2FFE09}" dt="2024-02-16T02:59:28.112" v="201" actId="2696"/>
        <pc:sldMkLst>
          <pc:docMk/>
          <pc:sldMk cId="840197125" sldId="1031"/>
        </pc:sldMkLst>
      </pc:sldChg>
      <pc:sldChg chg="del">
        <pc:chgData name="Davis, James C" userId="84778d94-b1cc-4a48-87ce-749e1d7d6e72" providerId="ADAL" clId="{CE54ABEC-223C-C746-A208-FAED0B2FFE09}" dt="2024-02-16T02:59:28.112" v="201" actId="2696"/>
        <pc:sldMkLst>
          <pc:docMk/>
          <pc:sldMk cId="2785801939" sldId="1032"/>
        </pc:sldMkLst>
      </pc:sldChg>
      <pc:sldChg chg="del">
        <pc:chgData name="Davis, James C" userId="84778d94-b1cc-4a48-87ce-749e1d7d6e72" providerId="ADAL" clId="{CE54ABEC-223C-C746-A208-FAED0B2FFE09}" dt="2024-02-16T02:59:28.112" v="201" actId="2696"/>
        <pc:sldMkLst>
          <pc:docMk/>
          <pc:sldMk cId="1866657873" sldId="1033"/>
        </pc:sldMkLst>
      </pc:sldChg>
      <pc:sldChg chg="del">
        <pc:chgData name="Davis, James C" userId="84778d94-b1cc-4a48-87ce-749e1d7d6e72" providerId="ADAL" clId="{CE54ABEC-223C-C746-A208-FAED0B2FFE09}" dt="2024-02-16T02:59:28.112" v="201" actId="2696"/>
        <pc:sldMkLst>
          <pc:docMk/>
          <pc:sldMk cId="4069071361" sldId="1034"/>
        </pc:sldMkLst>
      </pc:sldChg>
      <pc:sldChg chg="del">
        <pc:chgData name="Davis, James C" userId="84778d94-b1cc-4a48-87ce-749e1d7d6e72" providerId="ADAL" clId="{CE54ABEC-223C-C746-A208-FAED0B2FFE09}" dt="2024-02-16T02:59:28.112" v="201" actId="2696"/>
        <pc:sldMkLst>
          <pc:docMk/>
          <pc:sldMk cId="326252556" sldId="1035"/>
        </pc:sldMkLst>
      </pc:sldChg>
      <pc:sldChg chg="del">
        <pc:chgData name="Davis, James C" userId="84778d94-b1cc-4a48-87ce-749e1d7d6e72" providerId="ADAL" clId="{CE54ABEC-223C-C746-A208-FAED0B2FFE09}" dt="2024-02-16T02:59:28.112" v="201" actId="2696"/>
        <pc:sldMkLst>
          <pc:docMk/>
          <pc:sldMk cId="2495226518" sldId="1036"/>
        </pc:sldMkLst>
      </pc:sldChg>
      <pc:sldChg chg="del">
        <pc:chgData name="Davis, James C" userId="84778d94-b1cc-4a48-87ce-749e1d7d6e72" providerId="ADAL" clId="{CE54ABEC-223C-C746-A208-FAED0B2FFE09}" dt="2024-02-16T02:59:28.112" v="201" actId="2696"/>
        <pc:sldMkLst>
          <pc:docMk/>
          <pc:sldMk cId="556866752" sldId="1037"/>
        </pc:sldMkLst>
      </pc:sldChg>
      <pc:sldChg chg="del">
        <pc:chgData name="Davis, James C" userId="84778d94-b1cc-4a48-87ce-749e1d7d6e72" providerId="ADAL" clId="{CE54ABEC-223C-C746-A208-FAED0B2FFE09}" dt="2024-02-16T02:59:28.112" v="201" actId="2696"/>
        <pc:sldMkLst>
          <pc:docMk/>
          <pc:sldMk cId="2370638013" sldId="1038"/>
        </pc:sldMkLst>
      </pc:sldChg>
      <pc:sldChg chg="del">
        <pc:chgData name="Davis, James C" userId="84778d94-b1cc-4a48-87ce-749e1d7d6e72" providerId="ADAL" clId="{CE54ABEC-223C-C746-A208-FAED0B2FFE09}" dt="2024-02-16T02:59:28.112" v="201" actId="2696"/>
        <pc:sldMkLst>
          <pc:docMk/>
          <pc:sldMk cId="3559476500" sldId="1039"/>
        </pc:sldMkLst>
      </pc:sldChg>
      <pc:sldChg chg="del">
        <pc:chgData name="Davis, James C" userId="84778d94-b1cc-4a48-87ce-749e1d7d6e72" providerId="ADAL" clId="{CE54ABEC-223C-C746-A208-FAED0B2FFE09}" dt="2024-02-16T02:59:28.112" v="201" actId="2696"/>
        <pc:sldMkLst>
          <pc:docMk/>
          <pc:sldMk cId="2033208312" sldId="1040"/>
        </pc:sldMkLst>
      </pc:sldChg>
      <pc:sldChg chg="del">
        <pc:chgData name="Davis, James C" userId="84778d94-b1cc-4a48-87ce-749e1d7d6e72" providerId="ADAL" clId="{CE54ABEC-223C-C746-A208-FAED0B2FFE09}" dt="2024-02-16T02:59:35.624" v="202" actId="2696"/>
        <pc:sldMkLst>
          <pc:docMk/>
          <pc:sldMk cId="3892887436" sldId="1041"/>
        </pc:sldMkLst>
      </pc:sldChg>
      <pc:sldChg chg="del">
        <pc:chgData name="Davis, James C" userId="84778d94-b1cc-4a48-87ce-749e1d7d6e72" providerId="ADAL" clId="{CE54ABEC-223C-C746-A208-FAED0B2FFE09}" dt="2024-02-16T02:59:49.723" v="204" actId="2696"/>
        <pc:sldMkLst>
          <pc:docMk/>
          <pc:sldMk cId="4100093423" sldId="1042"/>
        </pc:sldMkLst>
      </pc:sldChg>
      <pc:sldChg chg="del">
        <pc:chgData name="Davis, James C" userId="84778d94-b1cc-4a48-87ce-749e1d7d6e72" providerId="ADAL" clId="{CE54ABEC-223C-C746-A208-FAED0B2FFE09}" dt="2024-02-16T02:59:28.112" v="201" actId="2696"/>
        <pc:sldMkLst>
          <pc:docMk/>
          <pc:sldMk cId="3805193549" sldId="1043"/>
        </pc:sldMkLst>
      </pc:sldChg>
      <pc:sldChg chg="add">
        <pc:chgData name="Davis, James C" userId="84778d94-b1cc-4a48-87ce-749e1d7d6e72" providerId="ADAL" clId="{CE54ABEC-223C-C746-A208-FAED0B2FFE09}" dt="2024-02-16T02:55:07.571" v="171"/>
        <pc:sldMkLst>
          <pc:docMk/>
          <pc:sldMk cId="832498331" sldId="1044"/>
        </pc:sldMkLst>
      </pc:sldChg>
      <pc:sldChg chg="del">
        <pc:chgData name="Davis, James C" userId="84778d94-b1cc-4a48-87ce-749e1d7d6e72" providerId="ADAL" clId="{CE54ABEC-223C-C746-A208-FAED0B2FFE09}" dt="2024-02-16T02:55:05.413" v="170" actId="2696"/>
        <pc:sldMkLst>
          <pc:docMk/>
          <pc:sldMk cId="3111671100" sldId="1044"/>
        </pc:sldMkLst>
      </pc:sldChg>
      <pc:sldChg chg="del">
        <pc:chgData name="Davis, James C" userId="84778d94-b1cc-4a48-87ce-749e1d7d6e72" providerId="ADAL" clId="{CE54ABEC-223C-C746-A208-FAED0B2FFE09}" dt="2024-02-16T02:59:28.112" v="201" actId="2696"/>
        <pc:sldMkLst>
          <pc:docMk/>
          <pc:sldMk cId="3511041565" sldId="1045"/>
        </pc:sldMkLst>
      </pc:sldChg>
      <pc:sldChg chg="del">
        <pc:chgData name="Davis, James C" userId="84778d94-b1cc-4a48-87ce-749e1d7d6e72" providerId="ADAL" clId="{CE54ABEC-223C-C746-A208-FAED0B2FFE09}" dt="2024-02-16T02:59:28.112" v="201" actId="2696"/>
        <pc:sldMkLst>
          <pc:docMk/>
          <pc:sldMk cId="3052112826" sldId="1046"/>
        </pc:sldMkLst>
      </pc:sldChg>
      <pc:sldChg chg="del">
        <pc:chgData name="Davis, James C" userId="84778d94-b1cc-4a48-87ce-749e1d7d6e72" providerId="ADAL" clId="{CE54ABEC-223C-C746-A208-FAED0B2FFE09}" dt="2024-02-16T02:59:28.112" v="201" actId="2696"/>
        <pc:sldMkLst>
          <pc:docMk/>
          <pc:sldMk cId="2054037213" sldId="1047"/>
        </pc:sldMkLst>
      </pc:sldChg>
      <pc:sldChg chg="del">
        <pc:chgData name="Davis, James C" userId="84778d94-b1cc-4a48-87ce-749e1d7d6e72" providerId="ADAL" clId="{CE54ABEC-223C-C746-A208-FAED0B2FFE09}" dt="2024-02-16T02:59:35.624" v="202" actId="2696"/>
        <pc:sldMkLst>
          <pc:docMk/>
          <pc:sldMk cId="2594279069" sldId="1048"/>
        </pc:sldMkLst>
      </pc:sldChg>
      <pc:sldChg chg="del">
        <pc:chgData name="Davis, James C" userId="84778d94-b1cc-4a48-87ce-749e1d7d6e72" providerId="ADAL" clId="{CE54ABEC-223C-C746-A208-FAED0B2FFE09}" dt="2024-02-16T02:59:35.624" v="202" actId="2696"/>
        <pc:sldMkLst>
          <pc:docMk/>
          <pc:sldMk cId="2278482204" sldId="1049"/>
        </pc:sldMkLst>
      </pc:sldChg>
      <pc:sldChg chg="del">
        <pc:chgData name="Davis, James C" userId="84778d94-b1cc-4a48-87ce-749e1d7d6e72" providerId="ADAL" clId="{CE54ABEC-223C-C746-A208-FAED0B2FFE09}" dt="2024-02-16T02:59:35.624" v="202" actId="2696"/>
        <pc:sldMkLst>
          <pc:docMk/>
          <pc:sldMk cId="2764032007" sldId="1050"/>
        </pc:sldMkLst>
      </pc:sldChg>
      <pc:sldChg chg="del">
        <pc:chgData name="Davis, James C" userId="84778d94-b1cc-4a48-87ce-749e1d7d6e72" providerId="ADAL" clId="{CE54ABEC-223C-C746-A208-FAED0B2FFE09}" dt="2024-02-16T02:59:35.624" v="202" actId="2696"/>
        <pc:sldMkLst>
          <pc:docMk/>
          <pc:sldMk cId="4238970390" sldId="1051"/>
        </pc:sldMkLst>
      </pc:sldChg>
      <pc:sldChg chg="addSp delSp modSp mod modAnim modShow modNotesTx">
        <pc:chgData name="Davis, James C" userId="84778d94-b1cc-4a48-87ce-749e1d7d6e72" providerId="ADAL" clId="{CE54ABEC-223C-C746-A208-FAED0B2FFE09}" dt="2024-02-16T03:07:56.400" v="927" actId="20577"/>
        <pc:sldMkLst>
          <pc:docMk/>
          <pc:sldMk cId="1454413101" sldId="1052"/>
        </pc:sldMkLst>
        <pc:picChg chg="add mod">
          <ac:chgData name="Davis, James C" userId="84778d94-b1cc-4a48-87ce-749e1d7d6e72" providerId="ADAL" clId="{CE54ABEC-223C-C746-A208-FAED0B2FFE09}" dt="2024-02-16T03:02:44.821" v="210" actId="1076"/>
          <ac:picMkLst>
            <pc:docMk/>
            <pc:sldMk cId="1454413101" sldId="1052"/>
            <ac:picMk id="2" creationId="{C7A968BB-3C90-559D-4CB0-C7339938CC98}"/>
          </ac:picMkLst>
        </pc:picChg>
        <pc:picChg chg="del mod">
          <ac:chgData name="Davis, James C" userId="84778d94-b1cc-4a48-87ce-749e1d7d6e72" providerId="ADAL" clId="{CE54ABEC-223C-C746-A208-FAED0B2FFE09}" dt="2024-02-16T03:04:24.973" v="212" actId="21"/>
          <ac:picMkLst>
            <pc:docMk/>
            <pc:sldMk cId="1454413101" sldId="1052"/>
            <ac:picMk id="5" creationId="{08B8C516-CC65-E1B0-02B2-F210D620E738}"/>
          </ac:picMkLst>
        </pc:picChg>
        <pc:picChg chg="add mod">
          <ac:chgData name="Davis, James C" userId="84778d94-b1cc-4a48-87ce-749e1d7d6e72" providerId="ADAL" clId="{CE54ABEC-223C-C746-A208-FAED0B2FFE09}" dt="2024-02-16T03:05:20.732" v="221" actId="1076"/>
          <ac:picMkLst>
            <pc:docMk/>
            <pc:sldMk cId="1454413101" sldId="1052"/>
            <ac:picMk id="6" creationId="{FB9C6C14-DFA0-A5EF-7C59-510A5C97AE63}"/>
          </ac:picMkLst>
        </pc:picChg>
      </pc:sldChg>
      <pc:sldChg chg="del">
        <pc:chgData name="Davis, James C" userId="84778d94-b1cc-4a48-87ce-749e1d7d6e72" providerId="ADAL" clId="{CE54ABEC-223C-C746-A208-FAED0B2FFE09}" dt="2024-02-16T03:15:00.552" v="1661" actId="2696"/>
        <pc:sldMkLst>
          <pc:docMk/>
          <pc:sldMk cId="3754622299" sldId="1053"/>
        </pc:sldMkLst>
      </pc:sldChg>
      <pc:sldChg chg="del">
        <pc:chgData name="Davis, James C" userId="84778d94-b1cc-4a48-87ce-749e1d7d6e72" providerId="ADAL" clId="{CE54ABEC-223C-C746-A208-FAED0B2FFE09}" dt="2024-02-16T03:15:00.552" v="1661" actId="2696"/>
        <pc:sldMkLst>
          <pc:docMk/>
          <pc:sldMk cId="3777234656" sldId="1054"/>
        </pc:sldMkLst>
      </pc:sldChg>
      <pc:sldChg chg="addSp delSp modSp new mod modNotesTx">
        <pc:chgData name="Davis, James C" userId="84778d94-b1cc-4a48-87ce-749e1d7d6e72" providerId="ADAL" clId="{CE54ABEC-223C-C746-A208-FAED0B2FFE09}" dt="2024-02-16T02:56:59.826" v="200" actId="20577"/>
        <pc:sldMkLst>
          <pc:docMk/>
          <pc:sldMk cId="3213718190" sldId="1055"/>
        </pc:sldMkLst>
        <pc:spChg chg="del">
          <ac:chgData name="Davis, James C" userId="84778d94-b1cc-4a48-87ce-749e1d7d6e72" providerId="ADAL" clId="{CE54ABEC-223C-C746-A208-FAED0B2FFE09}" dt="2024-02-16T02:54:40.855" v="125" actId="478"/>
          <ac:spMkLst>
            <pc:docMk/>
            <pc:sldMk cId="3213718190" sldId="1055"/>
            <ac:spMk id="2" creationId="{7472797A-04D4-B930-8C44-2B18A1551FD0}"/>
          </ac:spMkLst>
        </pc:spChg>
        <pc:spChg chg="mod">
          <ac:chgData name="Davis, James C" userId="84778d94-b1cc-4a48-87ce-749e1d7d6e72" providerId="ADAL" clId="{CE54ABEC-223C-C746-A208-FAED0B2FFE09}" dt="2024-02-16T02:56:59.826" v="200" actId="20577"/>
          <ac:spMkLst>
            <pc:docMk/>
            <pc:sldMk cId="3213718190" sldId="1055"/>
            <ac:spMk id="3" creationId="{DD4F6765-C82C-B6EB-7F45-B4514AC5B54E}"/>
          </ac:spMkLst>
        </pc:spChg>
        <pc:picChg chg="add mod">
          <ac:chgData name="Davis, James C" userId="84778d94-b1cc-4a48-87ce-749e1d7d6e72" providerId="ADAL" clId="{CE54ABEC-223C-C746-A208-FAED0B2FFE09}" dt="2024-02-16T02:54:45.675" v="127"/>
          <ac:picMkLst>
            <pc:docMk/>
            <pc:sldMk cId="3213718190" sldId="1055"/>
            <ac:picMk id="5" creationId="{4A001131-5CFF-0E0E-DB56-FC9BC056BB0B}"/>
          </ac:picMkLst>
        </pc:picChg>
      </pc:sldChg>
      <pc:sldChg chg="add del">
        <pc:chgData name="Davis, James C" userId="84778d94-b1cc-4a48-87ce-749e1d7d6e72" providerId="ADAL" clId="{CE54ABEC-223C-C746-A208-FAED0B2FFE09}" dt="2024-02-16T02:54:58.872" v="131" actId="2696"/>
        <pc:sldMkLst>
          <pc:docMk/>
          <pc:sldMk cId="6085028" sldId="1056"/>
        </pc:sldMkLst>
      </pc:sldChg>
      <pc:sldChg chg="addSp delSp modSp add mod modNotesTx">
        <pc:chgData name="Davis, James C" userId="84778d94-b1cc-4a48-87ce-749e1d7d6e72" providerId="ADAL" clId="{CE54ABEC-223C-C746-A208-FAED0B2FFE09}" dt="2024-02-16T03:18:17.706" v="2253" actId="20577"/>
        <pc:sldMkLst>
          <pc:docMk/>
          <pc:sldMk cId="461266182" sldId="1056"/>
        </pc:sldMkLst>
        <pc:spChg chg="mod">
          <ac:chgData name="Davis, James C" userId="84778d94-b1cc-4a48-87ce-749e1d7d6e72" providerId="ADAL" clId="{CE54ABEC-223C-C746-A208-FAED0B2FFE09}" dt="2024-02-16T03:14:51.910" v="1660" actId="14100"/>
          <ac:spMkLst>
            <pc:docMk/>
            <pc:sldMk cId="461266182" sldId="1056"/>
            <ac:spMk id="3" creationId="{3AF5477A-30C6-20F0-BAA3-3449244489DB}"/>
          </ac:spMkLst>
        </pc:spChg>
        <pc:picChg chg="del">
          <ac:chgData name="Davis, James C" userId="84778d94-b1cc-4a48-87ce-749e1d7d6e72" providerId="ADAL" clId="{CE54ABEC-223C-C746-A208-FAED0B2FFE09}" dt="2024-02-16T03:04:30.206" v="214" actId="478"/>
          <ac:picMkLst>
            <pc:docMk/>
            <pc:sldMk cId="461266182" sldId="1056"/>
            <ac:picMk id="2" creationId="{C7A968BB-3C90-559D-4CB0-C7339938CC98}"/>
          </ac:picMkLst>
        </pc:picChg>
        <pc:picChg chg="add del mod">
          <ac:chgData name="Davis, James C" userId="84778d94-b1cc-4a48-87ce-749e1d7d6e72" providerId="ADAL" clId="{CE54ABEC-223C-C746-A208-FAED0B2FFE09}" dt="2024-02-16T03:09:25.109" v="976" actId="478"/>
          <ac:picMkLst>
            <pc:docMk/>
            <pc:sldMk cId="461266182" sldId="1056"/>
            <ac:picMk id="5" creationId="{EC262CE4-E186-7F9B-612E-29691B206061}"/>
          </ac:picMkLst>
        </pc:picChg>
        <pc:picChg chg="add mod">
          <ac:chgData name="Davis, James C" userId="84778d94-b1cc-4a48-87ce-749e1d7d6e72" providerId="ADAL" clId="{CE54ABEC-223C-C746-A208-FAED0B2FFE09}" dt="2024-02-16T03:09:56.126" v="984" actId="14100"/>
          <ac:picMkLst>
            <pc:docMk/>
            <pc:sldMk cId="461266182" sldId="1056"/>
            <ac:picMk id="6" creationId="{C8F71833-540E-6A94-C7DD-A35F3796D26C}"/>
          </ac:picMkLst>
        </pc:picChg>
        <pc:picChg chg="add mod">
          <ac:chgData name="Davis, James C" userId="84778d94-b1cc-4a48-87ce-749e1d7d6e72" providerId="ADAL" clId="{CE54ABEC-223C-C746-A208-FAED0B2FFE09}" dt="2024-02-16T03:14:39.546" v="1640" actId="1076"/>
          <ac:picMkLst>
            <pc:docMk/>
            <pc:sldMk cId="461266182" sldId="1056"/>
            <ac:picMk id="7" creationId="{0161FE84-88FC-FFD6-4F48-D8EA5E939FF2}"/>
          </ac:picMkLst>
        </pc:picChg>
      </pc:sldChg>
      <pc:sldChg chg="addSp delSp modSp new mod modClrScheme chgLayout">
        <pc:chgData name="Davis, James C" userId="84778d94-b1cc-4a48-87ce-749e1d7d6e72" providerId="ADAL" clId="{CE54ABEC-223C-C746-A208-FAED0B2FFE09}" dt="2024-02-16T03:18:40.081" v="2327" actId="20577"/>
        <pc:sldMkLst>
          <pc:docMk/>
          <pc:sldMk cId="3120068207" sldId="1057"/>
        </pc:sldMkLst>
        <pc:spChg chg="del">
          <ac:chgData name="Davis, James C" userId="84778d94-b1cc-4a48-87ce-749e1d7d6e72" providerId="ADAL" clId="{CE54ABEC-223C-C746-A208-FAED0B2FFE09}" dt="2024-02-16T03:15:08.487" v="1663" actId="700"/>
          <ac:spMkLst>
            <pc:docMk/>
            <pc:sldMk cId="3120068207" sldId="1057"/>
            <ac:spMk id="2" creationId="{DA2E4023-8F0C-D6B0-8789-81095A56EF2B}"/>
          </ac:spMkLst>
        </pc:spChg>
        <pc:spChg chg="del mod ord">
          <ac:chgData name="Davis, James C" userId="84778d94-b1cc-4a48-87ce-749e1d7d6e72" providerId="ADAL" clId="{CE54ABEC-223C-C746-A208-FAED0B2FFE09}" dt="2024-02-16T03:15:08.487" v="1663" actId="700"/>
          <ac:spMkLst>
            <pc:docMk/>
            <pc:sldMk cId="3120068207" sldId="1057"/>
            <ac:spMk id="3" creationId="{84C29B23-9212-FCBB-A4CE-2928CBAD7DC9}"/>
          </ac:spMkLst>
        </pc:spChg>
        <pc:spChg chg="mod ord">
          <ac:chgData name="Davis, James C" userId="84778d94-b1cc-4a48-87ce-749e1d7d6e72" providerId="ADAL" clId="{CE54ABEC-223C-C746-A208-FAED0B2FFE09}" dt="2024-02-16T03:15:08.487" v="1663" actId="700"/>
          <ac:spMkLst>
            <pc:docMk/>
            <pc:sldMk cId="3120068207" sldId="1057"/>
            <ac:spMk id="4" creationId="{3839EA45-DAC7-04BA-52A1-651F57789246}"/>
          </ac:spMkLst>
        </pc:spChg>
        <pc:spChg chg="add mod ord">
          <ac:chgData name="Davis, James C" userId="84778d94-b1cc-4a48-87ce-749e1d7d6e72" providerId="ADAL" clId="{CE54ABEC-223C-C746-A208-FAED0B2FFE09}" dt="2024-02-16T03:18:40.081" v="2327" actId="20577"/>
          <ac:spMkLst>
            <pc:docMk/>
            <pc:sldMk cId="3120068207" sldId="1057"/>
            <ac:spMk id="5" creationId="{C318D1A5-01FB-5790-61D0-2B5B9553C89E}"/>
          </ac:spMkLst>
        </pc:spChg>
      </pc:sldChg>
      <pc:sldChg chg="modSp add del mod">
        <pc:chgData name="Davis, James C" userId="84778d94-b1cc-4a48-87ce-749e1d7d6e72" providerId="ADAL" clId="{CE54ABEC-223C-C746-A208-FAED0B2FFE09}" dt="2024-02-16T13:31:11.556" v="3306" actId="2696"/>
        <pc:sldMkLst>
          <pc:docMk/>
          <pc:sldMk cId="2308746064" sldId="1058"/>
        </pc:sldMkLst>
        <pc:spChg chg="mod">
          <ac:chgData name="Davis, James C" userId="84778d94-b1cc-4a48-87ce-749e1d7d6e72" providerId="ADAL" clId="{CE54ABEC-223C-C746-A208-FAED0B2FFE09}" dt="2024-02-16T03:18:48.450" v="2354" actId="20577"/>
          <ac:spMkLst>
            <pc:docMk/>
            <pc:sldMk cId="2308746064" sldId="1058"/>
            <ac:spMk id="5" creationId="{C318D1A5-01FB-5790-61D0-2B5B9553C89E}"/>
          </ac:spMkLst>
        </pc:spChg>
      </pc:sldChg>
      <pc:sldChg chg="addSp delSp modSp new mod modClrScheme chgLayout">
        <pc:chgData name="Davis, James C" userId="84778d94-b1cc-4a48-87ce-749e1d7d6e72" providerId="ADAL" clId="{CE54ABEC-223C-C746-A208-FAED0B2FFE09}" dt="2024-02-16T13:26:46.304" v="3264" actId="20577"/>
        <pc:sldMkLst>
          <pc:docMk/>
          <pc:sldMk cId="927313003" sldId="1059"/>
        </pc:sldMkLst>
        <pc:spChg chg="del">
          <ac:chgData name="Davis, James C" userId="84778d94-b1cc-4a48-87ce-749e1d7d6e72" providerId="ADAL" clId="{CE54ABEC-223C-C746-A208-FAED0B2FFE09}" dt="2024-02-16T13:26:42.357" v="3233" actId="700"/>
          <ac:spMkLst>
            <pc:docMk/>
            <pc:sldMk cId="927313003" sldId="1059"/>
            <ac:spMk id="2" creationId="{A1229210-8ADF-39A5-59ED-3CCA19D6F92C}"/>
          </ac:spMkLst>
        </pc:spChg>
        <pc:spChg chg="del mod ord">
          <ac:chgData name="Davis, James C" userId="84778d94-b1cc-4a48-87ce-749e1d7d6e72" providerId="ADAL" clId="{CE54ABEC-223C-C746-A208-FAED0B2FFE09}" dt="2024-02-16T13:26:42.357" v="3233" actId="700"/>
          <ac:spMkLst>
            <pc:docMk/>
            <pc:sldMk cId="927313003" sldId="1059"/>
            <ac:spMk id="3" creationId="{351F2AC5-EB96-B52A-F941-7F6A0AFB72C4}"/>
          </ac:spMkLst>
        </pc:spChg>
        <pc:spChg chg="mod ord">
          <ac:chgData name="Davis, James C" userId="84778d94-b1cc-4a48-87ce-749e1d7d6e72" providerId="ADAL" clId="{CE54ABEC-223C-C746-A208-FAED0B2FFE09}" dt="2024-02-16T13:26:42.357" v="3233" actId="700"/>
          <ac:spMkLst>
            <pc:docMk/>
            <pc:sldMk cId="927313003" sldId="1059"/>
            <ac:spMk id="4" creationId="{1B0F82FD-3627-50B0-1031-6F672D720DC8}"/>
          </ac:spMkLst>
        </pc:spChg>
        <pc:spChg chg="add mod ord">
          <ac:chgData name="Davis, James C" userId="84778d94-b1cc-4a48-87ce-749e1d7d6e72" providerId="ADAL" clId="{CE54ABEC-223C-C746-A208-FAED0B2FFE09}" dt="2024-02-16T13:26:46.304" v="3264" actId="20577"/>
          <ac:spMkLst>
            <pc:docMk/>
            <pc:sldMk cId="927313003" sldId="1059"/>
            <ac:spMk id="5" creationId="{6A8AFD98-9A76-9DA7-7385-8B0F08457CD8}"/>
          </ac:spMkLst>
        </pc:spChg>
      </pc:sldChg>
      <pc:sldChg chg="addSp delSp modSp add mod">
        <pc:chgData name="Davis, James C" userId="84778d94-b1cc-4a48-87ce-749e1d7d6e72" providerId="ADAL" clId="{CE54ABEC-223C-C746-A208-FAED0B2FFE09}" dt="2024-02-21T04:28:21.265" v="6939"/>
        <pc:sldMkLst>
          <pc:docMk/>
          <pc:sldMk cId="115620332" sldId="1060"/>
        </pc:sldMkLst>
        <pc:spChg chg="add mod">
          <ac:chgData name="Davis, James C" userId="84778d94-b1cc-4a48-87ce-749e1d7d6e72" providerId="ADAL" clId="{CE54ABEC-223C-C746-A208-FAED0B2FFE09}" dt="2024-02-21T04:27:49.590" v="6925" actId="20577"/>
          <ac:spMkLst>
            <pc:docMk/>
            <pc:sldMk cId="115620332" sldId="1060"/>
            <ac:spMk id="2" creationId="{7DBF3E6A-F0CB-0290-0C5A-A2798A0E45F9}"/>
          </ac:spMkLst>
        </pc:spChg>
        <pc:spChg chg="mod">
          <ac:chgData name="Davis, James C" userId="84778d94-b1cc-4a48-87ce-749e1d7d6e72" providerId="ADAL" clId="{CE54ABEC-223C-C746-A208-FAED0B2FFE09}" dt="2024-02-21T04:28:17.080" v="6936" actId="114"/>
          <ac:spMkLst>
            <pc:docMk/>
            <pc:sldMk cId="115620332" sldId="1060"/>
            <ac:spMk id="5" creationId="{17EFF0E8-D3F4-9F49-97B5-DA616DC2E067}"/>
          </ac:spMkLst>
        </pc:spChg>
        <pc:spChg chg="add mod">
          <ac:chgData name="Davis, James C" userId="84778d94-b1cc-4a48-87ce-749e1d7d6e72" providerId="ADAL" clId="{CE54ABEC-223C-C746-A208-FAED0B2FFE09}" dt="2024-02-21T04:28:11.163" v="6934" actId="1076"/>
          <ac:spMkLst>
            <pc:docMk/>
            <pc:sldMk cId="115620332" sldId="1060"/>
            <ac:spMk id="7" creationId="{77C51F32-7D38-10DB-AC35-5495BF4043E4}"/>
          </ac:spMkLst>
        </pc:spChg>
        <pc:spChg chg="add del mod">
          <ac:chgData name="Davis, James C" userId="84778d94-b1cc-4a48-87ce-749e1d7d6e72" providerId="ADAL" clId="{CE54ABEC-223C-C746-A208-FAED0B2FFE09}" dt="2024-02-21T04:28:21.265" v="6939"/>
          <ac:spMkLst>
            <pc:docMk/>
            <pc:sldMk cId="115620332" sldId="1060"/>
            <ac:spMk id="13" creationId="{D64E2C70-FE09-7C3A-2E06-12101B58B78A}"/>
          </ac:spMkLst>
        </pc:spChg>
        <pc:picChg chg="add mod">
          <ac:chgData name="Davis, James C" userId="84778d94-b1cc-4a48-87ce-749e1d7d6e72" providerId="ADAL" clId="{CE54ABEC-223C-C746-A208-FAED0B2FFE09}" dt="2024-02-21T04:27:51.620" v="6926" actId="1076"/>
          <ac:picMkLst>
            <pc:docMk/>
            <pc:sldMk cId="115620332" sldId="1060"/>
            <ac:picMk id="7170" creationId="{2F7F6D4D-8AC7-A1CA-6A1E-5CE513DE5A66}"/>
          </ac:picMkLst>
        </pc:picChg>
        <pc:cxnChg chg="add mod">
          <ac:chgData name="Davis, James C" userId="84778d94-b1cc-4a48-87ce-749e1d7d6e72" providerId="ADAL" clId="{CE54ABEC-223C-C746-A208-FAED0B2FFE09}" dt="2024-02-21T04:28:03.349" v="6931" actId="14100"/>
          <ac:cxnSpMkLst>
            <pc:docMk/>
            <pc:sldMk cId="115620332" sldId="1060"/>
            <ac:cxnSpMk id="6" creationId="{5035A130-CB65-2223-E6DA-423632192A01}"/>
          </ac:cxnSpMkLst>
        </pc:cxnChg>
      </pc:sldChg>
      <pc:sldChg chg="addSp delSp modSp new mod modClrScheme modAnim chgLayout modNotesTx">
        <pc:chgData name="Davis, James C" userId="84778d94-b1cc-4a48-87ce-749e1d7d6e72" providerId="ADAL" clId="{CE54ABEC-223C-C746-A208-FAED0B2FFE09}" dt="2024-02-21T05:08:09.878" v="7567" actId="20577"/>
        <pc:sldMkLst>
          <pc:docMk/>
          <pc:sldMk cId="534167397" sldId="1061"/>
        </pc:sldMkLst>
        <pc:spChg chg="del mod ord">
          <ac:chgData name="Davis, James C" userId="84778d94-b1cc-4a48-87ce-749e1d7d6e72" providerId="ADAL" clId="{CE54ABEC-223C-C746-A208-FAED0B2FFE09}" dt="2024-02-21T04:28:23.476" v="6940" actId="700"/>
          <ac:spMkLst>
            <pc:docMk/>
            <pc:sldMk cId="534167397" sldId="1061"/>
            <ac:spMk id="2" creationId="{78A6BB65-9A33-A94B-4180-62B6EA9226C4}"/>
          </ac:spMkLst>
        </pc:spChg>
        <pc:spChg chg="mod ord">
          <ac:chgData name="Davis, James C" userId="84778d94-b1cc-4a48-87ce-749e1d7d6e72" providerId="ADAL" clId="{CE54ABEC-223C-C746-A208-FAED0B2FFE09}" dt="2024-02-21T04:28:23.476" v="6940" actId="700"/>
          <ac:spMkLst>
            <pc:docMk/>
            <pc:sldMk cId="534167397" sldId="1061"/>
            <ac:spMk id="3" creationId="{803FA7A6-A326-1EFE-21A4-539EDE661D93}"/>
          </ac:spMkLst>
        </pc:spChg>
        <pc:spChg chg="add mod ord">
          <ac:chgData name="Davis, James C" userId="84778d94-b1cc-4a48-87ce-749e1d7d6e72" providerId="ADAL" clId="{CE54ABEC-223C-C746-A208-FAED0B2FFE09}" dt="2024-02-21T05:08:09.878" v="7567" actId="20577"/>
          <ac:spMkLst>
            <pc:docMk/>
            <pc:sldMk cId="534167397" sldId="1061"/>
            <ac:spMk id="4" creationId="{65D74F23-3B95-2A3E-76D8-68D2FD104A23}"/>
          </ac:spMkLst>
        </pc:spChg>
        <pc:spChg chg="add del mod ord">
          <ac:chgData name="Davis, James C" userId="84778d94-b1cc-4a48-87ce-749e1d7d6e72" providerId="ADAL" clId="{CE54ABEC-223C-C746-A208-FAED0B2FFE09}" dt="2024-02-21T04:55:40.174" v="6961" actId="478"/>
          <ac:spMkLst>
            <pc:docMk/>
            <pc:sldMk cId="534167397" sldId="1061"/>
            <ac:spMk id="5" creationId="{8DE083AA-E9B2-FF86-CA5E-C4649B1BA18E}"/>
          </ac:spMkLst>
        </pc:spChg>
        <pc:spChg chg="add mod">
          <ac:chgData name="Davis, James C" userId="84778d94-b1cc-4a48-87ce-749e1d7d6e72" providerId="ADAL" clId="{CE54ABEC-223C-C746-A208-FAED0B2FFE09}" dt="2024-02-21T04:56:11.836" v="6970" actId="1076"/>
          <ac:spMkLst>
            <pc:docMk/>
            <pc:sldMk cId="534167397" sldId="1061"/>
            <ac:spMk id="7" creationId="{6F9C50CC-BFC9-A35D-753B-6B8142B27CE5}"/>
          </ac:spMkLst>
        </pc:spChg>
        <pc:spChg chg="add mod">
          <ac:chgData name="Davis, James C" userId="84778d94-b1cc-4a48-87ce-749e1d7d6e72" providerId="ADAL" clId="{CE54ABEC-223C-C746-A208-FAED0B2FFE09}" dt="2024-02-21T05:06:56.747" v="7397" actId="14100"/>
          <ac:spMkLst>
            <pc:docMk/>
            <pc:sldMk cId="534167397" sldId="1061"/>
            <ac:spMk id="10" creationId="{8D09BC28-774E-FE10-269C-E5492F275E4D}"/>
          </ac:spMkLst>
        </pc:spChg>
        <pc:spChg chg="add mod">
          <ac:chgData name="Davis, James C" userId="84778d94-b1cc-4a48-87ce-749e1d7d6e72" providerId="ADAL" clId="{CE54ABEC-223C-C746-A208-FAED0B2FFE09}" dt="2024-02-21T05:07:45.611" v="7532"/>
          <ac:spMkLst>
            <pc:docMk/>
            <pc:sldMk cId="534167397" sldId="1061"/>
            <ac:spMk id="11" creationId="{362D78BB-FC62-097D-D4E2-0876FA701707}"/>
          </ac:spMkLst>
        </pc:spChg>
        <pc:picChg chg="add del mod">
          <ac:chgData name="Davis, James C" userId="84778d94-b1cc-4a48-87ce-749e1d7d6e72" providerId="ADAL" clId="{CE54ABEC-223C-C746-A208-FAED0B2FFE09}" dt="2024-02-21T05:04:05.779" v="7067" actId="478"/>
          <ac:picMkLst>
            <pc:docMk/>
            <pc:sldMk cId="534167397" sldId="1061"/>
            <ac:picMk id="8" creationId="{9524F863-3835-B1DF-FD4B-9EE72E614066}"/>
          </ac:picMkLst>
        </pc:picChg>
        <pc:picChg chg="add mod">
          <ac:chgData name="Davis, James C" userId="84778d94-b1cc-4a48-87ce-749e1d7d6e72" providerId="ADAL" clId="{CE54ABEC-223C-C746-A208-FAED0B2FFE09}" dt="2024-02-21T05:06:41.058" v="7393" actId="1076"/>
          <ac:picMkLst>
            <pc:docMk/>
            <pc:sldMk cId="534167397" sldId="1061"/>
            <ac:picMk id="9" creationId="{68DC3976-3A6E-D917-8A8E-331F2F1B56B3}"/>
          </ac:picMkLst>
        </pc:picChg>
        <pc:picChg chg="add mod">
          <ac:chgData name="Davis, James C" userId="84778d94-b1cc-4a48-87ce-749e1d7d6e72" providerId="ADAL" clId="{CE54ABEC-223C-C746-A208-FAED0B2FFE09}" dt="2024-02-21T04:56:17.496" v="6971" actId="1076"/>
          <ac:picMkLst>
            <pc:docMk/>
            <pc:sldMk cId="534167397" sldId="1061"/>
            <ac:picMk id="8194" creationId="{EC697AC5-FB1B-B383-088D-72DFB3098449}"/>
          </ac:picMkLst>
        </pc:picChg>
      </pc:sldChg>
      <pc:sldChg chg="add del mod modShow">
        <pc:chgData name="Davis, James C" userId="84778d94-b1cc-4a48-87ce-749e1d7d6e72" providerId="ADAL" clId="{CE54ABEC-223C-C746-A208-FAED0B2FFE09}" dt="2024-02-21T06:26:45.403" v="16039" actId="2696"/>
        <pc:sldMkLst>
          <pc:docMk/>
          <pc:sldMk cId="1950593172" sldId="1062"/>
        </pc:sldMkLst>
      </pc:sldChg>
      <pc:sldChg chg="addSp delSp modSp new mod modNotesTx">
        <pc:chgData name="Davis, James C" userId="84778d94-b1cc-4a48-87ce-749e1d7d6e72" providerId="ADAL" clId="{CE54ABEC-223C-C746-A208-FAED0B2FFE09}" dt="2024-02-21T05:08:19.655" v="7575" actId="20577"/>
        <pc:sldMkLst>
          <pc:docMk/>
          <pc:sldMk cId="2223473137" sldId="1063"/>
        </pc:sldMkLst>
        <pc:spChg chg="del">
          <ac:chgData name="Davis, James C" userId="84778d94-b1cc-4a48-87ce-749e1d7d6e72" providerId="ADAL" clId="{CE54ABEC-223C-C746-A208-FAED0B2FFE09}" dt="2024-02-21T04:57:18.623" v="6991" actId="478"/>
          <ac:spMkLst>
            <pc:docMk/>
            <pc:sldMk cId="2223473137" sldId="1063"/>
            <ac:spMk id="2" creationId="{3600B4F6-F404-FACA-A81C-2ED92AE07B9B}"/>
          </ac:spMkLst>
        </pc:spChg>
        <pc:spChg chg="mod">
          <ac:chgData name="Davis, James C" userId="84778d94-b1cc-4a48-87ce-749e1d7d6e72" providerId="ADAL" clId="{CE54ABEC-223C-C746-A208-FAED0B2FFE09}" dt="2024-02-21T04:58:11.405" v="7059" actId="20577"/>
          <ac:spMkLst>
            <pc:docMk/>
            <pc:sldMk cId="2223473137" sldId="1063"/>
            <ac:spMk id="3" creationId="{AF271880-5455-B3F6-9158-A8445301E5DD}"/>
          </ac:spMkLst>
        </pc:spChg>
        <pc:spChg chg="add mod">
          <ac:chgData name="Davis, James C" userId="84778d94-b1cc-4a48-87ce-749e1d7d6e72" providerId="ADAL" clId="{CE54ABEC-223C-C746-A208-FAED0B2FFE09}" dt="2024-02-21T04:58:25.994" v="7063" actId="208"/>
          <ac:spMkLst>
            <pc:docMk/>
            <pc:sldMk cId="2223473137" sldId="1063"/>
            <ac:spMk id="6" creationId="{D3D4910C-0177-1F18-2D23-67B48C7CCCB4}"/>
          </ac:spMkLst>
        </pc:spChg>
        <pc:picChg chg="add mod">
          <ac:chgData name="Davis, James C" userId="84778d94-b1cc-4a48-87ce-749e1d7d6e72" providerId="ADAL" clId="{CE54ABEC-223C-C746-A208-FAED0B2FFE09}" dt="2024-02-21T04:58:06.216" v="7022" actId="14100"/>
          <ac:picMkLst>
            <pc:docMk/>
            <pc:sldMk cId="2223473137" sldId="1063"/>
            <ac:picMk id="5" creationId="{AFBA6D91-456C-83F5-0D22-EE26D5434DCC}"/>
          </ac:picMkLst>
        </pc:picChg>
      </pc:sldChg>
      <pc:sldChg chg="addSp delSp modSp new mod modAnim modNotesTx">
        <pc:chgData name="Davis, James C" userId="84778d94-b1cc-4a48-87ce-749e1d7d6e72" providerId="ADAL" clId="{CE54ABEC-223C-C746-A208-FAED0B2FFE09}" dt="2024-02-21T05:27:22.630" v="10358" actId="20577"/>
        <pc:sldMkLst>
          <pc:docMk/>
          <pc:sldMk cId="1211394960" sldId="1064"/>
        </pc:sldMkLst>
        <pc:spChg chg="del">
          <ac:chgData name="Davis, James C" userId="84778d94-b1cc-4a48-87ce-749e1d7d6e72" providerId="ADAL" clId="{CE54ABEC-223C-C746-A208-FAED0B2FFE09}" dt="2024-02-21T05:08:51.225" v="7599" actId="478"/>
          <ac:spMkLst>
            <pc:docMk/>
            <pc:sldMk cId="1211394960" sldId="1064"/>
            <ac:spMk id="2" creationId="{48763080-3D37-8B06-820A-A60B656CAC9B}"/>
          </ac:spMkLst>
        </pc:spChg>
        <pc:spChg chg="mod">
          <ac:chgData name="Davis, James C" userId="84778d94-b1cc-4a48-87ce-749e1d7d6e72" providerId="ADAL" clId="{CE54ABEC-223C-C746-A208-FAED0B2FFE09}" dt="2024-02-21T05:09:28.409" v="7693" actId="313"/>
          <ac:spMkLst>
            <pc:docMk/>
            <pc:sldMk cId="1211394960" sldId="1064"/>
            <ac:spMk id="3" creationId="{9C3219E4-F0EA-55C3-C2F7-E6B5F8DE2695}"/>
          </ac:spMkLst>
        </pc:spChg>
        <pc:spChg chg="add mod">
          <ac:chgData name="Davis, James C" userId="84778d94-b1cc-4a48-87ce-749e1d7d6e72" providerId="ADAL" clId="{CE54ABEC-223C-C746-A208-FAED0B2FFE09}" dt="2024-02-21T05:23:53.718" v="9605" actId="1076"/>
          <ac:spMkLst>
            <pc:docMk/>
            <pc:sldMk cId="1211394960" sldId="1064"/>
            <ac:spMk id="12" creationId="{4F0F260A-5E74-6D0C-B06E-1FA6F5A7B139}"/>
          </ac:spMkLst>
        </pc:spChg>
        <pc:picChg chg="add mod">
          <ac:chgData name="Davis, James C" userId="84778d94-b1cc-4a48-87ce-749e1d7d6e72" providerId="ADAL" clId="{CE54ABEC-223C-C746-A208-FAED0B2FFE09}" dt="2024-02-21T05:09:35.145" v="7694" actId="1076"/>
          <ac:picMkLst>
            <pc:docMk/>
            <pc:sldMk cId="1211394960" sldId="1064"/>
            <ac:picMk id="5" creationId="{B9588DD2-25E7-4F8A-F2E7-7778A966BD8D}"/>
          </ac:picMkLst>
        </pc:picChg>
        <pc:picChg chg="add mod">
          <ac:chgData name="Davis, James C" userId="84778d94-b1cc-4a48-87ce-749e1d7d6e72" providerId="ADAL" clId="{CE54ABEC-223C-C746-A208-FAED0B2FFE09}" dt="2024-02-21T05:09:53.059" v="7698" actId="14100"/>
          <ac:picMkLst>
            <pc:docMk/>
            <pc:sldMk cId="1211394960" sldId="1064"/>
            <ac:picMk id="6" creationId="{EA85D323-85BD-549C-8A05-CBC3687857E0}"/>
          </ac:picMkLst>
        </pc:picChg>
        <pc:cxnChg chg="add">
          <ac:chgData name="Davis, James C" userId="84778d94-b1cc-4a48-87ce-749e1d7d6e72" providerId="ADAL" clId="{CE54ABEC-223C-C746-A208-FAED0B2FFE09}" dt="2024-02-21T05:09:59.767" v="7699" actId="11529"/>
          <ac:cxnSpMkLst>
            <pc:docMk/>
            <pc:sldMk cId="1211394960" sldId="1064"/>
            <ac:cxnSpMk id="8" creationId="{74CF8283-378B-6CB9-F3BD-FFFDB848840E}"/>
          </ac:cxnSpMkLst>
        </pc:cxnChg>
        <pc:cxnChg chg="add mod">
          <ac:chgData name="Davis, James C" userId="84778d94-b1cc-4a48-87ce-749e1d7d6e72" providerId="ADAL" clId="{CE54ABEC-223C-C746-A208-FAED0B2FFE09}" dt="2024-02-21T05:10:05.503" v="7702" actId="14100"/>
          <ac:cxnSpMkLst>
            <pc:docMk/>
            <pc:sldMk cId="1211394960" sldId="1064"/>
            <ac:cxnSpMk id="9" creationId="{6C60AEF4-563E-8465-15C0-EB5F4FA63C83}"/>
          </ac:cxnSpMkLst>
        </pc:cxnChg>
      </pc:sldChg>
      <pc:sldChg chg="addSp delSp modSp new del mod modNotesTx">
        <pc:chgData name="Davis, James C" userId="84778d94-b1cc-4a48-87ce-749e1d7d6e72" providerId="ADAL" clId="{CE54ABEC-223C-C746-A208-FAED0B2FFE09}" dt="2024-02-21T05:33:23.161" v="11282" actId="2696"/>
        <pc:sldMkLst>
          <pc:docMk/>
          <pc:sldMk cId="1754514876" sldId="1065"/>
        </pc:sldMkLst>
        <pc:spChg chg="del">
          <ac:chgData name="Davis, James C" userId="84778d94-b1cc-4a48-87ce-749e1d7d6e72" providerId="ADAL" clId="{CE54ABEC-223C-C746-A208-FAED0B2FFE09}" dt="2024-02-21T05:11:21.631" v="7877" actId="478"/>
          <ac:spMkLst>
            <pc:docMk/>
            <pc:sldMk cId="1754514876" sldId="1065"/>
            <ac:spMk id="2" creationId="{BA5C0EAB-8FD9-8FC1-3392-F2B63B2B356F}"/>
          </ac:spMkLst>
        </pc:spChg>
        <pc:spChg chg="mod">
          <ac:chgData name="Davis, James C" userId="84778d94-b1cc-4a48-87ce-749e1d7d6e72" providerId="ADAL" clId="{CE54ABEC-223C-C746-A208-FAED0B2FFE09}" dt="2024-02-21T05:11:27.484" v="7892" actId="6549"/>
          <ac:spMkLst>
            <pc:docMk/>
            <pc:sldMk cId="1754514876" sldId="1065"/>
            <ac:spMk id="3" creationId="{DE8019BF-B3FF-2403-CB4B-BF7658399746}"/>
          </ac:spMkLst>
        </pc:spChg>
        <pc:picChg chg="add mod">
          <ac:chgData name="Davis, James C" userId="84778d94-b1cc-4a48-87ce-749e1d7d6e72" providerId="ADAL" clId="{CE54ABEC-223C-C746-A208-FAED0B2FFE09}" dt="2024-02-21T05:11:37.461" v="7897" actId="1076"/>
          <ac:picMkLst>
            <pc:docMk/>
            <pc:sldMk cId="1754514876" sldId="1065"/>
            <ac:picMk id="5" creationId="{D6D36361-CE58-74EE-A809-87908C6F697F}"/>
          </ac:picMkLst>
        </pc:picChg>
      </pc:sldChg>
      <pc:sldChg chg="addSp delSp modSp new mod modAnim modNotesTx">
        <pc:chgData name="Davis, James C" userId="84778d94-b1cc-4a48-87ce-749e1d7d6e72" providerId="ADAL" clId="{CE54ABEC-223C-C746-A208-FAED0B2FFE09}" dt="2024-02-21T06:02:15.970" v="13671"/>
        <pc:sldMkLst>
          <pc:docMk/>
          <pc:sldMk cId="1463436503" sldId="1066"/>
        </pc:sldMkLst>
        <pc:spChg chg="del">
          <ac:chgData name="Davis, James C" userId="84778d94-b1cc-4a48-87ce-749e1d7d6e72" providerId="ADAL" clId="{CE54ABEC-223C-C746-A208-FAED0B2FFE09}" dt="2024-02-21T05:27:37.616" v="10360" actId="478"/>
          <ac:spMkLst>
            <pc:docMk/>
            <pc:sldMk cId="1463436503" sldId="1066"/>
            <ac:spMk id="2" creationId="{688859BF-C02F-09F8-E42D-269B44C73C1F}"/>
          </ac:spMkLst>
        </pc:spChg>
        <pc:spChg chg="mod">
          <ac:chgData name="Davis, James C" userId="84778d94-b1cc-4a48-87ce-749e1d7d6e72" providerId="ADAL" clId="{CE54ABEC-223C-C746-A208-FAED0B2FFE09}" dt="2024-02-21T05:33:16.151" v="11281" actId="1035"/>
          <ac:spMkLst>
            <pc:docMk/>
            <pc:sldMk cId="1463436503" sldId="1066"/>
            <ac:spMk id="3" creationId="{CF700BCA-6D5C-DF49-7CE2-FF0E7EBF44D6}"/>
          </ac:spMkLst>
        </pc:spChg>
        <pc:picChg chg="add mod">
          <ac:chgData name="Davis, James C" userId="84778d94-b1cc-4a48-87ce-749e1d7d6e72" providerId="ADAL" clId="{CE54ABEC-223C-C746-A208-FAED0B2FFE09}" dt="2024-02-21T05:27:45.939" v="10366" actId="1076"/>
          <ac:picMkLst>
            <pc:docMk/>
            <pc:sldMk cId="1463436503" sldId="1066"/>
            <ac:picMk id="5" creationId="{F4DB186C-F666-2D85-F784-F8DB0AE40599}"/>
          </ac:picMkLst>
        </pc:picChg>
        <pc:cxnChg chg="add mod">
          <ac:chgData name="Davis, James C" userId="84778d94-b1cc-4a48-87ce-749e1d7d6e72" providerId="ADAL" clId="{CE54ABEC-223C-C746-A208-FAED0B2FFE09}" dt="2024-02-21T06:00:37.111" v="13639" actId="1582"/>
          <ac:cxnSpMkLst>
            <pc:docMk/>
            <pc:sldMk cId="1463436503" sldId="1066"/>
            <ac:cxnSpMk id="7" creationId="{C049FD04-E5A3-0C1B-0AB6-F9D43C5261BB}"/>
          </ac:cxnSpMkLst>
        </pc:cxnChg>
        <pc:cxnChg chg="add mod">
          <ac:chgData name="Davis, James C" userId="84778d94-b1cc-4a48-87ce-749e1d7d6e72" providerId="ADAL" clId="{CE54ABEC-223C-C746-A208-FAED0B2FFE09}" dt="2024-02-21T06:00:43.180" v="13642" actId="14100"/>
          <ac:cxnSpMkLst>
            <pc:docMk/>
            <pc:sldMk cId="1463436503" sldId="1066"/>
            <ac:cxnSpMk id="8" creationId="{48DBA611-A746-DA27-BC4F-E90A2222443B}"/>
          </ac:cxnSpMkLst>
        </pc:cxnChg>
        <pc:cxnChg chg="add mod">
          <ac:chgData name="Davis, James C" userId="84778d94-b1cc-4a48-87ce-749e1d7d6e72" providerId="ADAL" clId="{CE54ABEC-223C-C746-A208-FAED0B2FFE09}" dt="2024-02-21T06:00:48.542" v="13645" actId="14100"/>
          <ac:cxnSpMkLst>
            <pc:docMk/>
            <pc:sldMk cId="1463436503" sldId="1066"/>
            <ac:cxnSpMk id="10" creationId="{69E7FF99-D2B6-99D6-F63B-84BEA1A78EB3}"/>
          </ac:cxnSpMkLst>
        </pc:cxnChg>
        <pc:cxnChg chg="add mod">
          <ac:chgData name="Davis, James C" userId="84778d94-b1cc-4a48-87ce-749e1d7d6e72" providerId="ADAL" clId="{CE54ABEC-223C-C746-A208-FAED0B2FFE09}" dt="2024-02-21T06:00:52.892" v="13648" actId="14100"/>
          <ac:cxnSpMkLst>
            <pc:docMk/>
            <pc:sldMk cId="1463436503" sldId="1066"/>
            <ac:cxnSpMk id="13" creationId="{C0AD941D-0C30-2928-A3DC-8E69F6EA448B}"/>
          </ac:cxnSpMkLst>
        </pc:cxnChg>
        <pc:cxnChg chg="add mod">
          <ac:chgData name="Davis, James C" userId="84778d94-b1cc-4a48-87ce-749e1d7d6e72" providerId="ADAL" clId="{CE54ABEC-223C-C746-A208-FAED0B2FFE09}" dt="2024-02-21T06:01:07.177" v="13651" actId="14100"/>
          <ac:cxnSpMkLst>
            <pc:docMk/>
            <pc:sldMk cId="1463436503" sldId="1066"/>
            <ac:cxnSpMk id="16" creationId="{0F1AFD95-1568-0CEF-56C6-5867902D9F0F}"/>
          </ac:cxnSpMkLst>
        </pc:cxnChg>
        <pc:cxnChg chg="add mod">
          <ac:chgData name="Davis, James C" userId="84778d94-b1cc-4a48-87ce-749e1d7d6e72" providerId="ADAL" clId="{CE54ABEC-223C-C746-A208-FAED0B2FFE09}" dt="2024-02-21T06:01:12.060" v="13654" actId="14100"/>
          <ac:cxnSpMkLst>
            <pc:docMk/>
            <pc:sldMk cId="1463436503" sldId="1066"/>
            <ac:cxnSpMk id="18" creationId="{B7865C65-2405-1A68-1D7C-767961AA53C1}"/>
          </ac:cxnSpMkLst>
        </pc:cxnChg>
        <pc:cxnChg chg="add mod">
          <ac:chgData name="Davis, James C" userId="84778d94-b1cc-4a48-87ce-749e1d7d6e72" providerId="ADAL" clId="{CE54ABEC-223C-C746-A208-FAED0B2FFE09}" dt="2024-02-21T06:01:25.640" v="13659" actId="14100"/>
          <ac:cxnSpMkLst>
            <pc:docMk/>
            <pc:sldMk cId="1463436503" sldId="1066"/>
            <ac:cxnSpMk id="21" creationId="{545F842F-86C0-7F53-A7C5-143247034F0B}"/>
          </ac:cxnSpMkLst>
        </pc:cxnChg>
      </pc:sldChg>
      <pc:sldChg chg="addSp delSp modSp new mod modNotesTx">
        <pc:chgData name="Davis, James C" userId="84778d94-b1cc-4a48-87ce-749e1d7d6e72" providerId="ADAL" clId="{CE54ABEC-223C-C746-A208-FAED0B2FFE09}" dt="2024-02-23T13:33:05.985" v="16977" actId="20577"/>
        <pc:sldMkLst>
          <pc:docMk/>
          <pc:sldMk cId="2293363202" sldId="1067"/>
        </pc:sldMkLst>
        <pc:spChg chg="del mod">
          <ac:chgData name="Davis, James C" userId="84778d94-b1cc-4a48-87ce-749e1d7d6e72" providerId="ADAL" clId="{CE54ABEC-223C-C746-A208-FAED0B2FFE09}" dt="2024-02-21T05:44:48.568" v="12048" actId="478"/>
          <ac:spMkLst>
            <pc:docMk/>
            <pc:sldMk cId="2293363202" sldId="1067"/>
            <ac:spMk id="2" creationId="{31C9C889-D7CA-9F1C-4471-6D674DA9B4E4}"/>
          </ac:spMkLst>
        </pc:spChg>
        <pc:spChg chg="mod">
          <ac:chgData name="Davis, James C" userId="84778d94-b1cc-4a48-87ce-749e1d7d6e72" providerId="ADAL" clId="{CE54ABEC-223C-C746-A208-FAED0B2FFE09}" dt="2024-02-21T05:49:07.870" v="12268" actId="14100"/>
          <ac:spMkLst>
            <pc:docMk/>
            <pc:sldMk cId="2293363202" sldId="1067"/>
            <ac:spMk id="3" creationId="{B1648D07-14B6-63BC-6F2E-A92162878B1B}"/>
          </ac:spMkLst>
        </pc:spChg>
        <pc:spChg chg="add del mod">
          <ac:chgData name="Davis, James C" userId="84778d94-b1cc-4a48-87ce-749e1d7d6e72" providerId="ADAL" clId="{CE54ABEC-223C-C746-A208-FAED0B2FFE09}" dt="2024-02-21T05:44:55.079" v="12052" actId="478"/>
          <ac:spMkLst>
            <pc:docMk/>
            <pc:sldMk cId="2293363202" sldId="1067"/>
            <ac:spMk id="6" creationId="{156573D3-0929-9A55-DB52-3A0D51E308B4}"/>
          </ac:spMkLst>
        </pc:spChg>
        <pc:spChg chg="add mod">
          <ac:chgData name="Davis, James C" userId="84778d94-b1cc-4a48-87ce-749e1d7d6e72" providerId="ADAL" clId="{CE54ABEC-223C-C746-A208-FAED0B2FFE09}" dt="2024-02-21T05:46:33.494" v="12057" actId="14100"/>
          <ac:spMkLst>
            <pc:docMk/>
            <pc:sldMk cId="2293363202" sldId="1067"/>
            <ac:spMk id="8" creationId="{22A4DD3D-056F-0329-F17F-F9D59B5A81B5}"/>
          </ac:spMkLst>
        </pc:spChg>
        <pc:picChg chg="add mod">
          <ac:chgData name="Davis, James C" userId="84778d94-b1cc-4a48-87ce-749e1d7d6e72" providerId="ADAL" clId="{CE54ABEC-223C-C746-A208-FAED0B2FFE09}" dt="2024-02-21T05:45:00.071" v="12054" actId="1076"/>
          <ac:picMkLst>
            <pc:docMk/>
            <pc:sldMk cId="2293363202" sldId="1067"/>
            <ac:picMk id="7" creationId="{0CE6FE79-E669-6A68-5C8C-F3A447DD1C46}"/>
          </ac:picMkLst>
        </pc:picChg>
      </pc:sldChg>
      <pc:sldChg chg="addSp delSp modSp new mod modNotesTx">
        <pc:chgData name="Davis, James C" userId="84778d94-b1cc-4a48-87ce-749e1d7d6e72" providerId="ADAL" clId="{CE54ABEC-223C-C746-A208-FAED0B2FFE09}" dt="2024-02-21T05:55:20.728" v="12933" actId="20577"/>
        <pc:sldMkLst>
          <pc:docMk/>
          <pc:sldMk cId="4250788765" sldId="1068"/>
        </pc:sldMkLst>
        <pc:spChg chg="del">
          <ac:chgData name="Davis, James C" userId="84778d94-b1cc-4a48-87ce-749e1d7d6e72" providerId="ADAL" clId="{CE54ABEC-223C-C746-A208-FAED0B2FFE09}" dt="2024-02-21T05:53:01.443" v="12633" actId="478"/>
          <ac:spMkLst>
            <pc:docMk/>
            <pc:sldMk cId="4250788765" sldId="1068"/>
            <ac:spMk id="2" creationId="{D3F9E1ED-3C37-7AE8-93D7-6A3CECAA9FC9}"/>
          </ac:spMkLst>
        </pc:spChg>
        <pc:spChg chg="mod">
          <ac:chgData name="Davis, James C" userId="84778d94-b1cc-4a48-87ce-749e1d7d6e72" providerId="ADAL" clId="{CE54ABEC-223C-C746-A208-FAED0B2FFE09}" dt="2024-02-21T05:54:37.181" v="12823" actId="20577"/>
          <ac:spMkLst>
            <pc:docMk/>
            <pc:sldMk cId="4250788765" sldId="1068"/>
            <ac:spMk id="3" creationId="{4D2AA028-2CAB-6D86-B192-8152F0E9903C}"/>
          </ac:spMkLst>
        </pc:spChg>
        <pc:spChg chg="add mod">
          <ac:chgData name="Davis, James C" userId="84778d94-b1cc-4a48-87ce-749e1d7d6e72" providerId="ADAL" clId="{CE54ABEC-223C-C746-A208-FAED0B2FFE09}" dt="2024-02-21T05:53:33.557" v="12684" actId="1076"/>
          <ac:spMkLst>
            <pc:docMk/>
            <pc:sldMk cId="4250788765" sldId="1068"/>
            <ac:spMk id="7" creationId="{F10D9A67-07D1-A4A4-FEE1-40B3F19F4F2A}"/>
          </ac:spMkLst>
        </pc:spChg>
        <pc:spChg chg="add mod">
          <ac:chgData name="Davis, James C" userId="84778d94-b1cc-4a48-87ce-749e1d7d6e72" providerId="ADAL" clId="{CE54ABEC-223C-C746-A208-FAED0B2FFE09}" dt="2024-02-21T05:53:45.343" v="12713" actId="1076"/>
          <ac:spMkLst>
            <pc:docMk/>
            <pc:sldMk cId="4250788765" sldId="1068"/>
            <ac:spMk id="8" creationId="{0DB25C0E-7399-FC84-534D-664D235C54A8}"/>
          </ac:spMkLst>
        </pc:spChg>
        <pc:spChg chg="add mod">
          <ac:chgData name="Davis, James C" userId="84778d94-b1cc-4a48-87ce-749e1d7d6e72" providerId="ADAL" clId="{CE54ABEC-223C-C746-A208-FAED0B2FFE09}" dt="2024-02-21T05:54:17.531" v="12761" actId="404"/>
          <ac:spMkLst>
            <pc:docMk/>
            <pc:sldMk cId="4250788765" sldId="1068"/>
            <ac:spMk id="9" creationId="{1B321933-9A72-B807-096E-B6B0A38FC6CB}"/>
          </ac:spMkLst>
        </pc:spChg>
        <pc:picChg chg="add mod">
          <ac:chgData name="Davis, James C" userId="84778d94-b1cc-4a48-87ce-749e1d7d6e72" providerId="ADAL" clId="{CE54ABEC-223C-C746-A208-FAED0B2FFE09}" dt="2024-02-21T05:53:21.691" v="12647" actId="1076"/>
          <ac:picMkLst>
            <pc:docMk/>
            <pc:sldMk cId="4250788765" sldId="1068"/>
            <ac:picMk id="5" creationId="{6E636BA4-E9F5-EDA1-4887-1CBF0364A8DF}"/>
          </ac:picMkLst>
        </pc:picChg>
        <pc:picChg chg="add mod">
          <ac:chgData name="Davis, James C" userId="84778d94-b1cc-4a48-87ce-749e1d7d6e72" providerId="ADAL" clId="{CE54ABEC-223C-C746-A208-FAED0B2FFE09}" dt="2024-02-21T05:53:23.449" v="12648" actId="1076"/>
          <ac:picMkLst>
            <pc:docMk/>
            <pc:sldMk cId="4250788765" sldId="1068"/>
            <ac:picMk id="6" creationId="{D2928B6F-E3FD-08BB-A7AC-F61CC9CA1603}"/>
          </ac:picMkLst>
        </pc:picChg>
      </pc:sldChg>
      <pc:sldChg chg="modSp new del mod">
        <pc:chgData name="Davis, James C" userId="84778d94-b1cc-4a48-87ce-749e1d7d6e72" providerId="ADAL" clId="{CE54ABEC-223C-C746-A208-FAED0B2FFE09}" dt="2024-02-21T05:57:29.638" v="13233" actId="2696"/>
        <pc:sldMkLst>
          <pc:docMk/>
          <pc:sldMk cId="588572446" sldId="1069"/>
        </pc:sldMkLst>
        <pc:spChg chg="mod">
          <ac:chgData name="Davis, James C" userId="84778d94-b1cc-4a48-87ce-749e1d7d6e72" providerId="ADAL" clId="{CE54ABEC-223C-C746-A208-FAED0B2FFE09}" dt="2024-02-21T05:56:45.152" v="13194" actId="20577"/>
          <ac:spMkLst>
            <pc:docMk/>
            <pc:sldMk cId="588572446" sldId="1069"/>
            <ac:spMk id="3" creationId="{5FD86F7C-2DC7-5419-E9CB-36E6858E03C8}"/>
          </ac:spMkLst>
        </pc:spChg>
      </pc:sldChg>
      <pc:sldChg chg="addSp modSp add mod modAnim modNotesTx">
        <pc:chgData name="Davis, James C" userId="84778d94-b1cc-4a48-87ce-749e1d7d6e72" providerId="ADAL" clId="{CE54ABEC-223C-C746-A208-FAED0B2FFE09}" dt="2024-02-23T13:36:27.485" v="17474" actId="20577"/>
        <pc:sldMkLst>
          <pc:docMk/>
          <pc:sldMk cId="1153175003" sldId="1069"/>
        </pc:sldMkLst>
        <pc:spChg chg="mod">
          <ac:chgData name="Davis, James C" userId="84778d94-b1cc-4a48-87ce-749e1d7d6e72" providerId="ADAL" clId="{CE54ABEC-223C-C746-A208-FAED0B2FFE09}" dt="2024-02-23T13:35:29.717" v="17184" actId="1035"/>
          <ac:spMkLst>
            <pc:docMk/>
            <pc:sldMk cId="1153175003" sldId="1069"/>
            <ac:spMk id="2" creationId="{C08B7FBB-2CF1-0F94-7692-C0672671B64D}"/>
          </ac:spMkLst>
        </pc:spChg>
        <pc:spChg chg="mod">
          <ac:chgData name="Davis, James C" userId="84778d94-b1cc-4a48-87ce-749e1d7d6e72" providerId="ADAL" clId="{CE54ABEC-223C-C746-A208-FAED0B2FFE09}" dt="2024-02-21T06:20:51.803" v="15570" actId="20577"/>
          <ac:spMkLst>
            <pc:docMk/>
            <pc:sldMk cId="1153175003" sldId="1069"/>
            <ac:spMk id="3" creationId="{5FD86F7C-2DC7-5419-E9CB-36E6858E03C8}"/>
          </ac:spMkLst>
        </pc:spChg>
        <pc:picChg chg="mod">
          <ac:chgData name="Davis, James C" userId="84778d94-b1cc-4a48-87ce-749e1d7d6e72" providerId="ADAL" clId="{CE54ABEC-223C-C746-A208-FAED0B2FFE09}" dt="2024-02-23T13:35:29.717" v="17184" actId="1035"/>
          <ac:picMkLst>
            <pc:docMk/>
            <pc:sldMk cId="1153175003" sldId="1069"/>
            <ac:picMk id="5" creationId="{9E7DB04E-76EF-DF76-C8BB-8E780DD10013}"/>
          </ac:picMkLst>
        </pc:picChg>
        <pc:picChg chg="add mod">
          <ac:chgData name="Davis, James C" userId="84778d94-b1cc-4a48-87ce-749e1d7d6e72" providerId="ADAL" clId="{CE54ABEC-223C-C746-A208-FAED0B2FFE09}" dt="2024-02-23T13:35:32.007" v="17185" actId="1076"/>
          <ac:picMkLst>
            <pc:docMk/>
            <pc:sldMk cId="1153175003" sldId="1069"/>
            <ac:picMk id="6" creationId="{BCEE7A9A-A32A-B3AE-9884-1FDBE9103F60}"/>
          </ac:picMkLst>
        </pc:picChg>
        <pc:picChg chg="add mod">
          <ac:chgData name="Davis, James C" userId="84778d94-b1cc-4a48-87ce-749e1d7d6e72" providerId="ADAL" clId="{CE54ABEC-223C-C746-A208-FAED0B2FFE09}" dt="2024-02-23T13:35:34.758" v="17186" actId="1076"/>
          <ac:picMkLst>
            <pc:docMk/>
            <pc:sldMk cId="1153175003" sldId="1069"/>
            <ac:picMk id="7" creationId="{3583546B-294E-F363-5B91-7D0BF8E27F8F}"/>
          </ac:picMkLst>
        </pc:picChg>
      </pc:sldChg>
      <pc:sldChg chg="addSp modSp add del mod modAnim modNotesTx">
        <pc:chgData name="Davis, James C" userId="84778d94-b1cc-4a48-87ce-749e1d7d6e72" providerId="ADAL" clId="{CE54ABEC-223C-C746-A208-FAED0B2FFE09}" dt="2024-02-21T06:20:34.035" v="15561" actId="2696"/>
        <pc:sldMkLst>
          <pc:docMk/>
          <pc:sldMk cId="2818213046" sldId="1069"/>
        </pc:sldMkLst>
        <pc:spChg chg="mod">
          <ac:chgData name="Davis, James C" userId="84778d94-b1cc-4a48-87ce-749e1d7d6e72" providerId="ADAL" clId="{CE54ABEC-223C-C746-A208-FAED0B2FFE09}" dt="2024-02-21T06:06:09.427" v="14042" actId="114"/>
          <ac:spMkLst>
            <pc:docMk/>
            <pc:sldMk cId="2818213046" sldId="1069"/>
            <ac:spMk id="2" creationId="{C08B7FBB-2CF1-0F94-7692-C0672671B64D}"/>
          </ac:spMkLst>
        </pc:spChg>
        <pc:spChg chg="mod">
          <ac:chgData name="Davis, James C" userId="84778d94-b1cc-4a48-87ce-749e1d7d6e72" providerId="ADAL" clId="{CE54ABEC-223C-C746-A208-FAED0B2FFE09}" dt="2024-02-21T06:05:38.209" v="13994" actId="21"/>
          <ac:spMkLst>
            <pc:docMk/>
            <pc:sldMk cId="2818213046" sldId="1069"/>
            <ac:spMk id="3" creationId="{5FD86F7C-2DC7-5419-E9CB-36E6858E03C8}"/>
          </ac:spMkLst>
        </pc:spChg>
        <pc:picChg chg="add mod">
          <ac:chgData name="Davis, James C" userId="84778d94-b1cc-4a48-87ce-749e1d7d6e72" providerId="ADAL" clId="{CE54ABEC-223C-C746-A208-FAED0B2FFE09}" dt="2024-02-21T06:06:39.908" v="14045" actId="1076"/>
          <ac:picMkLst>
            <pc:docMk/>
            <pc:sldMk cId="2818213046" sldId="1069"/>
            <ac:picMk id="5" creationId="{9E7DB04E-76EF-DF76-C8BB-8E780DD10013}"/>
          </ac:picMkLst>
        </pc:picChg>
      </pc:sldChg>
      <pc:sldChg chg="add">
        <pc:chgData name="Davis, James C" userId="84778d94-b1cc-4a48-87ce-749e1d7d6e72" providerId="ADAL" clId="{CE54ABEC-223C-C746-A208-FAED0B2FFE09}" dt="2024-02-21T06:20:35.798" v="15562"/>
        <pc:sldMkLst>
          <pc:docMk/>
          <pc:sldMk cId="1544467097" sldId="1070"/>
        </pc:sldMkLst>
      </pc:sldChg>
      <pc:sldChg chg="addSp delSp modSp new del mod modAnim modNotesTx">
        <pc:chgData name="Davis, James C" userId="84778d94-b1cc-4a48-87ce-749e1d7d6e72" providerId="ADAL" clId="{CE54ABEC-223C-C746-A208-FAED0B2FFE09}" dt="2024-02-21T05:59:33.632" v="13600" actId="2696"/>
        <pc:sldMkLst>
          <pc:docMk/>
          <pc:sldMk cId="1786841204" sldId="1070"/>
        </pc:sldMkLst>
        <pc:spChg chg="del mod">
          <ac:chgData name="Davis, James C" userId="84778d94-b1cc-4a48-87ce-749e1d7d6e72" providerId="ADAL" clId="{CE54ABEC-223C-C746-A208-FAED0B2FFE09}" dt="2024-02-21T05:59:28.527" v="13599" actId="478"/>
          <ac:spMkLst>
            <pc:docMk/>
            <pc:sldMk cId="1786841204" sldId="1070"/>
            <ac:spMk id="2" creationId="{D5F6E192-9C05-D475-0B1A-B27EA1BB355A}"/>
          </ac:spMkLst>
        </pc:spChg>
        <pc:spChg chg="mod">
          <ac:chgData name="Davis, James C" userId="84778d94-b1cc-4a48-87ce-749e1d7d6e72" providerId="ADAL" clId="{CE54ABEC-223C-C746-A208-FAED0B2FFE09}" dt="2024-02-21T05:57:40.880" v="13287" actId="20577"/>
          <ac:spMkLst>
            <pc:docMk/>
            <pc:sldMk cId="1786841204" sldId="1070"/>
            <ac:spMk id="3" creationId="{42492316-6691-66B9-4E1A-0DAB93A83FBA}"/>
          </ac:spMkLst>
        </pc:spChg>
        <pc:spChg chg="add mod">
          <ac:chgData name="Davis, James C" userId="84778d94-b1cc-4a48-87ce-749e1d7d6e72" providerId="ADAL" clId="{CE54ABEC-223C-C746-A208-FAED0B2FFE09}" dt="2024-02-21T05:59:28.527" v="13599" actId="478"/>
          <ac:spMkLst>
            <pc:docMk/>
            <pc:sldMk cId="1786841204" sldId="1070"/>
            <ac:spMk id="7" creationId="{5EE30561-F3DE-7FA9-8B33-D9E85EC10444}"/>
          </ac:spMkLst>
        </pc:spChg>
        <pc:picChg chg="add mod">
          <ac:chgData name="Davis, James C" userId="84778d94-b1cc-4a48-87ce-749e1d7d6e72" providerId="ADAL" clId="{CE54ABEC-223C-C746-A208-FAED0B2FFE09}" dt="2024-02-21T05:58:16.891" v="13336" actId="1076"/>
          <ac:picMkLst>
            <pc:docMk/>
            <pc:sldMk cId="1786841204" sldId="1070"/>
            <ac:picMk id="5" creationId="{D8F64E0E-F5AE-C832-48B8-43A23CE4226A}"/>
          </ac:picMkLst>
        </pc:picChg>
      </pc:sldChg>
      <pc:sldChg chg="addSp delSp modSp new del mod modAnim modNotesTx">
        <pc:chgData name="Davis, James C" userId="84778d94-b1cc-4a48-87ce-749e1d7d6e72" providerId="ADAL" clId="{CE54ABEC-223C-C746-A208-FAED0B2FFE09}" dt="2024-02-21T06:20:34.035" v="15561" actId="2696"/>
        <pc:sldMkLst>
          <pc:docMk/>
          <pc:sldMk cId="3687676084" sldId="1070"/>
        </pc:sldMkLst>
        <pc:spChg chg="del">
          <ac:chgData name="Davis, James C" userId="84778d94-b1cc-4a48-87ce-749e1d7d6e72" providerId="ADAL" clId="{CE54ABEC-223C-C746-A208-FAED0B2FFE09}" dt="2024-02-21T06:11:26.774" v="14454" actId="478"/>
          <ac:spMkLst>
            <pc:docMk/>
            <pc:sldMk cId="3687676084" sldId="1070"/>
            <ac:spMk id="2" creationId="{EEA5EA8A-530C-271A-E06F-92D3968AD979}"/>
          </ac:spMkLst>
        </pc:spChg>
        <pc:spChg chg="mod">
          <ac:chgData name="Davis, James C" userId="84778d94-b1cc-4a48-87ce-749e1d7d6e72" providerId="ADAL" clId="{CE54ABEC-223C-C746-A208-FAED0B2FFE09}" dt="2024-02-21T06:11:40.618" v="14492" actId="14100"/>
          <ac:spMkLst>
            <pc:docMk/>
            <pc:sldMk cId="3687676084" sldId="1070"/>
            <ac:spMk id="3" creationId="{16B0D45D-A4BF-5460-B30D-B020B6B846E1}"/>
          </ac:spMkLst>
        </pc:spChg>
        <pc:picChg chg="add mod">
          <ac:chgData name="Davis, James C" userId="84778d94-b1cc-4a48-87ce-749e1d7d6e72" providerId="ADAL" clId="{CE54ABEC-223C-C746-A208-FAED0B2FFE09}" dt="2024-02-21T06:11:32.611" v="14458" actId="14100"/>
          <ac:picMkLst>
            <pc:docMk/>
            <pc:sldMk cId="3687676084" sldId="1070"/>
            <ac:picMk id="5" creationId="{345EB564-C619-42BB-1EED-014DEB41A63A}"/>
          </ac:picMkLst>
        </pc:picChg>
        <pc:picChg chg="add mod">
          <ac:chgData name="Davis, James C" userId="84778d94-b1cc-4a48-87ce-749e1d7d6e72" providerId="ADAL" clId="{CE54ABEC-223C-C746-A208-FAED0B2FFE09}" dt="2024-02-21T06:11:52.075" v="14496" actId="1076"/>
          <ac:picMkLst>
            <pc:docMk/>
            <pc:sldMk cId="3687676084" sldId="1070"/>
            <ac:picMk id="6" creationId="{4EF88F40-1273-766D-A48A-03BCCE3196EA}"/>
          </ac:picMkLst>
        </pc:picChg>
      </pc:sldChg>
      <pc:sldChg chg="addSp delSp modSp add mod delAnim modAnim modNotesTx">
        <pc:chgData name="Davis, James C" userId="84778d94-b1cc-4a48-87ce-749e1d7d6e72" providerId="ADAL" clId="{CE54ABEC-223C-C746-A208-FAED0B2FFE09}" dt="2024-02-23T13:34:44.559" v="17156"/>
        <pc:sldMkLst>
          <pc:docMk/>
          <pc:sldMk cId="4060647632" sldId="1071"/>
        </pc:sldMkLst>
        <pc:spChg chg="mod">
          <ac:chgData name="Davis, James C" userId="84778d94-b1cc-4a48-87ce-749e1d7d6e72" providerId="ADAL" clId="{CE54ABEC-223C-C746-A208-FAED0B2FFE09}" dt="2024-02-23T13:34:43.225" v="17155"/>
          <ac:spMkLst>
            <pc:docMk/>
            <pc:sldMk cId="4060647632" sldId="1071"/>
            <ac:spMk id="2" creationId="{C08B7FBB-2CF1-0F94-7692-C0672671B64D}"/>
          </ac:spMkLst>
        </pc:spChg>
        <pc:spChg chg="mod">
          <ac:chgData name="Davis, James C" userId="84778d94-b1cc-4a48-87ce-749e1d7d6e72" providerId="ADAL" clId="{CE54ABEC-223C-C746-A208-FAED0B2FFE09}" dt="2024-02-21T06:20:46.542" v="15566" actId="20577"/>
          <ac:spMkLst>
            <pc:docMk/>
            <pc:sldMk cId="4060647632" sldId="1071"/>
            <ac:spMk id="3" creationId="{5FD86F7C-2DC7-5419-E9CB-36E6858E03C8}"/>
          </ac:spMkLst>
        </pc:spChg>
        <pc:picChg chg="del">
          <ac:chgData name="Davis, James C" userId="84778d94-b1cc-4a48-87ce-749e1d7d6e72" providerId="ADAL" clId="{CE54ABEC-223C-C746-A208-FAED0B2FFE09}" dt="2024-02-21T06:20:23.200" v="15557" actId="478"/>
          <ac:picMkLst>
            <pc:docMk/>
            <pc:sldMk cId="4060647632" sldId="1071"/>
            <ac:picMk id="5" creationId="{9E7DB04E-76EF-DF76-C8BB-8E780DD10013}"/>
          </ac:picMkLst>
        </pc:picChg>
        <pc:picChg chg="add mod">
          <ac:chgData name="Davis, James C" userId="84778d94-b1cc-4a48-87ce-749e1d7d6e72" providerId="ADAL" clId="{CE54ABEC-223C-C746-A208-FAED0B2FFE09}" dt="2024-02-21T06:20:29.126" v="15559" actId="1076"/>
          <ac:picMkLst>
            <pc:docMk/>
            <pc:sldMk cId="4060647632" sldId="1071"/>
            <ac:picMk id="6" creationId="{C218EAB3-3B63-BEE9-4CF2-9AF9387602FA}"/>
          </ac:picMkLst>
        </pc:picChg>
      </pc:sldChg>
      <pc:sldChg chg="addSp delSp modSp add mod modAnim modNotesTx">
        <pc:chgData name="Davis, James C" userId="84778d94-b1cc-4a48-87ce-749e1d7d6e72" providerId="ADAL" clId="{CE54ABEC-223C-C746-A208-FAED0B2FFE09}" dt="2024-02-21T06:26:17.903" v="16038" actId="20577"/>
        <pc:sldMkLst>
          <pc:docMk/>
          <pc:sldMk cId="3538060778" sldId="1072"/>
        </pc:sldMkLst>
        <pc:spChg chg="mod">
          <ac:chgData name="Davis, James C" userId="84778d94-b1cc-4a48-87ce-749e1d7d6e72" providerId="ADAL" clId="{CE54ABEC-223C-C746-A208-FAED0B2FFE09}" dt="2024-02-21T06:22:35.530" v="15619" actId="20577"/>
          <ac:spMkLst>
            <pc:docMk/>
            <pc:sldMk cId="3538060778" sldId="1072"/>
            <ac:spMk id="3" creationId="{16B0D45D-A4BF-5460-B30D-B020B6B846E1}"/>
          </ac:spMkLst>
        </pc:spChg>
        <pc:picChg chg="add mod">
          <ac:chgData name="Davis, James C" userId="84778d94-b1cc-4a48-87ce-749e1d7d6e72" providerId="ADAL" clId="{CE54ABEC-223C-C746-A208-FAED0B2FFE09}" dt="2024-02-21T06:22:23.959" v="15613" actId="1076"/>
          <ac:picMkLst>
            <pc:docMk/>
            <pc:sldMk cId="3538060778" sldId="1072"/>
            <ac:picMk id="2" creationId="{5E63AEB2-BD45-17E3-4392-49B34D4AA296}"/>
          </ac:picMkLst>
        </pc:picChg>
        <pc:picChg chg="del">
          <ac:chgData name="Davis, James C" userId="84778d94-b1cc-4a48-87ce-749e1d7d6e72" providerId="ADAL" clId="{CE54ABEC-223C-C746-A208-FAED0B2FFE09}" dt="2024-02-21T06:22:19.938" v="15610" actId="478"/>
          <ac:picMkLst>
            <pc:docMk/>
            <pc:sldMk cId="3538060778" sldId="1072"/>
            <ac:picMk id="5" creationId="{345EB564-C619-42BB-1EED-014DEB41A63A}"/>
          </ac:picMkLst>
        </pc:picChg>
        <pc:picChg chg="del">
          <ac:chgData name="Davis, James C" userId="84778d94-b1cc-4a48-87ce-749e1d7d6e72" providerId="ADAL" clId="{CE54ABEC-223C-C746-A208-FAED0B2FFE09}" dt="2024-02-21T06:22:28.499" v="15614" actId="478"/>
          <ac:picMkLst>
            <pc:docMk/>
            <pc:sldMk cId="3538060778" sldId="1072"/>
            <ac:picMk id="6" creationId="{4EF88F40-1273-766D-A48A-03BCCE3196EA}"/>
          </ac:picMkLst>
        </pc:picChg>
        <pc:picChg chg="add mod">
          <ac:chgData name="Davis, James C" userId="84778d94-b1cc-4a48-87ce-749e1d7d6e72" providerId="ADAL" clId="{CE54ABEC-223C-C746-A208-FAED0B2FFE09}" dt="2024-02-21T06:22:31.177" v="15616" actId="1076"/>
          <ac:picMkLst>
            <pc:docMk/>
            <pc:sldMk cId="3538060778" sldId="1072"/>
            <ac:picMk id="7" creationId="{BF6AC0BA-55FD-C8FB-C2BE-E62DFA8AD7BF}"/>
          </ac:picMkLst>
        </pc:picChg>
      </pc:sldChg>
      <pc:sldChg chg="modSp new mod modNotesTx">
        <pc:chgData name="Davis, James C" userId="84778d94-b1cc-4a48-87ce-749e1d7d6e72" providerId="ADAL" clId="{CE54ABEC-223C-C746-A208-FAED0B2FFE09}" dt="2024-02-21T06:34:27.027" v="16803" actId="15"/>
        <pc:sldMkLst>
          <pc:docMk/>
          <pc:sldMk cId="3363385597" sldId="1073"/>
        </pc:sldMkLst>
        <pc:spChg chg="mod">
          <ac:chgData name="Davis, James C" userId="84778d94-b1cc-4a48-87ce-749e1d7d6e72" providerId="ADAL" clId="{CE54ABEC-223C-C746-A208-FAED0B2FFE09}" dt="2024-02-21T06:33:57.653" v="16775" actId="20577"/>
          <ac:spMkLst>
            <pc:docMk/>
            <pc:sldMk cId="3363385597" sldId="1073"/>
            <ac:spMk id="2" creationId="{948F39F7-EC75-7669-3AC9-06AEB898ED3D}"/>
          </ac:spMkLst>
        </pc:spChg>
        <pc:spChg chg="mod">
          <ac:chgData name="Davis, James C" userId="84778d94-b1cc-4a48-87ce-749e1d7d6e72" providerId="ADAL" clId="{CE54ABEC-223C-C746-A208-FAED0B2FFE09}" dt="2024-02-21T06:26:52.098" v="16056" actId="20577"/>
          <ac:spMkLst>
            <pc:docMk/>
            <pc:sldMk cId="3363385597" sldId="1073"/>
            <ac:spMk id="3" creationId="{D1828111-5567-74FF-F732-1B4E2AA9B4BF}"/>
          </ac:spMkLst>
        </pc:spChg>
      </pc:sldChg>
      <pc:sldChg chg="modSp new mod modNotesTx">
        <pc:chgData name="Davis, James C" userId="84778d94-b1cc-4a48-87ce-749e1d7d6e72" providerId="ADAL" clId="{CE54ABEC-223C-C746-A208-FAED0B2FFE09}" dt="2024-02-23T13:33:55.611" v="17152" actId="20577"/>
        <pc:sldMkLst>
          <pc:docMk/>
          <pc:sldMk cId="1764249873" sldId="1074"/>
        </pc:sldMkLst>
        <pc:spChg chg="mod">
          <ac:chgData name="Davis, James C" userId="84778d94-b1cc-4a48-87ce-749e1d7d6e72" providerId="ADAL" clId="{CE54ABEC-223C-C746-A208-FAED0B2FFE09}" dt="2024-02-23T13:33:46.604" v="17071" actId="20577"/>
          <ac:spMkLst>
            <pc:docMk/>
            <pc:sldMk cId="1764249873" sldId="1074"/>
            <ac:spMk id="2" creationId="{C250CB07-CBA1-08C5-0CA7-4D41937D4338}"/>
          </ac:spMkLst>
        </pc:spChg>
        <pc:spChg chg="mod">
          <ac:chgData name="Davis, James C" userId="84778d94-b1cc-4a48-87ce-749e1d7d6e72" providerId="ADAL" clId="{CE54ABEC-223C-C746-A208-FAED0B2FFE09}" dt="2024-02-23T13:33:20.842" v="16986" actId="20577"/>
          <ac:spMkLst>
            <pc:docMk/>
            <pc:sldMk cId="1764249873" sldId="1074"/>
            <ac:spMk id="3" creationId="{7AD197A3-549E-F29C-D47A-B89F0FD83053}"/>
          </ac:spMkLst>
        </pc:spChg>
      </pc:sldChg>
    </pc:docChg>
  </pc:docChgLst>
  <pc:docChgLst>
    <pc:chgData name="Davis, James C" userId="84778d94-b1cc-4a48-87ce-749e1d7d6e72" providerId="ADAL" clId="{77A12936-1CA6-FD4F-A6C6-E6B1CFA10017}"/>
    <pc:docChg chg="undo custSel addSld delSld modSld sldOrd">
      <pc:chgData name="Davis, James C" userId="84778d94-b1cc-4a48-87ce-749e1d7d6e72" providerId="ADAL" clId="{77A12936-1CA6-FD4F-A6C6-E6B1CFA10017}" dt="2024-02-05T06:42:12.623" v="25927"/>
      <pc:docMkLst>
        <pc:docMk/>
      </pc:docMkLst>
      <pc:sldChg chg="modSp mod">
        <pc:chgData name="Davis, James C" userId="84778d94-b1cc-4a48-87ce-749e1d7d6e72" providerId="ADAL" clId="{77A12936-1CA6-FD4F-A6C6-E6B1CFA10017}" dt="2024-01-22T03:02:03.711" v="12" actId="20577"/>
        <pc:sldMkLst>
          <pc:docMk/>
          <pc:sldMk cId="681153070" sldId="263"/>
        </pc:sldMkLst>
        <pc:spChg chg="mod">
          <ac:chgData name="Davis, James C" userId="84778d94-b1cc-4a48-87ce-749e1d7d6e72" providerId="ADAL" clId="{77A12936-1CA6-FD4F-A6C6-E6B1CFA10017}" dt="2024-01-22T03:02:03.711" v="12" actId="20577"/>
          <ac:spMkLst>
            <pc:docMk/>
            <pc:sldMk cId="681153070" sldId="263"/>
            <ac:spMk id="2" creationId="{7A610390-B9F9-1640-9974-0C21350E01C9}"/>
          </ac:spMkLst>
        </pc:spChg>
      </pc:sldChg>
      <pc:sldChg chg="addSp delSp del mod">
        <pc:chgData name="Davis, James C" userId="84778d94-b1cc-4a48-87ce-749e1d7d6e72" providerId="ADAL" clId="{77A12936-1CA6-FD4F-A6C6-E6B1CFA10017}" dt="2024-01-30T17:26:46.943" v="13035" actId="2696"/>
        <pc:sldMkLst>
          <pc:docMk/>
          <pc:sldMk cId="1746181944" sldId="264"/>
        </pc:sldMkLst>
        <pc:spChg chg="add del">
          <ac:chgData name="Davis, James C" userId="84778d94-b1cc-4a48-87ce-749e1d7d6e72" providerId="ADAL" clId="{77A12936-1CA6-FD4F-A6C6-E6B1CFA10017}" dt="2024-01-30T17:26:41.422" v="13033" actId="22"/>
          <ac:spMkLst>
            <pc:docMk/>
            <pc:sldMk cId="1746181944" sldId="264"/>
            <ac:spMk id="6" creationId="{F021D500-123A-4DAB-A07D-43A8878E1CFF}"/>
          </ac:spMkLst>
        </pc:spChg>
      </pc:sldChg>
      <pc:sldChg chg="del">
        <pc:chgData name="Davis, James C" userId="84778d94-b1cc-4a48-87ce-749e1d7d6e72" providerId="ADAL" clId="{77A12936-1CA6-FD4F-A6C6-E6B1CFA10017}" dt="2024-01-22T03:02:31.652" v="13" actId="2696"/>
        <pc:sldMkLst>
          <pc:docMk/>
          <pc:sldMk cId="3643547964" sldId="265"/>
        </pc:sldMkLst>
      </pc:sldChg>
      <pc:sldChg chg="del">
        <pc:chgData name="Davis, James C" userId="84778d94-b1cc-4a48-87ce-749e1d7d6e72" providerId="ADAL" clId="{77A12936-1CA6-FD4F-A6C6-E6B1CFA10017}" dt="2024-01-22T03:02:31.652" v="13" actId="2696"/>
        <pc:sldMkLst>
          <pc:docMk/>
          <pc:sldMk cId="416503657" sldId="266"/>
        </pc:sldMkLst>
      </pc:sldChg>
      <pc:sldChg chg="delSp mod modNotesTx">
        <pc:chgData name="Davis, James C" userId="84778d94-b1cc-4a48-87ce-749e1d7d6e72" providerId="ADAL" clId="{77A12936-1CA6-FD4F-A6C6-E6B1CFA10017}" dt="2024-01-22T03:03:10.946" v="23" actId="20577"/>
        <pc:sldMkLst>
          <pc:docMk/>
          <pc:sldMk cId="1120750873" sldId="267"/>
        </pc:sldMkLst>
        <pc:spChg chg="del">
          <ac:chgData name="Davis, James C" userId="84778d94-b1cc-4a48-87ce-749e1d7d6e72" providerId="ADAL" clId="{77A12936-1CA6-FD4F-A6C6-E6B1CFA10017}" dt="2024-01-22T03:02:45.349" v="15" actId="478"/>
          <ac:spMkLst>
            <pc:docMk/>
            <pc:sldMk cId="1120750873" sldId="267"/>
            <ac:spMk id="8" creationId="{6BA31395-B8E8-43A1-14C9-6AD8CF2F3CDB}"/>
          </ac:spMkLst>
        </pc:spChg>
        <pc:spChg chg="del">
          <ac:chgData name="Davis, James C" userId="84778d94-b1cc-4a48-87ce-749e1d7d6e72" providerId="ADAL" clId="{77A12936-1CA6-FD4F-A6C6-E6B1CFA10017}" dt="2024-01-22T03:02:50.467" v="16" actId="478"/>
          <ac:spMkLst>
            <pc:docMk/>
            <pc:sldMk cId="1120750873" sldId="267"/>
            <ac:spMk id="9" creationId="{DA14AE9A-1C1A-916F-CFBC-2DE5615262A1}"/>
          </ac:spMkLst>
        </pc:spChg>
      </pc:sldChg>
      <pc:sldChg chg="del">
        <pc:chgData name="Davis, James C" userId="84778d94-b1cc-4a48-87ce-749e1d7d6e72" providerId="ADAL" clId="{77A12936-1CA6-FD4F-A6C6-E6B1CFA10017}" dt="2024-01-22T03:02:31.652" v="13" actId="2696"/>
        <pc:sldMkLst>
          <pc:docMk/>
          <pc:sldMk cId="1170242388" sldId="268"/>
        </pc:sldMkLst>
      </pc:sldChg>
      <pc:sldChg chg="del">
        <pc:chgData name="Davis, James C" userId="84778d94-b1cc-4a48-87ce-749e1d7d6e72" providerId="ADAL" clId="{77A12936-1CA6-FD4F-A6C6-E6B1CFA10017}" dt="2024-01-22T03:02:31.652" v="13" actId="2696"/>
        <pc:sldMkLst>
          <pc:docMk/>
          <pc:sldMk cId="3772973998" sldId="269"/>
        </pc:sldMkLst>
      </pc:sldChg>
      <pc:sldChg chg="del">
        <pc:chgData name="Davis, James C" userId="84778d94-b1cc-4a48-87ce-749e1d7d6e72" providerId="ADAL" clId="{77A12936-1CA6-FD4F-A6C6-E6B1CFA10017}" dt="2024-01-22T03:02:31.652" v="13" actId="2696"/>
        <pc:sldMkLst>
          <pc:docMk/>
          <pc:sldMk cId="2432474957" sldId="270"/>
        </pc:sldMkLst>
      </pc:sldChg>
      <pc:sldChg chg="del">
        <pc:chgData name="Davis, James C" userId="84778d94-b1cc-4a48-87ce-749e1d7d6e72" providerId="ADAL" clId="{77A12936-1CA6-FD4F-A6C6-E6B1CFA10017}" dt="2024-01-22T03:02:31.652" v="13" actId="2696"/>
        <pc:sldMkLst>
          <pc:docMk/>
          <pc:sldMk cId="2268806769" sldId="272"/>
        </pc:sldMkLst>
      </pc:sldChg>
      <pc:sldChg chg="delSp del mod delAnim">
        <pc:chgData name="Davis, James C" userId="84778d94-b1cc-4a48-87ce-749e1d7d6e72" providerId="ADAL" clId="{77A12936-1CA6-FD4F-A6C6-E6B1CFA10017}" dt="2024-01-22T03:07:47.867" v="117" actId="2696"/>
        <pc:sldMkLst>
          <pc:docMk/>
          <pc:sldMk cId="2960655872" sldId="273"/>
        </pc:sldMkLst>
        <pc:cxnChg chg="del">
          <ac:chgData name="Davis, James C" userId="84778d94-b1cc-4a48-87ce-749e1d7d6e72" providerId="ADAL" clId="{77A12936-1CA6-FD4F-A6C6-E6B1CFA10017}" dt="2024-01-22T03:03:27.094" v="24" actId="478"/>
          <ac:cxnSpMkLst>
            <pc:docMk/>
            <pc:sldMk cId="2960655872" sldId="273"/>
            <ac:cxnSpMk id="6" creationId="{C7440FBF-DC1D-47EC-D3A8-88C5E81F8A9C}"/>
          </ac:cxnSpMkLst>
        </pc:cxnChg>
        <pc:cxnChg chg="del">
          <ac:chgData name="Davis, James C" userId="84778d94-b1cc-4a48-87ce-749e1d7d6e72" providerId="ADAL" clId="{77A12936-1CA6-FD4F-A6C6-E6B1CFA10017}" dt="2024-01-22T03:03:27.094" v="24" actId="478"/>
          <ac:cxnSpMkLst>
            <pc:docMk/>
            <pc:sldMk cId="2960655872" sldId="273"/>
            <ac:cxnSpMk id="7" creationId="{5D74B233-D3E0-C508-3C54-40AAB9EBDADB}"/>
          </ac:cxnSpMkLst>
        </pc:cxnChg>
        <pc:cxnChg chg="del">
          <ac:chgData name="Davis, James C" userId="84778d94-b1cc-4a48-87ce-749e1d7d6e72" providerId="ADAL" clId="{77A12936-1CA6-FD4F-A6C6-E6B1CFA10017}" dt="2024-01-22T03:03:27.094" v="24" actId="478"/>
          <ac:cxnSpMkLst>
            <pc:docMk/>
            <pc:sldMk cId="2960655872" sldId="273"/>
            <ac:cxnSpMk id="8" creationId="{E0A2817A-BF59-AAD2-20FD-4CA0535CE9C2}"/>
          </ac:cxnSpMkLst>
        </pc:cxnChg>
        <pc:cxnChg chg="del">
          <ac:chgData name="Davis, James C" userId="84778d94-b1cc-4a48-87ce-749e1d7d6e72" providerId="ADAL" clId="{77A12936-1CA6-FD4F-A6C6-E6B1CFA10017}" dt="2024-01-22T03:03:27.094" v="24" actId="478"/>
          <ac:cxnSpMkLst>
            <pc:docMk/>
            <pc:sldMk cId="2960655872" sldId="273"/>
            <ac:cxnSpMk id="9" creationId="{55593736-8A06-0D46-9D0B-1457D2515312}"/>
          </ac:cxnSpMkLst>
        </pc:cxnChg>
        <pc:cxnChg chg="del">
          <ac:chgData name="Davis, James C" userId="84778d94-b1cc-4a48-87ce-749e1d7d6e72" providerId="ADAL" clId="{77A12936-1CA6-FD4F-A6C6-E6B1CFA10017}" dt="2024-01-22T03:03:37.687" v="25" actId="478"/>
          <ac:cxnSpMkLst>
            <pc:docMk/>
            <pc:sldMk cId="2960655872" sldId="273"/>
            <ac:cxnSpMk id="11" creationId="{171813B0-5FA1-E07D-CF50-2F80F2CD04BC}"/>
          </ac:cxnSpMkLst>
        </pc:cxnChg>
        <pc:cxnChg chg="del">
          <ac:chgData name="Davis, James C" userId="84778d94-b1cc-4a48-87ce-749e1d7d6e72" providerId="ADAL" clId="{77A12936-1CA6-FD4F-A6C6-E6B1CFA10017}" dt="2024-01-22T03:03:37.687" v="25" actId="478"/>
          <ac:cxnSpMkLst>
            <pc:docMk/>
            <pc:sldMk cId="2960655872" sldId="273"/>
            <ac:cxnSpMk id="13" creationId="{67376746-10BF-9711-A754-3D1B4DF4E58F}"/>
          </ac:cxnSpMkLst>
        </pc:cxnChg>
        <pc:cxnChg chg="del">
          <ac:chgData name="Davis, James C" userId="84778d94-b1cc-4a48-87ce-749e1d7d6e72" providerId="ADAL" clId="{77A12936-1CA6-FD4F-A6C6-E6B1CFA10017}" dt="2024-01-22T03:03:37.687" v="25" actId="478"/>
          <ac:cxnSpMkLst>
            <pc:docMk/>
            <pc:sldMk cId="2960655872" sldId="273"/>
            <ac:cxnSpMk id="16" creationId="{C7F9E9B5-4B6F-5BE3-2E46-1FDC10FA3BB3}"/>
          </ac:cxnSpMkLst>
        </pc:cxnChg>
      </pc:sldChg>
      <pc:sldChg chg="del">
        <pc:chgData name="Davis, James C" userId="84778d94-b1cc-4a48-87ce-749e1d7d6e72" providerId="ADAL" clId="{77A12936-1CA6-FD4F-A6C6-E6B1CFA10017}" dt="2024-01-22T03:02:31.652" v="13" actId="2696"/>
        <pc:sldMkLst>
          <pc:docMk/>
          <pc:sldMk cId="589187519" sldId="274"/>
        </pc:sldMkLst>
      </pc:sldChg>
      <pc:sldChg chg="addSp modSp new mod modNotesTx">
        <pc:chgData name="Davis, James C" userId="84778d94-b1cc-4a48-87ce-749e1d7d6e72" providerId="ADAL" clId="{77A12936-1CA6-FD4F-A6C6-E6B1CFA10017}" dt="2024-01-22T13:29:59.717" v="3433" actId="20577"/>
        <pc:sldMkLst>
          <pc:docMk/>
          <pc:sldMk cId="4088506548" sldId="274"/>
        </pc:sldMkLst>
        <pc:spChg chg="add mod">
          <ac:chgData name="Davis, James C" userId="84778d94-b1cc-4a48-87ce-749e1d7d6e72" providerId="ADAL" clId="{77A12936-1CA6-FD4F-A6C6-E6B1CFA10017}" dt="2024-01-22T03:26:28.428" v="3244" actId="20577"/>
          <ac:spMkLst>
            <pc:docMk/>
            <pc:sldMk cId="4088506548" sldId="274"/>
            <ac:spMk id="4" creationId="{59B4C9D5-AD60-5337-8AA7-20601A3AC3A1}"/>
          </ac:spMkLst>
        </pc:spChg>
        <pc:picChg chg="add mod">
          <ac:chgData name="Davis, James C" userId="84778d94-b1cc-4a48-87ce-749e1d7d6e72" providerId="ADAL" clId="{77A12936-1CA6-FD4F-A6C6-E6B1CFA10017}" dt="2024-01-22T03:06:29.332" v="114" actId="14100"/>
          <ac:picMkLst>
            <pc:docMk/>
            <pc:sldMk cId="4088506548" sldId="274"/>
            <ac:picMk id="3" creationId="{115321CF-81AF-B8F0-C175-FCF141D831D0}"/>
          </ac:picMkLst>
        </pc:picChg>
      </pc:sldChg>
      <pc:sldChg chg="addSp modSp new mod modClrScheme chgLayout">
        <pc:chgData name="Davis, James C" userId="84778d94-b1cc-4a48-87ce-749e1d7d6e72" providerId="ADAL" clId="{77A12936-1CA6-FD4F-A6C6-E6B1CFA10017}" dt="2024-01-22T03:16:43.201" v="1337" actId="27636"/>
        <pc:sldMkLst>
          <pc:docMk/>
          <pc:sldMk cId="1780134794" sldId="275"/>
        </pc:sldMkLst>
        <pc:spChg chg="mod ord">
          <ac:chgData name="Davis, James C" userId="84778d94-b1cc-4a48-87ce-749e1d7d6e72" providerId="ADAL" clId="{77A12936-1CA6-FD4F-A6C6-E6B1CFA10017}" dt="2024-01-22T03:07:55.754" v="119" actId="700"/>
          <ac:spMkLst>
            <pc:docMk/>
            <pc:sldMk cId="1780134794" sldId="275"/>
            <ac:spMk id="2" creationId="{99719E40-5444-5E9C-EDB9-33EDB373D14C}"/>
          </ac:spMkLst>
        </pc:spChg>
        <pc:spChg chg="add mod ord">
          <ac:chgData name="Davis, James C" userId="84778d94-b1cc-4a48-87ce-749e1d7d6e72" providerId="ADAL" clId="{77A12936-1CA6-FD4F-A6C6-E6B1CFA10017}" dt="2024-01-22T03:16:43.201" v="1337" actId="27636"/>
          <ac:spMkLst>
            <pc:docMk/>
            <pc:sldMk cId="1780134794" sldId="275"/>
            <ac:spMk id="3" creationId="{1198D135-1350-D92F-5D1F-4BE56EE2EE8B}"/>
          </ac:spMkLst>
        </pc:spChg>
      </pc:sldChg>
      <pc:sldChg chg="del">
        <pc:chgData name="Davis, James C" userId="84778d94-b1cc-4a48-87ce-749e1d7d6e72" providerId="ADAL" clId="{77A12936-1CA6-FD4F-A6C6-E6B1CFA10017}" dt="2024-01-22T03:02:41.139" v="14" actId="2696"/>
        <pc:sldMkLst>
          <pc:docMk/>
          <pc:sldMk cId="4176591448" sldId="275"/>
        </pc:sldMkLst>
      </pc:sldChg>
      <pc:sldChg chg="addSp modSp new mod modClrScheme chgLayout modNotesTx">
        <pc:chgData name="Davis, James C" userId="84778d94-b1cc-4a48-87ce-749e1d7d6e72" providerId="ADAL" clId="{77A12936-1CA6-FD4F-A6C6-E6B1CFA10017}" dt="2024-01-22T03:12:58.926" v="1108" actId="20577"/>
        <pc:sldMkLst>
          <pc:docMk/>
          <pc:sldMk cId="847459779" sldId="276"/>
        </pc:sldMkLst>
        <pc:spChg chg="mod ord">
          <ac:chgData name="Davis, James C" userId="84778d94-b1cc-4a48-87ce-749e1d7d6e72" providerId="ADAL" clId="{77A12936-1CA6-FD4F-A6C6-E6B1CFA10017}" dt="2024-01-22T03:08:29.197" v="215" actId="700"/>
          <ac:spMkLst>
            <pc:docMk/>
            <pc:sldMk cId="847459779" sldId="276"/>
            <ac:spMk id="2" creationId="{70F134B9-0408-F26D-5FBB-5AE7ABFB7041}"/>
          </ac:spMkLst>
        </pc:spChg>
        <pc:spChg chg="add mod ord">
          <ac:chgData name="Davis, James C" userId="84778d94-b1cc-4a48-87ce-749e1d7d6e72" providerId="ADAL" clId="{77A12936-1CA6-FD4F-A6C6-E6B1CFA10017}" dt="2024-01-22T03:08:38.325" v="270" actId="20577"/>
          <ac:spMkLst>
            <pc:docMk/>
            <pc:sldMk cId="847459779" sldId="276"/>
            <ac:spMk id="3" creationId="{4C1EDABF-53B6-2CA2-F91A-966035B7B464}"/>
          </ac:spMkLst>
        </pc:spChg>
        <pc:spChg chg="add mod ord">
          <ac:chgData name="Davis, James C" userId="84778d94-b1cc-4a48-87ce-749e1d7d6e72" providerId="ADAL" clId="{77A12936-1CA6-FD4F-A6C6-E6B1CFA10017}" dt="2024-01-22T03:12:14.976" v="827" actId="20577"/>
          <ac:spMkLst>
            <pc:docMk/>
            <pc:sldMk cId="847459779" sldId="276"/>
            <ac:spMk id="4" creationId="{1E285778-D2C1-A1EC-981E-5B9DB241321B}"/>
          </ac:spMkLst>
        </pc:spChg>
      </pc:sldChg>
      <pc:sldChg chg="del">
        <pc:chgData name="Davis, James C" userId="84778d94-b1cc-4a48-87ce-749e1d7d6e72" providerId="ADAL" clId="{77A12936-1CA6-FD4F-A6C6-E6B1CFA10017}" dt="2024-01-22T03:02:41.139" v="14" actId="2696"/>
        <pc:sldMkLst>
          <pc:docMk/>
          <pc:sldMk cId="1924462530" sldId="276"/>
        </pc:sldMkLst>
      </pc:sldChg>
      <pc:sldChg chg="del">
        <pc:chgData name="Davis, James C" userId="84778d94-b1cc-4a48-87ce-749e1d7d6e72" providerId="ADAL" clId="{77A12936-1CA6-FD4F-A6C6-E6B1CFA10017}" dt="2024-01-22T03:02:41.139" v="14" actId="2696"/>
        <pc:sldMkLst>
          <pc:docMk/>
          <pc:sldMk cId="3376396686" sldId="277"/>
        </pc:sldMkLst>
      </pc:sldChg>
      <pc:sldChg chg="modSp add mod">
        <pc:chgData name="Davis, James C" userId="84778d94-b1cc-4a48-87ce-749e1d7d6e72" providerId="ADAL" clId="{77A12936-1CA6-FD4F-A6C6-E6B1CFA10017}" dt="2024-01-22T03:17:16.598" v="1405" actId="20577"/>
        <pc:sldMkLst>
          <pc:docMk/>
          <pc:sldMk cId="3961015613" sldId="277"/>
        </pc:sldMkLst>
        <pc:spChg chg="mod">
          <ac:chgData name="Davis, James C" userId="84778d94-b1cc-4a48-87ce-749e1d7d6e72" providerId="ADAL" clId="{77A12936-1CA6-FD4F-A6C6-E6B1CFA10017}" dt="2024-01-22T03:17:16.598" v="1405" actId="20577"/>
          <ac:spMkLst>
            <pc:docMk/>
            <pc:sldMk cId="3961015613" sldId="277"/>
            <ac:spMk id="5" creationId="{846BCE7F-BE67-715F-3914-0911F12AD006}"/>
          </ac:spMkLst>
        </pc:spChg>
      </pc:sldChg>
      <pc:sldChg chg="del">
        <pc:chgData name="Davis, James C" userId="84778d94-b1cc-4a48-87ce-749e1d7d6e72" providerId="ADAL" clId="{77A12936-1CA6-FD4F-A6C6-E6B1CFA10017}" dt="2024-01-22T03:02:41.139" v="14" actId="2696"/>
        <pc:sldMkLst>
          <pc:docMk/>
          <pc:sldMk cId="998455109" sldId="278"/>
        </pc:sldMkLst>
      </pc:sldChg>
      <pc:sldChg chg="addSp delSp modSp new mod modClrScheme chgLayout modNotesTx">
        <pc:chgData name="Davis, James C" userId="84778d94-b1cc-4a48-87ce-749e1d7d6e72" providerId="ADAL" clId="{77A12936-1CA6-FD4F-A6C6-E6B1CFA10017}" dt="2024-01-22T03:25:31.311" v="3234" actId="20577"/>
        <pc:sldMkLst>
          <pc:docMk/>
          <pc:sldMk cId="2970104163" sldId="278"/>
        </pc:sldMkLst>
        <pc:spChg chg="del mod ord">
          <ac:chgData name="Davis, James C" userId="84778d94-b1cc-4a48-87ce-749e1d7d6e72" providerId="ADAL" clId="{77A12936-1CA6-FD4F-A6C6-E6B1CFA10017}" dt="2024-01-22T03:17:23.957" v="1407" actId="700"/>
          <ac:spMkLst>
            <pc:docMk/>
            <pc:sldMk cId="2970104163" sldId="278"/>
            <ac:spMk id="2" creationId="{02BE4C6B-BB94-F9E5-30AF-753C98A71A94}"/>
          </ac:spMkLst>
        </pc:spChg>
        <pc:spChg chg="mod ord">
          <ac:chgData name="Davis, James C" userId="84778d94-b1cc-4a48-87ce-749e1d7d6e72" providerId="ADAL" clId="{77A12936-1CA6-FD4F-A6C6-E6B1CFA10017}" dt="2024-01-22T03:17:23.957" v="1407" actId="700"/>
          <ac:spMkLst>
            <pc:docMk/>
            <pc:sldMk cId="2970104163" sldId="278"/>
            <ac:spMk id="3" creationId="{BC2B2DC3-FC16-1F94-2102-BEEA12507301}"/>
          </ac:spMkLst>
        </pc:spChg>
        <pc:spChg chg="add mod ord">
          <ac:chgData name="Davis, James C" userId="84778d94-b1cc-4a48-87ce-749e1d7d6e72" providerId="ADAL" clId="{77A12936-1CA6-FD4F-A6C6-E6B1CFA10017}" dt="2024-01-22T03:23:40.418" v="2843" actId="20577"/>
          <ac:spMkLst>
            <pc:docMk/>
            <pc:sldMk cId="2970104163" sldId="278"/>
            <ac:spMk id="4" creationId="{346CDDAC-64A0-D054-0211-BCB811668BC3}"/>
          </ac:spMkLst>
        </pc:spChg>
        <pc:spChg chg="add mod ord">
          <ac:chgData name="Davis, James C" userId="84778d94-b1cc-4a48-87ce-749e1d7d6e72" providerId="ADAL" clId="{77A12936-1CA6-FD4F-A6C6-E6B1CFA10017}" dt="2024-01-22T03:23:16.377" v="2818" actId="21"/>
          <ac:spMkLst>
            <pc:docMk/>
            <pc:sldMk cId="2970104163" sldId="278"/>
            <ac:spMk id="5" creationId="{DA3D1956-BA8D-04CE-5CF1-80A8BDF1E904}"/>
          </ac:spMkLst>
        </pc:spChg>
      </pc:sldChg>
      <pc:sldChg chg="modSp new mod modAnim modNotesTx">
        <pc:chgData name="Davis, James C" userId="84778d94-b1cc-4a48-87ce-749e1d7d6e72" providerId="ADAL" clId="{77A12936-1CA6-FD4F-A6C6-E6B1CFA10017}" dt="2024-01-22T03:24:46.182" v="3005" actId="20577"/>
        <pc:sldMkLst>
          <pc:docMk/>
          <pc:sldMk cId="3098297999" sldId="279"/>
        </pc:sldMkLst>
        <pc:spChg chg="mod">
          <ac:chgData name="Davis, James C" userId="84778d94-b1cc-4a48-87ce-749e1d7d6e72" providerId="ADAL" clId="{77A12936-1CA6-FD4F-A6C6-E6B1CFA10017}" dt="2024-01-22T03:24:20.998" v="2974" actId="6549"/>
          <ac:spMkLst>
            <pc:docMk/>
            <pc:sldMk cId="3098297999" sldId="279"/>
            <ac:spMk id="2" creationId="{76BF9126-9B80-C424-4FE4-C88A7EBF7DD5}"/>
          </ac:spMkLst>
        </pc:spChg>
        <pc:spChg chg="mod">
          <ac:chgData name="Davis, James C" userId="84778d94-b1cc-4a48-87ce-749e1d7d6e72" providerId="ADAL" clId="{77A12936-1CA6-FD4F-A6C6-E6B1CFA10017}" dt="2024-01-22T03:17:44.975" v="1479" actId="20577"/>
          <ac:spMkLst>
            <pc:docMk/>
            <pc:sldMk cId="3098297999" sldId="279"/>
            <ac:spMk id="3" creationId="{74A0E70B-5083-2404-1880-5E0E57B2EDA4}"/>
          </ac:spMkLst>
        </pc:spChg>
      </pc:sldChg>
      <pc:sldChg chg="addSp delSp modSp new mod modClrScheme chgLayout">
        <pc:chgData name="Davis, James C" userId="84778d94-b1cc-4a48-87ce-749e1d7d6e72" providerId="ADAL" clId="{77A12936-1CA6-FD4F-A6C6-E6B1CFA10017}" dt="2024-01-22T03:27:08.284" v="3331" actId="1038"/>
        <pc:sldMkLst>
          <pc:docMk/>
          <pc:sldMk cId="1480587039" sldId="280"/>
        </pc:sldMkLst>
        <pc:spChg chg="del">
          <ac:chgData name="Davis, James C" userId="84778d94-b1cc-4a48-87ce-749e1d7d6e72" providerId="ADAL" clId="{77A12936-1CA6-FD4F-A6C6-E6B1CFA10017}" dt="2024-01-22T03:26:08.671" v="3236"/>
          <ac:spMkLst>
            <pc:docMk/>
            <pc:sldMk cId="1480587039" sldId="280"/>
            <ac:spMk id="2" creationId="{EA09E09F-6980-961C-D444-2CDACCB1BFC4}"/>
          </ac:spMkLst>
        </pc:spChg>
        <pc:spChg chg="del mod">
          <ac:chgData name="Davis, James C" userId="84778d94-b1cc-4a48-87ce-749e1d7d6e72" providerId="ADAL" clId="{77A12936-1CA6-FD4F-A6C6-E6B1CFA10017}" dt="2024-01-22T03:26:14.064" v="3238" actId="700"/>
          <ac:spMkLst>
            <pc:docMk/>
            <pc:sldMk cId="1480587039" sldId="280"/>
            <ac:spMk id="3" creationId="{3A680E5B-2943-7810-78BB-E223BEA5BCB9}"/>
          </ac:spMkLst>
        </pc:spChg>
        <pc:spChg chg="mod ord">
          <ac:chgData name="Davis, James C" userId="84778d94-b1cc-4a48-87ce-749e1d7d6e72" providerId="ADAL" clId="{77A12936-1CA6-FD4F-A6C6-E6B1CFA10017}" dt="2024-01-22T03:26:14.064" v="3238" actId="700"/>
          <ac:spMkLst>
            <pc:docMk/>
            <pc:sldMk cId="1480587039" sldId="280"/>
            <ac:spMk id="4" creationId="{C6C3768A-A54F-8EC8-6D8A-4B1775E46A34}"/>
          </ac:spMkLst>
        </pc:spChg>
        <pc:spChg chg="add mod">
          <ac:chgData name="Davis, James C" userId="84778d94-b1cc-4a48-87ce-749e1d7d6e72" providerId="ADAL" clId="{77A12936-1CA6-FD4F-A6C6-E6B1CFA10017}" dt="2024-01-22T03:26:58.597" v="3323" actId="1037"/>
          <ac:spMkLst>
            <pc:docMk/>
            <pc:sldMk cId="1480587039" sldId="280"/>
            <ac:spMk id="7" creationId="{4A40319B-4DB2-D177-B2E3-CC19B3DCE87B}"/>
          </ac:spMkLst>
        </pc:spChg>
        <pc:picChg chg="add mod ord">
          <ac:chgData name="Davis, James C" userId="84778d94-b1cc-4a48-87ce-749e1d7d6e72" providerId="ADAL" clId="{77A12936-1CA6-FD4F-A6C6-E6B1CFA10017}" dt="2024-01-22T03:27:08.284" v="3331" actId="1038"/>
          <ac:picMkLst>
            <pc:docMk/>
            <pc:sldMk cId="1480587039" sldId="280"/>
            <ac:picMk id="6" creationId="{6D1FE116-2C0A-CD21-F245-08B825651A35}"/>
          </ac:picMkLst>
        </pc:picChg>
      </pc:sldChg>
      <pc:sldChg chg="modSp add mod">
        <pc:chgData name="Davis, James C" userId="84778d94-b1cc-4a48-87ce-749e1d7d6e72" providerId="ADAL" clId="{77A12936-1CA6-FD4F-A6C6-E6B1CFA10017}" dt="2024-01-22T03:27:34.836" v="3367" actId="20577"/>
        <pc:sldMkLst>
          <pc:docMk/>
          <pc:sldMk cId="2238048992" sldId="281"/>
        </pc:sldMkLst>
        <pc:spChg chg="mod">
          <ac:chgData name="Davis, James C" userId="84778d94-b1cc-4a48-87ce-749e1d7d6e72" providerId="ADAL" clId="{77A12936-1CA6-FD4F-A6C6-E6B1CFA10017}" dt="2024-01-22T03:27:34.836" v="3367" actId="20577"/>
          <ac:spMkLst>
            <pc:docMk/>
            <pc:sldMk cId="2238048992" sldId="281"/>
            <ac:spMk id="5" creationId="{846BCE7F-BE67-715F-3914-0911F12AD006}"/>
          </ac:spMkLst>
        </pc:spChg>
      </pc:sldChg>
      <pc:sldChg chg="addSp delSp modSp new mod">
        <pc:chgData name="Davis, James C" userId="84778d94-b1cc-4a48-87ce-749e1d7d6e72" providerId="ADAL" clId="{77A12936-1CA6-FD4F-A6C6-E6B1CFA10017}" dt="2024-01-26T05:39:27.467" v="3537" actId="1076"/>
        <pc:sldMkLst>
          <pc:docMk/>
          <pc:sldMk cId="2126503985" sldId="282"/>
        </pc:sldMkLst>
        <pc:spChg chg="del">
          <ac:chgData name="Davis, James C" userId="84778d94-b1cc-4a48-87ce-749e1d7d6e72" providerId="ADAL" clId="{77A12936-1CA6-FD4F-A6C6-E6B1CFA10017}" dt="2024-01-26T05:38:43.789" v="3435" actId="478"/>
          <ac:spMkLst>
            <pc:docMk/>
            <pc:sldMk cId="2126503985" sldId="282"/>
            <ac:spMk id="2" creationId="{31B9D482-80CE-FDA4-FBF6-248559DF2FE7}"/>
          </ac:spMkLst>
        </pc:spChg>
        <pc:spChg chg="add mod">
          <ac:chgData name="Davis, James C" userId="84778d94-b1cc-4a48-87ce-749e1d7d6e72" providerId="ADAL" clId="{77A12936-1CA6-FD4F-A6C6-E6B1CFA10017}" dt="2024-01-26T05:39:10.456" v="3533" actId="20577"/>
          <ac:spMkLst>
            <pc:docMk/>
            <pc:sldMk cId="2126503985" sldId="282"/>
            <ac:spMk id="5" creationId="{2AD88346-17BD-4A59-E5B8-30E669B22AE8}"/>
          </ac:spMkLst>
        </pc:spChg>
        <pc:picChg chg="add mod modCrop">
          <ac:chgData name="Davis, James C" userId="84778d94-b1cc-4a48-87ce-749e1d7d6e72" providerId="ADAL" clId="{77A12936-1CA6-FD4F-A6C6-E6B1CFA10017}" dt="2024-01-26T05:39:27.467" v="3537" actId="1076"/>
          <ac:picMkLst>
            <pc:docMk/>
            <pc:sldMk cId="2126503985" sldId="282"/>
            <ac:picMk id="4" creationId="{99A589CF-F3CD-297A-F1EC-72AE0A51DE61}"/>
          </ac:picMkLst>
        </pc:picChg>
      </pc:sldChg>
      <pc:sldChg chg="addSp modSp new mod modClrScheme modAnim chgLayout modNotesTx">
        <pc:chgData name="Davis, James C" userId="84778d94-b1cc-4a48-87ce-749e1d7d6e72" providerId="ADAL" clId="{77A12936-1CA6-FD4F-A6C6-E6B1CFA10017}" dt="2024-01-26T06:14:04.930" v="5776" actId="20577"/>
        <pc:sldMkLst>
          <pc:docMk/>
          <pc:sldMk cId="993989113" sldId="283"/>
        </pc:sldMkLst>
        <pc:spChg chg="mod ord">
          <ac:chgData name="Davis, James C" userId="84778d94-b1cc-4a48-87ce-749e1d7d6e72" providerId="ADAL" clId="{77A12936-1CA6-FD4F-A6C6-E6B1CFA10017}" dt="2024-01-26T05:57:45.571" v="3539" actId="700"/>
          <ac:spMkLst>
            <pc:docMk/>
            <pc:sldMk cId="993989113" sldId="283"/>
            <ac:spMk id="2" creationId="{E64D4C18-FDC5-206D-6FE8-5DE0C6C64A8D}"/>
          </ac:spMkLst>
        </pc:spChg>
        <pc:spChg chg="add mod ord">
          <ac:chgData name="Davis, James C" userId="84778d94-b1cc-4a48-87ce-749e1d7d6e72" providerId="ADAL" clId="{77A12936-1CA6-FD4F-A6C6-E6B1CFA10017}" dt="2024-01-26T05:58:13.773" v="3617" actId="20577"/>
          <ac:spMkLst>
            <pc:docMk/>
            <pc:sldMk cId="993989113" sldId="283"/>
            <ac:spMk id="3" creationId="{BDDFC23E-CD1C-CAD4-DF8A-C48EB1734C48}"/>
          </ac:spMkLst>
        </pc:spChg>
        <pc:spChg chg="add mod ord">
          <ac:chgData name="Davis, James C" userId="84778d94-b1cc-4a48-87ce-749e1d7d6e72" providerId="ADAL" clId="{77A12936-1CA6-FD4F-A6C6-E6B1CFA10017}" dt="2024-01-26T06:14:04.930" v="5776" actId="20577"/>
          <ac:spMkLst>
            <pc:docMk/>
            <pc:sldMk cId="993989113" sldId="283"/>
            <ac:spMk id="4" creationId="{699449DC-5589-BE2C-10AF-B58448D1580F}"/>
          </ac:spMkLst>
        </pc:spChg>
      </pc:sldChg>
      <pc:sldChg chg="modSp new mod modAnim modNotesTx">
        <pc:chgData name="Davis, James C" userId="84778d94-b1cc-4a48-87ce-749e1d7d6e72" providerId="ADAL" clId="{77A12936-1CA6-FD4F-A6C6-E6B1CFA10017}" dt="2024-01-26T06:20:25.703" v="7091" actId="404"/>
        <pc:sldMkLst>
          <pc:docMk/>
          <pc:sldMk cId="2211957941" sldId="284"/>
        </pc:sldMkLst>
        <pc:spChg chg="mod">
          <ac:chgData name="Davis, James C" userId="84778d94-b1cc-4a48-87ce-749e1d7d6e72" providerId="ADAL" clId="{77A12936-1CA6-FD4F-A6C6-E6B1CFA10017}" dt="2024-01-26T06:20:25.703" v="7091" actId="404"/>
          <ac:spMkLst>
            <pc:docMk/>
            <pc:sldMk cId="2211957941" sldId="284"/>
            <ac:spMk id="2" creationId="{345FABF9-FF6A-AFB5-EE38-59CAD4FA7762}"/>
          </ac:spMkLst>
        </pc:spChg>
        <pc:spChg chg="mod">
          <ac:chgData name="Davis, James C" userId="84778d94-b1cc-4a48-87ce-749e1d7d6e72" providerId="ADAL" clId="{77A12936-1CA6-FD4F-A6C6-E6B1CFA10017}" dt="2024-01-26T06:14:59.693" v="5819" actId="20577"/>
          <ac:spMkLst>
            <pc:docMk/>
            <pc:sldMk cId="2211957941" sldId="284"/>
            <ac:spMk id="3" creationId="{842CD938-DC86-E8C3-571C-ABF8E754698F}"/>
          </ac:spMkLst>
        </pc:spChg>
      </pc:sldChg>
      <pc:sldChg chg="modSp add mod modAnim modNotesTx">
        <pc:chgData name="Davis, James C" userId="84778d94-b1cc-4a48-87ce-749e1d7d6e72" providerId="ADAL" clId="{77A12936-1CA6-FD4F-A6C6-E6B1CFA10017}" dt="2024-01-31T02:23:44.055" v="15792" actId="20577"/>
        <pc:sldMkLst>
          <pc:docMk/>
          <pc:sldMk cId="283603256" sldId="285"/>
        </pc:sldMkLst>
        <pc:spChg chg="mod">
          <ac:chgData name="Davis, James C" userId="84778d94-b1cc-4a48-87ce-749e1d7d6e72" providerId="ADAL" clId="{77A12936-1CA6-FD4F-A6C6-E6B1CFA10017}" dt="2024-01-31T02:23:44.055" v="15792" actId="20577"/>
          <ac:spMkLst>
            <pc:docMk/>
            <pc:sldMk cId="283603256" sldId="285"/>
            <ac:spMk id="2" creationId="{345FABF9-FF6A-AFB5-EE38-59CAD4FA7762}"/>
          </ac:spMkLst>
        </pc:spChg>
        <pc:spChg chg="mod">
          <ac:chgData name="Davis, James C" userId="84778d94-b1cc-4a48-87ce-749e1d7d6e72" providerId="ADAL" clId="{77A12936-1CA6-FD4F-A6C6-E6B1CFA10017}" dt="2024-01-26T06:20:56.433" v="7123" actId="20577"/>
          <ac:spMkLst>
            <pc:docMk/>
            <pc:sldMk cId="283603256" sldId="285"/>
            <ac:spMk id="3" creationId="{842CD938-DC86-E8C3-571C-ABF8E754698F}"/>
          </ac:spMkLst>
        </pc:spChg>
      </pc:sldChg>
      <pc:sldChg chg="add modAnim modNotesTx">
        <pc:chgData name="Davis, James C" userId="84778d94-b1cc-4a48-87ce-749e1d7d6e72" providerId="ADAL" clId="{77A12936-1CA6-FD4F-A6C6-E6B1CFA10017}" dt="2024-01-31T03:14:42.065" v="19088" actId="20577"/>
        <pc:sldMkLst>
          <pc:docMk/>
          <pc:sldMk cId="398418201" sldId="286"/>
        </pc:sldMkLst>
      </pc:sldChg>
      <pc:sldChg chg="modSp new del mod modNotesTx">
        <pc:chgData name="Davis, James C" userId="84778d94-b1cc-4a48-87ce-749e1d7d6e72" providerId="ADAL" clId="{77A12936-1CA6-FD4F-A6C6-E6B1CFA10017}" dt="2024-01-26T06:48:01.296" v="11026" actId="2696"/>
        <pc:sldMkLst>
          <pc:docMk/>
          <pc:sldMk cId="2690943425" sldId="286"/>
        </pc:sldMkLst>
        <pc:spChg chg="mod">
          <ac:chgData name="Davis, James C" userId="84778d94-b1cc-4a48-87ce-749e1d7d6e72" providerId="ADAL" clId="{77A12936-1CA6-FD4F-A6C6-E6B1CFA10017}" dt="2024-01-26T06:28:19.671" v="8448" actId="113"/>
          <ac:spMkLst>
            <pc:docMk/>
            <pc:sldMk cId="2690943425" sldId="286"/>
            <ac:spMk id="2" creationId="{1D9AF65D-36BA-42CD-0D4A-BBBC310DB8D8}"/>
          </ac:spMkLst>
        </pc:spChg>
        <pc:spChg chg="mod">
          <ac:chgData name="Davis, James C" userId="84778d94-b1cc-4a48-87ce-749e1d7d6e72" providerId="ADAL" clId="{77A12936-1CA6-FD4F-A6C6-E6B1CFA10017}" dt="2024-01-26T06:23:34.466" v="7388" actId="20577"/>
          <ac:spMkLst>
            <pc:docMk/>
            <pc:sldMk cId="2690943425" sldId="286"/>
            <ac:spMk id="3" creationId="{79FAE7D2-FC5A-E171-0707-BBE2642721A3}"/>
          </ac:spMkLst>
        </pc:spChg>
      </pc:sldChg>
      <pc:sldChg chg="modSp new mod modAnim modNotesTx">
        <pc:chgData name="Davis, James C" userId="84778d94-b1cc-4a48-87ce-749e1d7d6e72" providerId="ADAL" clId="{77A12936-1CA6-FD4F-A6C6-E6B1CFA10017}" dt="2024-01-31T02:09:42.548" v="15771" actId="20577"/>
        <pc:sldMkLst>
          <pc:docMk/>
          <pc:sldMk cId="1287344056" sldId="287"/>
        </pc:sldMkLst>
        <pc:spChg chg="mod">
          <ac:chgData name="Davis, James C" userId="84778d94-b1cc-4a48-87ce-749e1d7d6e72" providerId="ADAL" clId="{77A12936-1CA6-FD4F-A6C6-E6B1CFA10017}" dt="2024-01-29T02:37:04.287" v="11522" actId="20577"/>
          <ac:spMkLst>
            <pc:docMk/>
            <pc:sldMk cId="1287344056" sldId="287"/>
            <ac:spMk id="2" creationId="{966870B1-9C3D-4108-60F8-FA86E84433FC}"/>
          </ac:spMkLst>
        </pc:spChg>
        <pc:spChg chg="mod">
          <ac:chgData name="Davis, James C" userId="84778d94-b1cc-4a48-87ce-749e1d7d6e72" providerId="ADAL" clId="{77A12936-1CA6-FD4F-A6C6-E6B1CFA10017}" dt="2024-01-26T06:41:14.184" v="10025" actId="20577"/>
          <ac:spMkLst>
            <pc:docMk/>
            <pc:sldMk cId="1287344056" sldId="287"/>
            <ac:spMk id="3" creationId="{D0D6C02E-8C30-767B-2127-C6D729B5E5DA}"/>
          </ac:spMkLst>
        </pc:spChg>
      </pc:sldChg>
      <pc:sldChg chg="modSp add mod">
        <pc:chgData name="Davis, James C" userId="84778d94-b1cc-4a48-87ce-749e1d7d6e72" providerId="ADAL" clId="{77A12936-1CA6-FD4F-A6C6-E6B1CFA10017}" dt="2024-01-29T02:38:02.749" v="11536" actId="20577"/>
        <pc:sldMkLst>
          <pc:docMk/>
          <pc:sldMk cId="2802719373" sldId="346"/>
        </pc:sldMkLst>
        <pc:spChg chg="mod">
          <ac:chgData name="Davis, James C" userId="84778d94-b1cc-4a48-87ce-749e1d7d6e72" providerId="ADAL" clId="{77A12936-1CA6-FD4F-A6C6-E6B1CFA10017}" dt="2024-01-29T02:38:02.749" v="11536" actId="20577"/>
          <ac:spMkLst>
            <pc:docMk/>
            <pc:sldMk cId="2802719373" sldId="346"/>
            <ac:spMk id="6" creationId="{209AAC26-7A87-494B-B7B6-460B706AB487}"/>
          </ac:spMkLst>
        </pc:spChg>
      </pc:sldChg>
      <pc:sldChg chg="del">
        <pc:chgData name="Davis, James C" userId="84778d94-b1cc-4a48-87ce-749e1d7d6e72" providerId="ADAL" clId="{77A12936-1CA6-FD4F-A6C6-E6B1CFA10017}" dt="2024-01-22T03:02:31.652" v="13" actId="2696"/>
        <pc:sldMkLst>
          <pc:docMk/>
          <pc:sldMk cId="810143067" sldId="350"/>
        </pc:sldMkLst>
      </pc:sldChg>
      <pc:sldChg chg="del">
        <pc:chgData name="Davis, James C" userId="84778d94-b1cc-4a48-87ce-749e1d7d6e72" providerId="ADAL" clId="{77A12936-1CA6-FD4F-A6C6-E6B1CFA10017}" dt="2024-01-22T03:02:31.652" v="13" actId="2696"/>
        <pc:sldMkLst>
          <pc:docMk/>
          <pc:sldMk cId="480741218" sldId="351"/>
        </pc:sldMkLst>
      </pc:sldChg>
      <pc:sldChg chg="del">
        <pc:chgData name="Davis, James C" userId="84778d94-b1cc-4a48-87ce-749e1d7d6e72" providerId="ADAL" clId="{77A12936-1CA6-FD4F-A6C6-E6B1CFA10017}" dt="2024-01-22T03:02:31.652" v="13" actId="2696"/>
        <pc:sldMkLst>
          <pc:docMk/>
          <pc:sldMk cId="485814614" sldId="352"/>
        </pc:sldMkLst>
      </pc:sldChg>
      <pc:sldChg chg="add">
        <pc:chgData name="Davis, James C" userId="84778d94-b1cc-4a48-87ce-749e1d7d6e72" providerId="ADAL" clId="{77A12936-1CA6-FD4F-A6C6-E6B1CFA10017}" dt="2024-01-26T06:46:13.893" v="11021"/>
        <pc:sldMkLst>
          <pc:docMk/>
          <pc:sldMk cId="3496949533" sldId="353"/>
        </pc:sldMkLst>
      </pc:sldChg>
      <pc:sldChg chg="add modNotesTx">
        <pc:chgData name="Davis, James C" userId="84778d94-b1cc-4a48-87ce-749e1d7d6e72" providerId="ADAL" clId="{77A12936-1CA6-FD4F-A6C6-E6B1CFA10017}" dt="2024-02-05T05:27:45.914" v="19571" actId="20577"/>
        <pc:sldMkLst>
          <pc:docMk/>
          <pc:sldMk cId="1154189664" sldId="355"/>
        </pc:sldMkLst>
      </pc:sldChg>
      <pc:sldChg chg="delSp add mod delAnim modNotesTx">
        <pc:chgData name="Davis, James C" userId="84778d94-b1cc-4a48-87ce-749e1d7d6e72" providerId="ADAL" clId="{77A12936-1CA6-FD4F-A6C6-E6B1CFA10017}" dt="2024-02-05T05:32:30.183" v="20167" actId="20577"/>
        <pc:sldMkLst>
          <pc:docMk/>
          <pc:sldMk cId="2982800124" sldId="356"/>
        </pc:sldMkLst>
        <pc:spChg chg="del">
          <ac:chgData name="Davis, James C" userId="84778d94-b1cc-4a48-87ce-749e1d7d6e72" providerId="ADAL" clId="{77A12936-1CA6-FD4F-A6C6-E6B1CFA10017}" dt="2024-01-26T06:48:07.423" v="11028" actId="478"/>
          <ac:spMkLst>
            <pc:docMk/>
            <pc:sldMk cId="2982800124" sldId="356"/>
            <ac:spMk id="2" creationId="{07C96F3C-3BDA-F515-75FE-9606C7E36C9B}"/>
          </ac:spMkLst>
        </pc:spChg>
      </pc:sldChg>
      <pc:sldChg chg="add">
        <pc:chgData name="Davis, James C" userId="84778d94-b1cc-4a48-87ce-749e1d7d6e72" providerId="ADAL" clId="{77A12936-1CA6-FD4F-A6C6-E6B1CFA10017}" dt="2024-01-29T02:37:56.477" v="11523"/>
        <pc:sldMkLst>
          <pc:docMk/>
          <pc:sldMk cId="1571252152" sldId="1007"/>
        </pc:sldMkLst>
      </pc:sldChg>
      <pc:sldChg chg="add">
        <pc:chgData name="Davis, James C" userId="84778d94-b1cc-4a48-87ce-749e1d7d6e72" providerId="ADAL" clId="{77A12936-1CA6-FD4F-A6C6-E6B1CFA10017}" dt="2024-01-29T02:37:56.477" v="11523"/>
        <pc:sldMkLst>
          <pc:docMk/>
          <pc:sldMk cId="2751933162" sldId="1008"/>
        </pc:sldMkLst>
      </pc:sldChg>
      <pc:sldChg chg="add">
        <pc:chgData name="Davis, James C" userId="84778d94-b1cc-4a48-87ce-749e1d7d6e72" providerId="ADAL" clId="{77A12936-1CA6-FD4F-A6C6-E6B1CFA10017}" dt="2024-01-29T02:37:56.477" v="11523"/>
        <pc:sldMkLst>
          <pc:docMk/>
          <pc:sldMk cId="3706173562" sldId="1009"/>
        </pc:sldMkLst>
      </pc:sldChg>
      <pc:sldChg chg="add modNotesTx">
        <pc:chgData name="Davis, James C" userId="84778d94-b1cc-4a48-87ce-749e1d7d6e72" providerId="ADAL" clId="{77A12936-1CA6-FD4F-A6C6-E6B1CFA10017}" dt="2024-01-29T13:29:02.215" v="11754" actId="20577"/>
        <pc:sldMkLst>
          <pc:docMk/>
          <pc:sldMk cId="1864336137" sldId="1014"/>
        </pc:sldMkLst>
      </pc:sldChg>
      <pc:sldChg chg="addSp delSp modSp new mod modNotesTx">
        <pc:chgData name="Davis, James C" userId="84778d94-b1cc-4a48-87ce-749e1d7d6e72" providerId="ADAL" clId="{77A12936-1CA6-FD4F-A6C6-E6B1CFA10017}" dt="2024-01-30T17:22:42.281" v="13012" actId="20577"/>
        <pc:sldMkLst>
          <pc:docMk/>
          <pc:sldMk cId="3908369890" sldId="1015"/>
        </pc:sldMkLst>
        <pc:spChg chg="del mod">
          <ac:chgData name="Davis, James C" userId="84778d94-b1cc-4a48-87ce-749e1d7d6e72" providerId="ADAL" clId="{77A12936-1CA6-FD4F-A6C6-E6B1CFA10017}" dt="2024-01-29T13:19:05.234" v="11558" actId="478"/>
          <ac:spMkLst>
            <pc:docMk/>
            <pc:sldMk cId="3908369890" sldId="1015"/>
            <ac:spMk id="2" creationId="{156E2E40-2EBD-9150-8A66-865D9A735A7D}"/>
          </ac:spMkLst>
        </pc:spChg>
        <pc:spChg chg="mod">
          <ac:chgData name="Davis, James C" userId="84778d94-b1cc-4a48-87ce-749e1d7d6e72" providerId="ADAL" clId="{77A12936-1CA6-FD4F-A6C6-E6B1CFA10017}" dt="2024-01-29T13:19:03.763" v="11556" actId="20577"/>
          <ac:spMkLst>
            <pc:docMk/>
            <pc:sldMk cId="3908369890" sldId="1015"/>
            <ac:spMk id="3" creationId="{692D2F30-CD04-1529-060A-23F5F91A4E7B}"/>
          </ac:spMkLst>
        </pc:spChg>
        <pc:picChg chg="add mod">
          <ac:chgData name="Davis, James C" userId="84778d94-b1cc-4a48-87ce-749e1d7d6e72" providerId="ADAL" clId="{77A12936-1CA6-FD4F-A6C6-E6B1CFA10017}" dt="2024-01-30T17:21:50.043" v="12953" actId="1076"/>
          <ac:picMkLst>
            <pc:docMk/>
            <pc:sldMk cId="3908369890" sldId="1015"/>
            <ac:picMk id="5" creationId="{FFB8F323-FFF2-8F6A-A7A1-8CCEA686CB70}"/>
          </ac:picMkLst>
        </pc:picChg>
        <pc:picChg chg="add del">
          <ac:chgData name="Davis, James C" userId="84778d94-b1cc-4a48-87ce-749e1d7d6e72" providerId="ADAL" clId="{77A12936-1CA6-FD4F-A6C6-E6B1CFA10017}" dt="2024-01-29T13:19:43.551" v="11564" actId="478"/>
          <ac:picMkLst>
            <pc:docMk/>
            <pc:sldMk cId="3908369890" sldId="1015"/>
            <ac:picMk id="6" creationId="{125B20C9-29B8-DE04-F39F-F8F8883FCC75}"/>
          </ac:picMkLst>
        </pc:picChg>
        <pc:cxnChg chg="add mod">
          <ac:chgData name="Davis, James C" userId="84778d94-b1cc-4a48-87ce-749e1d7d6e72" providerId="ADAL" clId="{77A12936-1CA6-FD4F-A6C6-E6B1CFA10017}" dt="2024-01-30T17:21:29.794" v="12947" actId="1582"/>
          <ac:cxnSpMkLst>
            <pc:docMk/>
            <pc:sldMk cId="3908369890" sldId="1015"/>
            <ac:cxnSpMk id="6" creationId="{413E0D7F-AC7C-2C8D-937D-3E07719807EA}"/>
          </ac:cxnSpMkLst>
        </pc:cxnChg>
        <pc:cxnChg chg="add mod">
          <ac:chgData name="Davis, James C" userId="84778d94-b1cc-4a48-87ce-749e1d7d6e72" providerId="ADAL" clId="{77A12936-1CA6-FD4F-A6C6-E6B1CFA10017}" dt="2024-01-30T17:21:47.421" v="12950" actId="1076"/>
          <ac:cxnSpMkLst>
            <pc:docMk/>
            <pc:sldMk cId="3908369890" sldId="1015"/>
            <ac:cxnSpMk id="7" creationId="{584747FB-DDB8-DAAB-1DF3-ACB229F672C8}"/>
          </ac:cxnSpMkLst>
        </pc:cxnChg>
        <pc:cxnChg chg="add mod">
          <ac:chgData name="Davis, James C" userId="84778d94-b1cc-4a48-87ce-749e1d7d6e72" providerId="ADAL" clId="{77A12936-1CA6-FD4F-A6C6-E6B1CFA10017}" dt="2024-01-30T17:21:57.998" v="12954" actId="1076"/>
          <ac:cxnSpMkLst>
            <pc:docMk/>
            <pc:sldMk cId="3908369890" sldId="1015"/>
            <ac:cxnSpMk id="8" creationId="{FBCC50C9-3EDA-8616-4732-667B6856C8DB}"/>
          </ac:cxnSpMkLst>
        </pc:cxnChg>
        <pc:cxnChg chg="add mod">
          <ac:chgData name="Davis, James C" userId="84778d94-b1cc-4a48-87ce-749e1d7d6e72" providerId="ADAL" clId="{77A12936-1CA6-FD4F-A6C6-E6B1CFA10017}" dt="2024-01-30T17:22:19.127" v="12959" actId="14100"/>
          <ac:cxnSpMkLst>
            <pc:docMk/>
            <pc:sldMk cId="3908369890" sldId="1015"/>
            <ac:cxnSpMk id="9" creationId="{B6215A97-EB3F-23DD-C8DC-F78323136206}"/>
          </ac:cxnSpMkLst>
        </pc:cxnChg>
      </pc:sldChg>
      <pc:sldChg chg="addSp delSp modSp new del mod modNotesTx">
        <pc:chgData name="Davis, James C" userId="84778d94-b1cc-4a48-87ce-749e1d7d6e72" providerId="ADAL" clId="{77A12936-1CA6-FD4F-A6C6-E6B1CFA10017}" dt="2024-01-30T17:20:23.934" v="12846" actId="2696"/>
        <pc:sldMkLst>
          <pc:docMk/>
          <pc:sldMk cId="1091914076" sldId="1016"/>
        </pc:sldMkLst>
        <pc:spChg chg="del">
          <ac:chgData name="Davis, James C" userId="84778d94-b1cc-4a48-87ce-749e1d7d6e72" providerId="ADAL" clId="{77A12936-1CA6-FD4F-A6C6-E6B1CFA10017}" dt="2024-01-29T13:22:36.162" v="11566" actId="478"/>
          <ac:spMkLst>
            <pc:docMk/>
            <pc:sldMk cId="1091914076" sldId="1016"/>
            <ac:spMk id="2" creationId="{BEC74D75-8B07-1FC3-77DC-7C965524D215}"/>
          </ac:spMkLst>
        </pc:spChg>
        <pc:spChg chg="mod">
          <ac:chgData name="Davis, James C" userId="84778d94-b1cc-4a48-87ce-749e1d7d6e72" providerId="ADAL" clId="{77A12936-1CA6-FD4F-A6C6-E6B1CFA10017}" dt="2024-01-29T13:22:47.752" v="11594" actId="20577"/>
          <ac:spMkLst>
            <pc:docMk/>
            <pc:sldMk cId="1091914076" sldId="1016"/>
            <ac:spMk id="3" creationId="{2406DE65-D5E7-AB50-332C-013E08D68227}"/>
          </ac:spMkLst>
        </pc:spChg>
        <pc:picChg chg="add mod">
          <ac:chgData name="Davis, James C" userId="84778d94-b1cc-4a48-87ce-749e1d7d6e72" providerId="ADAL" clId="{77A12936-1CA6-FD4F-A6C6-E6B1CFA10017}" dt="2024-01-29T13:22:41.630" v="11571" actId="1076"/>
          <ac:picMkLst>
            <pc:docMk/>
            <pc:sldMk cId="1091914076" sldId="1016"/>
            <ac:picMk id="5" creationId="{04C39979-7392-A85F-0E9E-C5CEC7047F99}"/>
          </ac:picMkLst>
        </pc:picChg>
      </pc:sldChg>
      <pc:sldChg chg="modSp add mod modNotesTx">
        <pc:chgData name="Davis, James C" userId="84778d94-b1cc-4a48-87ce-749e1d7d6e72" providerId="ADAL" clId="{77A12936-1CA6-FD4F-A6C6-E6B1CFA10017}" dt="2024-01-31T02:07:24.442" v="15450" actId="20577"/>
        <pc:sldMkLst>
          <pc:docMk/>
          <pc:sldMk cId="3615172028" sldId="1016"/>
        </pc:sldMkLst>
        <pc:picChg chg="mod modCrop">
          <ac:chgData name="Davis, James C" userId="84778d94-b1cc-4a48-87ce-749e1d7d6e72" providerId="ADAL" clId="{77A12936-1CA6-FD4F-A6C6-E6B1CFA10017}" dt="2024-01-31T02:04:58.453" v="15133" actId="1076"/>
          <ac:picMkLst>
            <pc:docMk/>
            <pc:sldMk cId="3615172028" sldId="1016"/>
            <ac:picMk id="5" creationId="{04C39979-7392-A85F-0E9E-C5CEC7047F99}"/>
          </ac:picMkLst>
        </pc:picChg>
      </pc:sldChg>
      <pc:sldChg chg="addSp delSp modSp new del mod modClrScheme chgLayout">
        <pc:chgData name="Davis, James C" userId="84778d94-b1cc-4a48-87ce-749e1d7d6e72" providerId="ADAL" clId="{77A12936-1CA6-FD4F-A6C6-E6B1CFA10017}" dt="2024-01-29T13:28:24.515" v="11668" actId="2696"/>
        <pc:sldMkLst>
          <pc:docMk/>
          <pc:sldMk cId="1767107731" sldId="1017"/>
        </pc:sldMkLst>
        <pc:spChg chg="del">
          <ac:chgData name="Davis, James C" userId="84778d94-b1cc-4a48-87ce-749e1d7d6e72" providerId="ADAL" clId="{77A12936-1CA6-FD4F-A6C6-E6B1CFA10017}" dt="2024-01-29T13:26:25.210" v="11612" actId="700"/>
          <ac:spMkLst>
            <pc:docMk/>
            <pc:sldMk cId="1767107731" sldId="1017"/>
            <ac:spMk id="2" creationId="{F2008660-0F60-32DD-E2D1-D48C81B52343}"/>
          </ac:spMkLst>
        </pc:spChg>
        <pc:spChg chg="del mod ord">
          <ac:chgData name="Davis, James C" userId="84778d94-b1cc-4a48-87ce-749e1d7d6e72" providerId="ADAL" clId="{77A12936-1CA6-FD4F-A6C6-E6B1CFA10017}" dt="2024-01-29T13:26:25.210" v="11612" actId="700"/>
          <ac:spMkLst>
            <pc:docMk/>
            <pc:sldMk cId="1767107731" sldId="1017"/>
            <ac:spMk id="3" creationId="{1232BFD8-B71E-3855-A844-D59FB52772E9}"/>
          </ac:spMkLst>
        </pc:spChg>
        <pc:spChg chg="mod ord">
          <ac:chgData name="Davis, James C" userId="84778d94-b1cc-4a48-87ce-749e1d7d6e72" providerId="ADAL" clId="{77A12936-1CA6-FD4F-A6C6-E6B1CFA10017}" dt="2024-01-29T13:26:25.210" v="11612" actId="700"/>
          <ac:spMkLst>
            <pc:docMk/>
            <pc:sldMk cId="1767107731" sldId="1017"/>
            <ac:spMk id="4" creationId="{F0880D9F-6557-C925-6CFB-31F564FEE578}"/>
          </ac:spMkLst>
        </pc:spChg>
        <pc:spChg chg="add mod ord">
          <ac:chgData name="Davis, James C" userId="84778d94-b1cc-4a48-87ce-749e1d7d6e72" providerId="ADAL" clId="{77A12936-1CA6-FD4F-A6C6-E6B1CFA10017}" dt="2024-01-29T13:26:29.071" v="11642" actId="20577"/>
          <ac:spMkLst>
            <pc:docMk/>
            <pc:sldMk cId="1767107731" sldId="1017"/>
            <ac:spMk id="5" creationId="{6B475E30-FC42-9181-DD40-4B5AB3327075}"/>
          </ac:spMkLst>
        </pc:spChg>
      </pc:sldChg>
      <pc:sldChg chg="delSp modSp add mod modNotesTx">
        <pc:chgData name="Davis, James C" userId="84778d94-b1cc-4a48-87ce-749e1d7d6e72" providerId="ADAL" clId="{77A12936-1CA6-FD4F-A6C6-E6B1CFA10017}" dt="2024-01-30T17:21:06.426" v="12944" actId="20577"/>
        <pc:sldMkLst>
          <pc:docMk/>
          <pc:sldMk cId="2437975435" sldId="1018"/>
        </pc:sldMkLst>
        <pc:spChg chg="del">
          <ac:chgData name="Davis, James C" userId="84778d94-b1cc-4a48-87ce-749e1d7d6e72" providerId="ADAL" clId="{77A12936-1CA6-FD4F-A6C6-E6B1CFA10017}" dt="2024-01-30T17:20:56.067" v="12904" actId="478"/>
          <ac:spMkLst>
            <pc:docMk/>
            <pc:sldMk cId="2437975435" sldId="1018"/>
            <ac:spMk id="6" creationId="{973244CD-4EBE-24BA-63AC-60C6E5A829C0}"/>
          </ac:spMkLst>
        </pc:spChg>
        <pc:picChg chg="mod">
          <ac:chgData name="Davis, James C" userId="84778d94-b1cc-4a48-87ce-749e1d7d6e72" providerId="ADAL" clId="{77A12936-1CA6-FD4F-A6C6-E6B1CFA10017}" dt="2024-01-30T17:20:54.624" v="12903" actId="14100"/>
          <ac:picMkLst>
            <pc:docMk/>
            <pc:sldMk cId="2437975435" sldId="1018"/>
            <ac:picMk id="4" creationId="{9F1289DD-CAA3-C18C-4BB0-3CF1221F961B}"/>
          </ac:picMkLst>
        </pc:picChg>
      </pc:sldChg>
      <pc:sldChg chg="addSp delSp modSp new del mod modClrScheme chgLayout modNotesTx">
        <pc:chgData name="Davis, James C" userId="84778d94-b1cc-4a48-87ce-749e1d7d6e72" providerId="ADAL" clId="{77A12936-1CA6-FD4F-A6C6-E6B1CFA10017}" dt="2024-01-29T13:28:39.904" v="11716" actId="2696"/>
        <pc:sldMkLst>
          <pc:docMk/>
          <pc:sldMk cId="3532386831" sldId="1018"/>
        </pc:sldMkLst>
        <pc:spChg chg="del">
          <ac:chgData name="Davis, James C" userId="84778d94-b1cc-4a48-87ce-749e1d7d6e72" providerId="ADAL" clId="{77A12936-1CA6-FD4F-A6C6-E6B1CFA10017}" dt="2024-01-29T13:26:33.056" v="11644" actId="478"/>
          <ac:spMkLst>
            <pc:docMk/>
            <pc:sldMk cId="3532386831" sldId="1018"/>
            <ac:spMk id="2" creationId="{0C5E18BD-7F20-3C65-C4AA-2E3281E5E84A}"/>
          </ac:spMkLst>
        </pc:spChg>
        <pc:spChg chg="mod ord">
          <ac:chgData name="Davis, James C" userId="84778d94-b1cc-4a48-87ce-749e1d7d6e72" providerId="ADAL" clId="{77A12936-1CA6-FD4F-A6C6-E6B1CFA10017}" dt="2024-01-29T13:26:40.043" v="11649" actId="700"/>
          <ac:spMkLst>
            <pc:docMk/>
            <pc:sldMk cId="3532386831" sldId="1018"/>
            <ac:spMk id="3" creationId="{820DBB86-3474-8314-9889-27048E9E5CEB}"/>
          </ac:spMkLst>
        </pc:spChg>
        <pc:spChg chg="add mod ord">
          <ac:chgData name="Davis, James C" userId="84778d94-b1cc-4a48-87ce-749e1d7d6e72" providerId="ADAL" clId="{77A12936-1CA6-FD4F-A6C6-E6B1CFA10017}" dt="2024-01-29T13:28:38.289" v="11715" actId="20577"/>
          <ac:spMkLst>
            <pc:docMk/>
            <pc:sldMk cId="3532386831" sldId="1018"/>
            <ac:spMk id="5" creationId="{BB0494E5-2A1A-8F41-184D-30A44016F9E7}"/>
          </ac:spMkLst>
        </pc:spChg>
        <pc:spChg chg="add mod ord">
          <ac:chgData name="Davis, James C" userId="84778d94-b1cc-4a48-87ce-749e1d7d6e72" providerId="ADAL" clId="{77A12936-1CA6-FD4F-A6C6-E6B1CFA10017}" dt="2024-01-29T13:26:40.043" v="11649" actId="700"/>
          <ac:spMkLst>
            <pc:docMk/>
            <pc:sldMk cId="3532386831" sldId="1018"/>
            <ac:spMk id="6" creationId="{973244CD-4EBE-24BA-63AC-60C6E5A829C0}"/>
          </ac:spMkLst>
        </pc:spChg>
        <pc:picChg chg="add mod">
          <ac:chgData name="Davis, James C" userId="84778d94-b1cc-4a48-87ce-749e1d7d6e72" providerId="ADAL" clId="{77A12936-1CA6-FD4F-A6C6-E6B1CFA10017}" dt="2024-01-29T13:26:38.422" v="11648" actId="1076"/>
          <ac:picMkLst>
            <pc:docMk/>
            <pc:sldMk cId="3532386831" sldId="1018"/>
            <ac:picMk id="4" creationId="{9F1289DD-CAA3-C18C-4BB0-3CF1221F961B}"/>
          </ac:picMkLst>
        </pc:picChg>
      </pc:sldChg>
      <pc:sldChg chg="addSp delSp modSp new mod modAnim modNotesTx">
        <pc:chgData name="Davis, James C" userId="84778d94-b1cc-4a48-87ce-749e1d7d6e72" providerId="ADAL" clId="{77A12936-1CA6-FD4F-A6C6-E6B1CFA10017}" dt="2024-01-31T02:08:21.728" v="15633" actId="20577"/>
        <pc:sldMkLst>
          <pc:docMk/>
          <pc:sldMk cId="4242180733" sldId="1019"/>
        </pc:sldMkLst>
        <pc:spChg chg="del">
          <ac:chgData name="Davis, James C" userId="84778d94-b1cc-4a48-87ce-749e1d7d6e72" providerId="ADAL" clId="{77A12936-1CA6-FD4F-A6C6-E6B1CFA10017}" dt="2024-01-29T13:29:50.785" v="11826" actId="478"/>
          <ac:spMkLst>
            <pc:docMk/>
            <pc:sldMk cId="4242180733" sldId="1019"/>
            <ac:spMk id="2" creationId="{899581BA-75DF-E407-4446-190CAEF6CB3D}"/>
          </ac:spMkLst>
        </pc:spChg>
        <pc:spChg chg="mod">
          <ac:chgData name="Davis, James C" userId="84778d94-b1cc-4a48-87ce-749e1d7d6e72" providerId="ADAL" clId="{77A12936-1CA6-FD4F-A6C6-E6B1CFA10017}" dt="2024-01-29T13:30:20.125" v="11873" actId="14100"/>
          <ac:spMkLst>
            <pc:docMk/>
            <pc:sldMk cId="4242180733" sldId="1019"/>
            <ac:spMk id="3" creationId="{35C5CDBC-1144-439A-E41B-E8C83F5549C3}"/>
          </ac:spMkLst>
        </pc:spChg>
        <pc:spChg chg="add mod">
          <ac:chgData name="Davis, James C" userId="84778d94-b1cc-4a48-87ce-749e1d7d6e72" providerId="ADAL" clId="{77A12936-1CA6-FD4F-A6C6-E6B1CFA10017}" dt="2024-01-30T20:47:42.330" v="13175" actId="20577"/>
          <ac:spMkLst>
            <pc:docMk/>
            <pc:sldMk cId="4242180733" sldId="1019"/>
            <ac:spMk id="6" creationId="{2F3A798C-02FC-0DF0-8AD8-6C97AD6F39F8}"/>
          </ac:spMkLst>
        </pc:spChg>
        <pc:picChg chg="add mod modCrop">
          <ac:chgData name="Davis, James C" userId="84778d94-b1cc-4a48-87ce-749e1d7d6e72" providerId="ADAL" clId="{77A12936-1CA6-FD4F-A6C6-E6B1CFA10017}" dt="2024-01-30T20:46:59.115" v="13075" actId="14100"/>
          <ac:picMkLst>
            <pc:docMk/>
            <pc:sldMk cId="4242180733" sldId="1019"/>
            <ac:picMk id="2" creationId="{023A8191-0C00-8E3D-1631-DAFBBF273090}"/>
          </ac:picMkLst>
        </pc:picChg>
        <pc:picChg chg="add mod modCrop">
          <ac:chgData name="Davis, James C" userId="84778d94-b1cc-4a48-87ce-749e1d7d6e72" providerId="ADAL" clId="{77A12936-1CA6-FD4F-A6C6-E6B1CFA10017}" dt="2024-01-30T20:47:01.035" v="13076" actId="14100"/>
          <ac:picMkLst>
            <pc:docMk/>
            <pc:sldMk cId="4242180733" sldId="1019"/>
            <ac:picMk id="5" creationId="{6F51809A-A5F5-A0BB-C390-5FE5D008C417}"/>
          </ac:picMkLst>
        </pc:picChg>
      </pc:sldChg>
      <pc:sldChg chg="addSp delSp modSp new mod modNotesTx">
        <pc:chgData name="Davis, James C" userId="84778d94-b1cc-4a48-87ce-749e1d7d6e72" providerId="ADAL" clId="{77A12936-1CA6-FD4F-A6C6-E6B1CFA10017}" dt="2024-01-30T21:13:26.315" v="14417" actId="20577"/>
        <pc:sldMkLst>
          <pc:docMk/>
          <pc:sldMk cId="3070359039" sldId="1020"/>
        </pc:sldMkLst>
        <pc:spChg chg="del">
          <ac:chgData name="Davis, James C" userId="84778d94-b1cc-4a48-87ce-749e1d7d6e72" providerId="ADAL" clId="{77A12936-1CA6-FD4F-A6C6-E6B1CFA10017}" dt="2024-01-29T13:30:51.262" v="11875" actId="478"/>
          <ac:spMkLst>
            <pc:docMk/>
            <pc:sldMk cId="3070359039" sldId="1020"/>
            <ac:spMk id="2" creationId="{0F3B3F46-4C04-4C04-872B-999F26D6F5E6}"/>
          </ac:spMkLst>
        </pc:spChg>
        <pc:spChg chg="mod">
          <ac:chgData name="Davis, James C" userId="84778d94-b1cc-4a48-87ce-749e1d7d6e72" providerId="ADAL" clId="{77A12936-1CA6-FD4F-A6C6-E6B1CFA10017}" dt="2024-01-30T21:13:26.315" v="14417" actId="20577"/>
          <ac:spMkLst>
            <pc:docMk/>
            <pc:sldMk cId="3070359039" sldId="1020"/>
            <ac:spMk id="3" creationId="{ACDC9A5F-6BD3-1F98-5D2B-46CA11D2A09C}"/>
          </ac:spMkLst>
        </pc:spChg>
        <pc:picChg chg="add mod">
          <ac:chgData name="Davis, James C" userId="84778d94-b1cc-4a48-87ce-749e1d7d6e72" providerId="ADAL" clId="{77A12936-1CA6-FD4F-A6C6-E6B1CFA10017}" dt="2024-01-30T20:46:30.787" v="13043" actId="1076"/>
          <ac:picMkLst>
            <pc:docMk/>
            <pc:sldMk cId="3070359039" sldId="1020"/>
            <ac:picMk id="2" creationId="{FBD3C352-C668-A043-626C-E1EE6AEE8938}"/>
          </ac:picMkLst>
        </pc:picChg>
        <pc:picChg chg="add del mod">
          <ac:chgData name="Davis, James C" userId="84778d94-b1cc-4a48-87ce-749e1d7d6e72" providerId="ADAL" clId="{77A12936-1CA6-FD4F-A6C6-E6B1CFA10017}" dt="2024-01-30T20:46:21.070" v="13036" actId="478"/>
          <ac:picMkLst>
            <pc:docMk/>
            <pc:sldMk cId="3070359039" sldId="1020"/>
            <ac:picMk id="5" creationId="{A1930056-DFA3-EEEA-2EEC-4364F5C3F97A}"/>
          </ac:picMkLst>
        </pc:picChg>
      </pc:sldChg>
      <pc:sldChg chg="addSp delSp modSp new mod modNotesTx">
        <pc:chgData name="Davis, James C" userId="84778d94-b1cc-4a48-87ce-749e1d7d6e72" providerId="ADAL" clId="{77A12936-1CA6-FD4F-A6C6-E6B1CFA10017}" dt="2024-02-05T05:24:51.147" v="19091" actId="20577"/>
        <pc:sldMkLst>
          <pc:docMk/>
          <pc:sldMk cId="477547442" sldId="1021"/>
        </pc:sldMkLst>
        <pc:spChg chg="del">
          <ac:chgData name="Davis, James C" userId="84778d94-b1cc-4a48-87ce-749e1d7d6e72" providerId="ADAL" clId="{77A12936-1CA6-FD4F-A6C6-E6B1CFA10017}" dt="2024-01-29T13:31:18.658" v="11904" actId="478"/>
          <ac:spMkLst>
            <pc:docMk/>
            <pc:sldMk cId="477547442" sldId="1021"/>
            <ac:spMk id="2" creationId="{FF4DCE6A-5F99-2A8F-BF64-F28A40D3E7B6}"/>
          </ac:spMkLst>
        </pc:spChg>
        <pc:spChg chg="mod">
          <ac:chgData name="Davis, James C" userId="84778d94-b1cc-4a48-87ce-749e1d7d6e72" providerId="ADAL" clId="{77A12936-1CA6-FD4F-A6C6-E6B1CFA10017}" dt="2024-02-05T05:24:51.147" v="19091" actId="20577"/>
          <ac:spMkLst>
            <pc:docMk/>
            <pc:sldMk cId="477547442" sldId="1021"/>
            <ac:spMk id="3" creationId="{D9C28941-187C-746E-5FDC-4DBA1F5F7FD3}"/>
          </ac:spMkLst>
        </pc:spChg>
        <pc:picChg chg="add mod">
          <ac:chgData name="Davis, James C" userId="84778d94-b1cc-4a48-87ce-749e1d7d6e72" providerId="ADAL" clId="{77A12936-1CA6-FD4F-A6C6-E6B1CFA10017}" dt="2024-01-30T20:49:57.643" v="13297" actId="1076"/>
          <ac:picMkLst>
            <pc:docMk/>
            <pc:sldMk cId="477547442" sldId="1021"/>
            <ac:picMk id="2" creationId="{42452321-4263-4C38-CAF9-7E1C6ECF4BAA}"/>
          </ac:picMkLst>
        </pc:picChg>
        <pc:picChg chg="add del mod">
          <ac:chgData name="Davis, James C" userId="84778d94-b1cc-4a48-87ce-749e1d7d6e72" providerId="ADAL" clId="{77A12936-1CA6-FD4F-A6C6-E6B1CFA10017}" dt="2024-01-30T20:49:46.920" v="13292" actId="478"/>
          <ac:picMkLst>
            <pc:docMk/>
            <pc:sldMk cId="477547442" sldId="1021"/>
            <ac:picMk id="5" creationId="{074B02AA-AE5B-7A5C-3796-25A8894E5B22}"/>
          </ac:picMkLst>
        </pc:picChg>
        <pc:picChg chg="add mod">
          <ac:chgData name="Davis, James C" userId="84778d94-b1cc-4a48-87ce-749e1d7d6e72" providerId="ADAL" clId="{77A12936-1CA6-FD4F-A6C6-E6B1CFA10017}" dt="2024-01-30T20:51:09.976" v="13329" actId="14100"/>
          <ac:picMkLst>
            <pc:docMk/>
            <pc:sldMk cId="477547442" sldId="1021"/>
            <ac:picMk id="6" creationId="{CB68742F-B844-65FC-5E60-29241F5045E3}"/>
          </ac:picMkLst>
        </pc:picChg>
      </pc:sldChg>
      <pc:sldChg chg="addSp delSp modSp new mod modNotesTx">
        <pc:chgData name="Davis, James C" userId="84778d94-b1cc-4a48-87ce-749e1d7d6e72" providerId="ADAL" clId="{77A12936-1CA6-FD4F-A6C6-E6B1CFA10017}" dt="2024-02-05T05:24:57.959" v="19095" actId="20577"/>
        <pc:sldMkLst>
          <pc:docMk/>
          <pc:sldMk cId="1724338064" sldId="1022"/>
        </pc:sldMkLst>
        <pc:spChg chg="del">
          <ac:chgData name="Davis, James C" userId="84778d94-b1cc-4a48-87ce-749e1d7d6e72" providerId="ADAL" clId="{77A12936-1CA6-FD4F-A6C6-E6B1CFA10017}" dt="2024-01-29T13:31:49.329" v="11955" actId="478"/>
          <ac:spMkLst>
            <pc:docMk/>
            <pc:sldMk cId="1724338064" sldId="1022"/>
            <ac:spMk id="2" creationId="{31D2042D-CED3-DA23-205B-629B9B3984B9}"/>
          </ac:spMkLst>
        </pc:spChg>
        <pc:spChg chg="mod">
          <ac:chgData name="Davis, James C" userId="84778d94-b1cc-4a48-87ce-749e1d7d6e72" providerId="ADAL" clId="{77A12936-1CA6-FD4F-A6C6-E6B1CFA10017}" dt="2024-02-05T05:24:57.959" v="19095" actId="20577"/>
          <ac:spMkLst>
            <pc:docMk/>
            <pc:sldMk cId="1724338064" sldId="1022"/>
            <ac:spMk id="3" creationId="{8AC51064-933A-D9B9-D90D-986A8A74035D}"/>
          </ac:spMkLst>
        </pc:spChg>
        <pc:picChg chg="add mod modCrop">
          <ac:chgData name="Davis, James C" userId="84778d94-b1cc-4a48-87ce-749e1d7d6e72" providerId="ADAL" clId="{77A12936-1CA6-FD4F-A6C6-E6B1CFA10017}" dt="2024-01-30T20:52:39.576" v="13478" actId="14100"/>
          <ac:picMkLst>
            <pc:docMk/>
            <pc:sldMk cId="1724338064" sldId="1022"/>
            <ac:picMk id="5" creationId="{116E725C-FEC3-8E37-1497-F844DE187472}"/>
          </ac:picMkLst>
        </pc:picChg>
        <pc:picChg chg="add del">
          <ac:chgData name="Davis, James C" userId="84778d94-b1cc-4a48-87ce-749e1d7d6e72" providerId="ADAL" clId="{77A12936-1CA6-FD4F-A6C6-E6B1CFA10017}" dt="2024-01-29T13:32:23.500" v="12014"/>
          <ac:picMkLst>
            <pc:docMk/>
            <pc:sldMk cId="1724338064" sldId="1022"/>
            <ac:picMk id="6" creationId="{BCCA1194-CA48-758E-837A-E69CD0F8CECE}"/>
          </ac:picMkLst>
        </pc:picChg>
      </pc:sldChg>
      <pc:sldChg chg="addSp delSp modSp new mod modClrScheme chgLayout">
        <pc:chgData name="Davis, James C" userId="84778d94-b1cc-4a48-87ce-749e1d7d6e72" providerId="ADAL" clId="{77A12936-1CA6-FD4F-A6C6-E6B1CFA10017}" dt="2024-01-29T13:32:17.682" v="12012" actId="20577"/>
        <pc:sldMkLst>
          <pc:docMk/>
          <pc:sldMk cId="3823352256" sldId="1023"/>
        </pc:sldMkLst>
        <pc:spChg chg="del mod ord">
          <ac:chgData name="Davis, James C" userId="84778d94-b1cc-4a48-87ce-749e1d7d6e72" providerId="ADAL" clId="{77A12936-1CA6-FD4F-A6C6-E6B1CFA10017}" dt="2024-01-29T13:32:10.233" v="11974" actId="700"/>
          <ac:spMkLst>
            <pc:docMk/>
            <pc:sldMk cId="3823352256" sldId="1023"/>
            <ac:spMk id="2" creationId="{D85134CE-C80A-8E90-DAAC-B8DBDC26CF7A}"/>
          </ac:spMkLst>
        </pc:spChg>
        <pc:spChg chg="del mod ord">
          <ac:chgData name="Davis, James C" userId="84778d94-b1cc-4a48-87ce-749e1d7d6e72" providerId="ADAL" clId="{77A12936-1CA6-FD4F-A6C6-E6B1CFA10017}" dt="2024-01-29T13:32:10.233" v="11974" actId="700"/>
          <ac:spMkLst>
            <pc:docMk/>
            <pc:sldMk cId="3823352256" sldId="1023"/>
            <ac:spMk id="3" creationId="{C28A15B0-A710-2D49-5DC0-CBDB016CFE11}"/>
          </ac:spMkLst>
        </pc:spChg>
        <pc:spChg chg="mod ord">
          <ac:chgData name="Davis, James C" userId="84778d94-b1cc-4a48-87ce-749e1d7d6e72" providerId="ADAL" clId="{77A12936-1CA6-FD4F-A6C6-E6B1CFA10017}" dt="2024-01-29T13:32:11.905" v="11976" actId="700"/>
          <ac:spMkLst>
            <pc:docMk/>
            <pc:sldMk cId="3823352256" sldId="1023"/>
            <ac:spMk id="4" creationId="{072F397E-88F4-DA11-73B9-34FBBD22FAA2}"/>
          </ac:spMkLst>
        </pc:spChg>
        <pc:spChg chg="add del mod ord">
          <ac:chgData name="Davis, James C" userId="84778d94-b1cc-4a48-87ce-749e1d7d6e72" providerId="ADAL" clId="{77A12936-1CA6-FD4F-A6C6-E6B1CFA10017}" dt="2024-01-29T13:32:11.905" v="11976" actId="700"/>
          <ac:spMkLst>
            <pc:docMk/>
            <pc:sldMk cId="3823352256" sldId="1023"/>
            <ac:spMk id="5" creationId="{4BB36536-2F18-DD91-B05E-2125D9060E51}"/>
          </ac:spMkLst>
        </pc:spChg>
        <pc:spChg chg="add del mod ord">
          <ac:chgData name="Davis, James C" userId="84778d94-b1cc-4a48-87ce-749e1d7d6e72" providerId="ADAL" clId="{77A12936-1CA6-FD4F-A6C6-E6B1CFA10017}" dt="2024-01-29T13:32:11.905" v="11976" actId="700"/>
          <ac:spMkLst>
            <pc:docMk/>
            <pc:sldMk cId="3823352256" sldId="1023"/>
            <ac:spMk id="6" creationId="{978DA04C-AD1F-C4C5-723B-263D336C81DB}"/>
          </ac:spMkLst>
        </pc:spChg>
        <pc:spChg chg="add del mod ord">
          <ac:chgData name="Davis, James C" userId="84778d94-b1cc-4a48-87ce-749e1d7d6e72" providerId="ADAL" clId="{77A12936-1CA6-FD4F-A6C6-E6B1CFA10017}" dt="2024-01-29T13:32:11.905" v="11976" actId="700"/>
          <ac:spMkLst>
            <pc:docMk/>
            <pc:sldMk cId="3823352256" sldId="1023"/>
            <ac:spMk id="7" creationId="{1156297F-BCC6-339D-190F-F0F3D5500A67}"/>
          </ac:spMkLst>
        </pc:spChg>
        <pc:spChg chg="add mod ord">
          <ac:chgData name="Davis, James C" userId="84778d94-b1cc-4a48-87ce-749e1d7d6e72" providerId="ADAL" clId="{77A12936-1CA6-FD4F-A6C6-E6B1CFA10017}" dt="2024-01-29T13:32:17.682" v="12012" actId="20577"/>
          <ac:spMkLst>
            <pc:docMk/>
            <pc:sldMk cId="3823352256" sldId="1023"/>
            <ac:spMk id="8" creationId="{98C43B6C-4C85-C84C-AE46-5A5C38CDDFC2}"/>
          </ac:spMkLst>
        </pc:spChg>
      </pc:sldChg>
      <pc:sldChg chg="modSp add mod">
        <pc:chgData name="Davis, James C" userId="84778d94-b1cc-4a48-87ce-749e1d7d6e72" providerId="ADAL" clId="{77A12936-1CA6-FD4F-A6C6-E6B1CFA10017}" dt="2024-01-30T21:18:17.224" v="14877" actId="5793"/>
        <pc:sldMkLst>
          <pc:docMk/>
          <pc:sldMk cId="1482809008" sldId="1024"/>
        </pc:sldMkLst>
        <pc:spChg chg="mod">
          <ac:chgData name="Davis, James C" userId="84778d94-b1cc-4a48-87ce-749e1d7d6e72" providerId="ADAL" clId="{77A12936-1CA6-FD4F-A6C6-E6B1CFA10017}" dt="2024-01-30T21:18:17.224" v="14877" actId="5793"/>
          <ac:spMkLst>
            <pc:docMk/>
            <pc:sldMk cId="1482809008" sldId="1024"/>
            <ac:spMk id="8" creationId="{98C43B6C-4C85-C84C-AE46-5A5C38CDDFC2}"/>
          </ac:spMkLst>
        </pc:spChg>
      </pc:sldChg>
      <pc:sldChg chg="add">
        <pc:chgData name="Davis, James C" userId="84778d94-b1cc-4a48-87ce-749e1d7d6e72" providerId="ADAL" clId="{77A12936-1CA6-FD4F-A6C6-E6B1CFA10017}" dt="2024-01-30T17:26:45.869" v="13034"/>
        <pc:sldMkLst>
          <pc:docMk/>
          <pc:sldMk cId="3177896234" sldId="1025"/>
        </pc:sldMkLst>
      </pc:sldChg>
      <pc:sldChg chg="addSp delSp modSp new mod modNotesTx">
        <pc:chgData name="Davis, James C" userId="84778d94-b1cc-4a48-87ce-749e1d7d6e72" providerId="ADAL" clId="{77A12936-1CA6-FD4F-A6C6-E6B1CFA10017}" dt="2024-02-05T05:25:17.583" v="19157" actId="20577"/>
        <pc:sldMkLst>
          <pc:docMk/>
          <pc:sldMk cId="3979333699" sldId="1026"/>
        </pc:sldMkLst>
        <pc:spChg chg="mod">
          <ac:chgData name="Davis, James C" userId="84778d94-b1cc-4a48-87ce-749e1d7d6e72" providerId="ADAL" clId="{77A12936-1CA6-FD4F-A6C6-E6B1CFA10017}" dt="2024-01-31T02:08:46.006" v="15646" actId="20577"/>
          <ac:spMkLst>
            <pc:docMk/>
            <pc:sldMk cId="3979333699" sldId="1026"/>
            <ac:spMk id="2" creationId="{672F1024-0B19-7082-DD07-1ADDDFFDEE0F}"/>
          </ac:spMkLst>
        </pc:spChg>
        <pc:spChg chg="mod">
          <ac:chgData name="Davis, James C" userId="84778d94-b1cc-4a48-87ce-749e1d7d6e72" providerId="ADAL" clId="{77A12936-1CA6-FD4F-A6C6-E6B1CFA10017}" dt="2024-01-30T20:55:33.436" v="13604" actId="20577"/>
          <ac:spMkLst>
            <pc:docMk/>
            <pc:sldMk cId="3979333699" sldId="1026"/>
            <ac:spMk id="3" creationId="{758F3553-5C7E-732A-57F0-B9C5F722694D}"/>
          </ac:spMkLst>
        </pc:spChg>
        <pc:picChg chg="add del mod">
          <ac:chgData name="Davis, James C" userId="84778d94-b1cc-4a48-87ce-749e1d7d6e72" providerId="ADAL" clId="{77A12936-1CA6-FD4F-A6C6-E6B1CFA10017}" dt="2024-01-30T20:56:42.211" v="13655" actId="478"/>
          <ac:picMkLst>
            <pc:docMk/>
            <pc:sldMk cId="3979333699" sldId="1026"/>
            <ac:picMk id="5" creationId="{93EFADBA-A565-228B-8CC8-25E6D9EE0F99}"/>
          </ac:picMkLst>
        </pc:picChg>
        <pc:picChg chg="add mod">
          <ac:chgData name="Davis, James C" userId="84778d94-b1cc-4a48-87ce-749e1d7d6e72" providerId="ADAL" clId="{77A12936-1CA6-FD4F-A6C6-E6B1CFA10017}" dt="2024-01-30T20:58:36.385" v="13782" actId="1076"/>
          <ac:picMkLst>
            <pc:docMk/>
            <pc:sldMk cId="3979333699" sldId="1026"/>
            <ac:picMk id="6" creationId="{03A19D2C-3FB2-6535-505C-1DD31DC045D1}"/>
          </ac:picMkLst>
        </pc:picChg>
      </pc:sldChg>
      <pc:sldChg chg="addSp delSp modSp new mod modNotesTx">
        <pc:chgData name="Davis, James C" userId="84778d94-b1cc-4a48-87ce-749e1d7d6e72" providerId="ADAL" clId="{77A12936-1CA6-FD4F-A6C6-E6B1CFA10017}" dt="2024-01-30T21:12:58.308" v="14384" actId="20577"/>
        <pc:sldMkLst>
          <pc:docMk/>
          <pc:sldMk cId="2162908479" sldId="1027"/>
        </pc:sldMkLst>
        <pc:spChg chg="del">
          <ac:chgData name="Davis, James C" userId="84778d94-b1cc-4a48-87ce-749e1d7d6e72" providerId="ADAL" clId="{77A12936-1CA6-FD4F-A6C6-E6B1CFA10017}" dt="2024-01-30T21:10:14.178" v="14092" actId="478"/>
          <ac:spMkLst>
            <pc:docMk/>
            <pc:sldMk cId="2162908479" sldId="1027"/>
            <ac:spMk id="2" creationId="{765D89A4-24FB-EBB8-AA64-BCF1AE3FD6F6}"/>
          </ac:spMkLst>
        </pc:spChg>
        <pc:spChg chg="mod">
          <ac:chgData name="Davis, James C" userId="84778d94-b1cc-4a48-87ce-749e1d7d6e72" providerId="ADAL" clId="{77A12936-1CA6-FD4F-A6C6-E6B1CFA10017}" dt="2024-01-30T21:10:46.331" v="14189" actId="27636"/>
          <ac:spMkLst>
            <pc:docMk/>
            <pc:sldMk cId="2162908479" sldId="1027"/>
            <ac:spMk id="3" creationId="{4446F10D-FCD8-5E70-841A-6FB9CBF870BB}"/>
          </ac:spMkLst>
        </pc:spChg>
        <pc:picChg chg="add mod">
          <ac:chgData name="Davis, James C" userId="84778d94-b1cc-4a48-87ce-749e1d7d6e72" providerId="ADAL" clId="{77A12936-1CA6-FD4F-A6C6-E6B1CFA10017}" dt="2024-01-30T21:10:17.039" v="14093" actId="14100"/>
          <ac:picMkLst>
            <pc:docMk/>
            <pc:sldMk cId="2162908479" sldId="1027"/>
            <ac:picMk id="5" creationId="{0692154F-CF73-3087-F3DE-AE91B3E3C94F}"/>
          </ac:picMkLst>
        </pc:picChg>
      </pc:sldChg>
      <pc:sldChg chg="addSp delSp modSp new mod modNotesTx">
        <pc:chgData name="Davis, James C" userId="84778d94-b1cc-4a48-87ce-749e1d7d6e72" providerId="ADAL" clId="{77A12936-1CA6-FD4F-A6C6-E6B1CFA10017}" dt="2024-01-30T21:17:13.548" v="14807" actId="20577"/>
        <pc:sldMkLst>
          <pc:docMk/>
          <pc:sldMk cId="959523482" sldId="1028"/>
        </pc:sldMkLst>
        <pc:spChg chg="del">
          <ac:chgData name="Davis, James C" userId="84778d94-b1cc-4a48-87ce-749e1d7d6e72" providerId="ADAL" clId="{77A12936-1CA6-FD4F-A6C6-E6B1CFA10017}" dt="2024-01-30T21:14:01.710" v="14421" actId="478"/>
          <ac:spMkLst>
            <pc:docMk/>
            <pc:sldMk cId="959523482" sldId="1028"/>
            <ac:spMk id="2" creationId="{8257CE3E-A9B3-8894-F4B8-B9EF1EF884B6}"/>
          </ac:spMkLst>
        </pc:spChg>
        <pc:spChg chg="mod">
          <ac:chgData name="Davis, James C" userId="84778d94-b1cc-4a48-87ce-749e1d7d6e72" providerId="ADAL" clId="{77A12936-1CA6-FD4F-A6C6-E6B1CFA10017}" dt="2024-01-30T21:17:13.548" v="14807" actId="20577"/>
          <ac:spMkLst>
            <pc:docMk/>
            <pc:sldMk cId="959523482" sldId="1028"/>
            <ac:spMk id="3" creationId="{D43FF0A6-D3CC-77BA-6BD8-D9A8BB3F54C4}"/>
          </ac:spMkLst>
        </pc:spChg>
        <pc:picChg chg="add mod modCrop">
          <ac:chgData name="Davis, James C" userId="84778d94-b1cc-4a48-87ce-749e1d7d6e72" providerId="ADAL" clId="{77A12936-1CA6-FD4F-A6C6-E6B1CFA10017}" dt="2024-01-30T21:14:44.951" v="14553" actId="1076"/>
          <ac:picMkLst>
            <pc:docMk/>
            <pc:sldMk cId="959523482" sldId="1028"/>
            <ac:picMk id="5" creationId="{698746DF-EFF8-DDAC-599D-2D6BB22190D4}"/>
          </ac:picMkLst>
        </pc:picChg>
      </pc:sldChg>
      <pc:sldChg chg="modSp add mod ord modNotesTx">
        <pc:chgData name="Davis, James C" userId="84778d94-b1cc-4a48-87ce-749e1d7d6e72" providerId="ADAL" clId="{77A12936-1CA6-FD4F-A6C6-E6B1CFA10017}" dt="2024-02-05T05:59:04.007" v="22353" actId="20577"/>
        <pc:sldMkLst>
          <pc:docMk/>
          <pc:sldMk cId="2567157067" sldId="1029"/>
        </pc:sldMkLst>
        <pc:spChg chg="mod">
          <ac:chgData name="Davis, James C" userId="84778d94-b1cc-4a48-87ce-749e1d7d6e72" providerId="ADAL" clId="{77A12936-1CA6-FD4F-A6C6-E6B1CFA10017}" dt="2024-02-05T05:59:04.007" v="22353" actId="20577"/>
          <ac:spMkLst>
            <pc:docMk/>
            <pc:sldMk cId="2567157067" sldId="1029"/>
            <ac:spMk id="8" creationId="{98C43B6C-4C85-C84C-AE46-5A5C38CDDFC2}"/>
          </ac:spMkLst>
        </pc:spChg>
      </pc:sldChg>
      <pc:sldChg chg="addSp delSp modSp new del mod modClrScheme chgLayout">
        <pc:chgData name="Davis, James C" userId="84778d94-b1cc-4a48-87ce-749e1d7d6e72" providerId="ADAL" clId="{77A12936-1CA6-FD4F-A6C6-E6B1CFA10017}" dt="2024-02-05T06:09:08.958" v="22484" actId="2696"/>
        <pc:sldMkLst>
          <pc:docMk/>
          <pc:sldMk cId="3080370039" sldId="1030"/>
        </pc:sldMkLst>
        <pc:spChg chg="del">
          <ac:chgData name="Davis, James C" userId="84778d94-b1cc-4a48-87ce-749e1d7d6e72" providerId="ADAL" clId="{77A12936-1CA6-FD4F-A6C6-E6B1CFA10017}" dt="2024-01-31T02:38:46.261" v="17172" actId="700"/>
          <ac:spMkLst>
            <pc:docMk/>
            <pc:sldMk cId="3080370039" sldId="1030"/>
            <ac:spMk id="2" creationId="{6BEA54A4-DD66-B636-3476-6444861FA81B}"/>
          </ac:spMkLst>
        </pc:spChg>
        <pc:spChg chg="del mod ord">
          <ac:chgData name="Davis, James C" userId="84778d94-b1cc-4a48-87ce-749e1d7d6e72" providerId="ADAL" clId="{77A12936-1CA6-FD4F-A6C6-E6B1CFA10017}" dt="2024-01-31T02:38:46.261" v="17172" actId="700"/>
          <ac:spMkLst>
            <pc:docMk/>
            <pc:sldMk cId="3080370039" sldId="1030"/>
            <ac:spMk id="3" creationId="{DCEB636B-C97E-C8E0-57D2-5428E6AF6D70}"/>
          </ac:spMkLst>
        </pc:spChg>
        <pc:spChg chg="mod ord">
          <ac:chgData name="Davis, James C" userId="84778d94-b1cc-4a48-87ce-749e1d7d6e72" providerId="ADAL" clId="{77A12936-1CA6-FD4F-A6C6-E6B1CFA10017}" dt="2024-01-31T02:39:03.966" v="17203" actId="700"/>
          <ac:spMkLst>
            <pc:docMk/>
            <pc:sldMk cId="3080370039" sldId="1030"/>
            <ac:spMk id="4" creationId="{836BF553-EE80-493A-02F4-B951B338CAAD}"/>
          </ac:spMkLst>
        </pc:spChg>
        <pc:spChg chg="add mod ord">
          <ac:chgData name="Davis, James C" userId="84778d94-b1cc-4a48-87ce-749e1d7d6e72" providerId="ADAL" clId="{77A12936-1CA6-FD4F-A6C6-E6B1CFA10017}" dt="2024-01-31T02:39:03.966" v="17203" actId="700"/>
          <ac:spMkLst>
            <pc:docMk/>
            <pc:sldMk cId="3080370039" sldId="1030"/>
            <ac:spMk id="5" creationId="{A41F3761-2CC8-F34B-7836-15CD0F061132}"/>
          </ac:spMkLst>
        </pc:spChg>
        <pc:spChg chg="add del mod ord">
          <ac:chgData name="Davis, James C" userId="84778d94-b1cc-4a48-87ce-749e1d7d6e72" providerId="ADAL" clId="{77A12936-1CA6-FD4F-A6C6-E6B1CFA10017}" dt="2024-01-31T02:39:03.966" v="17203" actId="700"/>
          <ac:spMkLst>
            <pc:docMk/>
            <pc:sldMk cId="3080370039" sldId="1030"/>
            <ac:spMk id="6" creationId="{FCF02E24-8F35-F935-5E48-F567CB889C33}"/>
          </ac:spMkLst>
        </pc:spChg>
        <pc:picChg chg="add del mod">
          <ac:chgData name="Davis, James C" userId="84778d94-b1cc-4a48-87ce-749e1d7d6e72" providerId="ADAL" clId="{77A12936-1CA6-FD4F-A6C6-E6B1CFA10017}" dt="2024-01-31T02:39:01.887" v="17201"/>
          <ac:picMkLst>
            <pc:docMk/>
            <pc:sldMk cId="3080370039" sldId="1030"/>
            <ac:picMk id="7" creationId="{01FC56B3-F69B-E7BE-7C23-3E668DC5FD0B}"/>
          </ac:picMkLst>
        </pc:picChg>
      </pc:sldChg>
      <pc:sldChg chg="addSp delSp modSp new mod delAnim modAnim modNotesTx">
        <pc:chgData name="Davis, James C" userId="84778d94-b1cc-4a48-87ce-749e1d7d6e72" providerId="ADAL" clId="{77A12936-1CA6-FD4F-A6C6-E6B1CFA10017}" dt="2024-02-05T06:40:32.636" v="25511" actId="478"/>
        <pc:sldMkLst>
          <pc:docMk/>
          <pc:sldMk cId="840197125" sldId="1031"/>
        </pc:sldMkLst>
        <pc:spChg chg="del">
          <ac:chgData name="Davis, James C" userId="84778d94-b1cc-4a48-87ce-749e1d7d6e72" providerId="ADAL" clId="{77A12936-1CA6-FD4F-A6C6-E6B1CFA10017}" dt="2024-01-31T02:39:11.823" v="17205" actId="478"/>
          <ac:spMkLst>
            <pc:docMk/>
            <pc:sldMk cId="840197125" sldId="1031"/>
            <ac:spMk id="2" creationId="{568D356A-0009-8827-E070-0A9F0F302EA3}"/>
          </ac:spMkLst>
        </pc:spChg>
        <pc:spChg chg="mod">
          <ac:chgData name="Davis, James C" userId="84778d94-b1cc-4a48-87ce-749e1d7d6e72" providerId="ADAL" clId="{77A12936-1CA6-FD4F-A6C6-E6B1CFA10017}" dt="2024-01-31T02:40:48.671" v="17449" actId="20577"/>
          <ac:spMkLst>
            <pc:docMk/>
            <pc:sldMk cId="840197125" sldId="1031"/>
            <ac:spMk id="3" creationId="{CA6BFF62-F806-5A3E-A941-E8302F177AED}"/>
          </ac:spMkLst>
        </pc:spChg>
        <pc:picChg chg="add mod">
          <ac:chgData name="Davis, James C" userId="84778d94-b1cc-4a48-87ce-749e1d7d6e72" providerId="ADAL" clId="{77A12936-1CA6-FD4F-A6C6-E6B1CFA10017}" dt="2024-02-05T06:39:55.668" v="25503" actId="14100"/>
          <ac:picMkLst>
            <pc:docMk/>
            <pc:sldMk cId="840197125" sldId="1031"/>
            <ac:picMk id="5" creationId="{732A7B19-EF58-845C-ECA8-DF5993FBFF63}"/>
          </ac:picMkLst>
        </pc:picChg>
        <pc:cxnChg chg="add del mod">
          <ac:chgData name="Davis, James C" userId="84778d94-b1cc-4a48-87ce-749e1d7d6e72" providerId="ADAL" clId="{77A12936-1CA6-FD4F-A6C6-E6B1CFA10017}" dt="2024-02-05T06:40:11.306" v="25505" actId="478"/>
          <ac:cxnSpMkLst>
            <pc:docMk/>
            <pc:sldMk cId="840197125" sldId="1031"/>
            <ac:cxnSpMk id="2" creationId="{00E26E1D-050F-C904-70E0-F4C42875217A}"/>
          </ac:cxnSpMkLst>
        </pc:cxnChg>
        <pc:cxnChg chg="add mod">
          <ac:chgData name="Davis, James C" userId="84778d94-b1cc-4a48-87ce-749e1d7d6e72" providerId="ADAL" clId="{77A12936-1CA6-FD4F-A6C6-E6B1CFA10017}" dt="2024-02-05T06:40:21.548" v="25508" actId="14100"/>
          <ac:cxnSpMkLst>
            <pc:docMk/>
            <pc:sldMk cId="840197125" sldId="1031"/>
            <ac:cxnSpMk id="6" creationId="{03FCDA27-1E90-23C2-C4D4-EF1A0F7D7257}"/>
          </ac:cxnSpMkLst>
        </pc:cxnChg>
        <pc:cxnChg chg="add del mod">
          <ac:chgData name="Davis, James C" userId="84778d94-b1cc-4a48-87ce-749e1d7d6e72" providerId="ADAL" clId="{77A12936-1CA6-FD4F-A6C6-E6B1CFA10017}" dt="2024-02-05T06:40:32.636" v="25511" actId="478"/>
          <ac:cxnSpMkLst>
            <pc:docMk/>
            <pc:sldMk cId="840197125" sldId="1031"/>
            <ac:cxnSpMk id="8" creationId="{CC6484C3-3EC7-85DD-7EA2-7E0B6EB8F477}"/>
          </ac:cxnSpMkLst>
        </pc:cxnChg>
      </pc:sldChg>
      <pc:sldChg chg="addSp delSp modSp new mod modNotesTx">
        <pc:chgData name="Davis, James C" userId="84778d94-b1cc-4a48-87ce-749e1d7d6e72" providerId="ADAL" clId="{77A12936-1CA6-FD4F-A6C6-E6B1CFA10017}" dt="2024-01-31T02:48:23.049" v="18181" actId="14100"/>
        <pc:sldMkLst>
          <pc:docMk/>
          <pc:sldMk cId="2785801939" sldId="1032"/>
        </pc:sldMkLst>
        <pc:spChg chg="del">
          <ac:chgData name="Davis, James C" userId="84778d94-b1cc-4a48-87ce-749e1d7d6e72" providerId="ADAL" clId="{77A12936-1CA6-FD4F-A6C6-E6B1CFA10017}" dt="2024-01-31T02:40:16.889" v="17342" actId="478"/>
          <ac:spMkLst>
            <pc:docMk/>
            <pc:sldMk cId="2785801939" sldId="1032"/>
            <ac:spMk id="2" creationId="{C7599142-3C1B-92FF-F976-E6D286E1D472}"/>
          </ac:spMkLst>
        </pc:spChg>
        <pc:spChg chg="mod">
          <ac:chgData name="Davis, James C" userId="84778d94-b1cc-4a48-87ce-749e1d7d6e72" providerId="ADAL" clId="{77A12936-1CA6-FD4F-A6C6-E6B1CFA10017}" dt="2024-01-31T02:40:26.497" v="17389" actId="20577"/>
          <ac:spMkLst>
            <pc:docMk/>
            <pc:sldMk cId="2785801939" sldId="1032"/>
            <ac:spMk id="3" creationId="{ABF860BE-BA74-F26F-C304-D32EB7B3E181}"/>
          </ac:spMkLst>
        </pc:spChg>
        <pc:picChg chg="add mod">
          <ac:chgData name="Davis, James C" userId="84778d94-b1cc-4a48-87ce-749e1d7d6e72" providerId="ADAL" clId="{77A12936-1CA6-FD4F-A6C6-E6B1CFA10017}" dt="2024-01-31T02:48:23.049" v="18181" actId="14100"/>
          <ac:picMkLst>
            <pc:docMk/>
            <pc:sldMk cId="2785801939" sldId="1032"/>
            <ac:picMk id="5" creationId="{5A7B255B-D148-7512-3A73-9BC47BD31CAC}"/>
          </ac:picMkLst>
        </pc:picChg>
      </pc:sldChg>
      <pc:sldChg chg="addSp delSp modSp new mod modNotesTx">
        <pc:chgData name="Davis, James C" userId="84778d94-b1cc-4a48-87ce-749e1d7d6e72" providerId="ADAL" clId="{77A12936-1CA6-FD4F-A6C6-E6B1CFA10017}" dt="2024-01-31T02:42:52.820" v="17511" actId="20577"/>
        <pc:sldMkLst>
          <pc:docMk/>
          <pc:sldMk cId="1866657873" sldId="1033"/>
        </pc:sldMkLst>
        <pc:spChg chg="del">
          <ac:chgData name="Davis, James C" userId="84778d94-b1cc-4a48-87ce-749e1d7d6e72" providerId="ADAL" clId="{77A12936-1CA6-FD4F-A6C6-E6B1CFA10017}" dt="2024-01-31T02:42:46.374" v="17481" actId="478"/>
          <ac:spMkLst>
            <pc:docMk/>
            <pc:sldMk cId="1866657873" sldId="1033"/>
            <ac:spMk id="2" creationId="{45D95FFE-4C8C-35A3-E3C7-BD1AF9CF2EF8}"/>
          </ac:spMkLst>
        </pc:spChg>
        <pc:spChg chg="mod">
          <ac:chgData name="Davis, James C" userId="84778d94-b1cc-4a48-87ce-749e1d7d6e72" providerId="ADAL" clId="{77A12936-1CA6-FD4F-A6C6-E6B1CFA10017}" dt="2024-01-31T02:42:44.933" v="17480" actId="20577"/>
          <ac:spMkLst>
            <pc:docMk/>
            <pc:sldMk cId="1866657873" sldId="1033"/>
            <ac:spMk id="3" creationId="{71CD6495-1C9E-96FE-7E85-ACD22C01480F}"/>
          </ac:spMkLst>
        </pc:spChg>
        <pc:picChg chg="add mod">
          <ac:chgData name="Davis, James C" userId="84778d94-b1cc-4a48-87ce-749e1d7d6e72" providerId="ADAL" clId="{77A12936-1CA6-FD4F-A6C6-E6B1CFA10017}" dt="2024-01-31T02:42:46.625" v="17482"/>
          <ac:picMkLst>
            <pc:docMk/>
            <pc:sldMk cId="1866657873" sldId="1033"/>
            <ac:picMk id="5" creationId="{77137040-EB4C-C33D-BA31-AC8EEB269909}"/>
          </ac:picMkLst>
        </pc:picChg>
      </pc:sldChg>
      <pc:sldChg chg="addSp delSp modSp new mod modNotesTx">
        <pc:chgData name="Davis, James C" userId="84778d94-b1cc-4a48-87ce-749e1d7d6e72" providerId="ADAL" clId="{77A12936-1CA6-FD4F-A6C6-E6B1CFA10017}" dt="2024-01-31T02:43:28.336" v="17580" actId="20577"/>
        <pc:sldMkLst>
          <pc:docMk/>
          <pc:sldMk cId="4069071361" sldId="1034"/>
        </pc:sldMkLst>
        <pc:spChg chg="del">
          <ac:chgData name="Davis, James C" userId="84778d94-b1cc-4a48-87ce-749e1d7d6e72" providerId="ADAL" clId="{77A12936-1CA6-FD4F-A6C6-E6B1CFA10017}" dt="2024-01-31T02:43:22.840" v="17552" actId="478"/>
          <ac:spMkLst>
            <pc:docMk/>
            <pc:sldMk cId="4069071361" sldId="1034"/>
            <ac:spMk id="2" creationId="{049CA85B-F36D-A61B-4213-36BA54D9DDA1}"/>
          </ac:spMkLst>
        </pc:spChg>
        <pc:spChg chg="mod">
          <ac:chgData name="Davis, James C" userId="84778d94-b1cc-4a48-87ce-749e1d7d6e72" providerId="ADAL" clId="{77A12936-1CA6-FD4F-A6C6-E6B1CFA10017}" dt="2024-01-31T02:43:21.319" v="17551" actId="20577"/>
          <ac:spMkLst>
            <pc:docMk/>
            <pc:sldMk cId="4069071361" sldId="1034"/>
            <ac:spMk id="3" creationId="{B3D778DD-9B3A-6B70-101E-1C21C32674DE}"/>
          </ac:spMkLst>
        </pc:spChg>
        <pc:picChg chg="add mod">
          <ac:chgData name="Davis, James C" userId="84778d94-b1cc-4a48-87ce-749e1d7d6e72" providerId="ADAL" clId="{77A12936-1CA6-FD4F-A6C6-E6B1CFA10017}" dt="2024-01-31T02:43:23.061" v="17553"/>
          <ac:picMkLst>
            <pc:docMk/>
            <pc:sldMk cId="4069071361" sldId="1034"/>
            <ac:picMk id="5" creationId="{72215855-7337-A7FF-CF43-DC9C49A09E6B}"/>
          </ac:picMkLst>
        </pc:picChg>
      </pc:sldChg>
      <pc:sldChg chg="addSp delSp modSp new mod modNotesTx">
        <pc:chgData name="Davis, James C" userId="84778d94-b1cc-4a48-87ce-749e1d7d6e72" providerId="ADAL" clId="{77A12936-1CA6-FD4F-A6C6-E6B1CFA10017}" dt="2024-01-31T02:52:43.180" v="18276" actId="14100"/>
        <pc:sldMkLst>
          <pc:docMk/>
          <pc:sldMk cId="326252556" sldId="1035"/>
        </pc:sldMkLst>
        <pc:spChg chg="del">
          <ac:chgData name="Davis, James C" userId="84778d94-b1cc-4a48-87ce-749e1d7d6e72" providerId="ADAL" clId="{77A12936-1CA6-FD4F-A6C6-E6B1CFA10017}" dt="2024-01-31T02:43:49.140" v="17582"/>
          <ac:spMkLst>
            <pc:docMk/>
            <pc:sldMk cId="326252556" sldId="1035"/>
            <ac:spMk id="2" creationId="{FE9F4994-6C94-4A0E-0D5F-A617BD465697}"/>
          </ac:spMkLst>
        </pc:spChg>
        <pc:spChg chg="mod">
          <ac:chgData name="Davis, James C" userId="84778d94-b1cc-4a48-87ce-749e1d7d6e72" providerId="ADAL" clId="{77A12936-1CA6-FD4F-A6C6-E6B1CFA10017}" dt="2024-01-31T02:43:56.804" v="17638" actId="20577"/>
          <ac:spMkLst>
            <pc:docMk/>
            <pc:sldMk cId="326252556" sldId="1035"/>
            <ac:spMk id="3" creationId="{AE342C41-08A4-15FE-0252-2B185D2B7121}"/>
          </ac:spMkLst>
        </pc:spChg>
        <pc:picChg chg="add mod">
          <ac:chgData name="Davis, James C" userId="84778d94-b1cc-4a48-87ce-749e1d7d6e72" providerId="ADAL" clId="{77A12936-1CA6-FD4F-A6C6-E6B1CFA10017}" dt="2024-01-31T02:52:43.180" v="18276" actId="14100"/>
          <ac:picMkLst>
            <pc:docMk/>
            <pc:sldMk cId="326252556" sldId="1035"/>
            <ac:picMk id="6" creationId="{4B986395-C769-23E6-48A8-97BCA361D8A5}"/>
          </ac:picMkLst>
        </pc:picChg>
      </pc:sldChg>
      <pc:sldChg chg="addSp delSp modSp new mod modClrScheme modAnim modShow chgLayout modNotesTx">
        <pc:chgData name="Davis, James C" userId="84778d94-b1cc-4a48-87ce-749e1d7d6e72" providerId="ADAL" clId="{77A12936-1CA6-FD4F-A6C6-E6B1CFA10017}" dt="2024-02-05T06:42:12.623" v="25927"/>
        <pc:sldMkLst>
          <pc:docMk/>
          <pc:sldMk cId="2495226518" sldId="1036"/>
        </pc:sldMkLst>
        <pc:spChg chg="del">
          <ac:chgData name="Davis, James C" userId="84778d94-b1cc-4a48-87ce-749e1d7d6e72" providerId="ADAL" clId="{77A12936-1CA6-FD4F-A6C6-E6B1CFA10017}" dt="2024-01-31T02:44:43.247" v="17715" actId="478"/>
          <ac:spMkLst>
            <pc:docMk/>
            <pc:sldMk cId="2495226518" sldId="1036"/>
            <ac:spMk id="2" creationId="{6CAA5B41-46DF-C83E-17BC-92E2BCAA03FF}"/>
          </ac:spMkLst>
        </pc:spChg>
        <pc:spChg chg="del mod">
          <ac:chgData name="Davis, James C" userId="84778d94-b1cc-4a48-87ce-749e1d7d6e72" providerId="ADAL" clId="{77A12936-1CA6-FD4F-A6C6-E6B1CFA10017}" dt="2024-01-31T02:44:48.297" v="17718" actId="700"/>
          <ac:spMkLst>
            <pc:docMk/>
            <pc:sldMk cId="2495226518" sldId="1036"/>
            <ac:spMk id="3" creationId="{3CFC8DCE-1B90-A32B-E003-D1DB6AB50DC6}"/>
          </ac:spMkLst>
        </pc:spChg>
        <pc:spChg chg="mod ord">
          <ac:chgData name="Davis, James C" userId="84778d94-b1cc-4a48-87ce-749e1d7d6e72" providerId="ADAL" clId="{77A12936-1CA6-FD4F-A6C6-E6B1CFA10017}" dt="2024-01-31T02:44:48.297" v="17718" actId="700"/>
          <ac:spMkLst>
            <pc:docMk/>
            <pc:sldMk cId="2495226518" sldId="1036"/>
            <ac:spMk id="4" creationId="{ACF3C27C-EF57-2103-8F41-9ACCED6297BD}"/>
          </ac:spMkLst>
        </pc:spChg>
        <pc:picChg chg="add mod">
          <ac:chgData name="Davis, James C" userId="84778d94-b1cc-4a48-87ce-749e1d7d6e72" providerId="ADAL" clId="{77A12936-1CA6-FD4F-A6C6-E6B1CFA10017}" dt="2024-01-31T02:48:43.314" v="18198" actId="1038"/>
          <ac:picMkLst>
            <pc:docMk/>
            <pc:sldMk cId="2495226518" sldId="1036"/>
            <ac:picMk id="5" creationId="{A6236FDB-4A8F-94AE-51AE-7183B9E78E2A}"/>
          </ac:picMkLst>
        </pc:picChg>
        <pc:cxnChg chg="add mod">
          <ac:chgData name="Davis, James C" userId="84778d94-b1cc-4a48-87ce-749e1d7d6e72" providerId="ADAL" clId="{77A12936-1CA6-FD4F-A6C6-E6B1CFA10017}" dt="2024-02-05T06:42:03.102" v="25924" actId="1076"/>
          <ac:cxnSpMkLst>
            <pc:docMk/>
            <pc:sldMk cId="2495226518" sldId="1036"/>
            <ac:cxnSpMk id="2" creationId="{1C014A7E-5F17-9A73-88AD-A94892AE1A6B}"/>
          </ac:cxnSpMkLst>
        </pc:cxnChg>
        <pc:cxnChg chg="add mod">
          <ac:chgData name="Davis, James C" userId="84778d94-b1cc-4a48-87ce-749e1d7d6e72" providerId="ADAL" clId="{77A12936-1CA6-FD4F-A6C6-E6B1CFA10017}" dt="2024-02-05T06:42:06.010" v="25926" actId="1076"/>
          <ac:cxnSpMkLst>
            <pc:docMk/>
            <pc:sldMk cId="2495226518" sldId="1036"/>
            <ac:cxnSpMk id="3" creationId="{C4BD88A8-8E62-A2ED-2DE5-848F87E3AA39}"/>
          </ac:cxnSpMkLst>
        </pc:cxnChg>
      </pc:sldChg>
      <pc:sldChg chg="addSp delSp modSp new mod modClrScheme chgLayout">
        <pc:chgData name="Davis, James C" userId="84778d94-b1cc-4a48-87ce-749e1d7d6e72" providerId="ADAL" clId="{77A12936-1CA6-FD4F-A6C6-E6B1CFA10017}" dt="2024-01-31T02:48:09.492" v="18175" actId="14100"/>
        <pc:sldMkLst>
          <pc:docMk/>
          <pc:sldMk cId="556866752" sldId="1037"/>
        </pc:sldMkLst>
        <pc:spChg chg="del">
          <ac:chgData name="Davis, James C" userId="84778d94-b1cc-4a48-87ce-749e1d7d6e72" providerId="ADAL" clId="{77A12936-1CA6-FD4F-A6C6-E6B1CFA10017}" dt="2024-01-31T02:47:51.073" v="18172" actId="700"/>
          <ac:spMkLst>
            <pc:docMk/>
            <pc:sldMk cId="556866752" sldId="1037"/>
            <ac:spMk id="2" creationId="{E7346171-9260-2144-50AB-FDDF3406C19F}"/>
          </ac:spMkLst>
        </pc:spChg>
        <pc:spChg chg="del">
          <ac:chgData name="Davis, James C" userId="84778d94-b1cc-4a48-87ce-749e1d7d6e72" providerId="ADAL" clId="{77A12936-1CA6-FD4F-A6C6-E6B1CFA10017}" dt="2024-01-31T02:47:51.073" v="18172" actId="700"/>
          <ac:spMkLst>
            <pc:docMk/>
            <pc:sldMk cId="556866752" sldId="1037"/>
            <ac:spMk id="3" creationId="{D40EAC88-C362-132C-8F95-FDC39410F122}"/>
          </ac:spMkLst>
        </pc:spChg>
        <pc:spChg chg="mod ord">
          <ac:chgData name="Davis, James C" userId="84778d94-b1cc-4a48-87ce-749e1d7d6e72" providerId="ADAL" clId="{77A12936-1CA6-FD4F-A6C6-E6B1CFA10017}" dt="2024-01-31T02:47:51.073" v="18172" actId="700"/>
          <ac:spMkLst>
            <pc:docMk/>
            <pc:sldMk cId="556866752" sldId="1037"/>
            <ac:spMk id="4" creationId="{4A4BA09F-8148-CE68-98CF-38A01C80C411}"/>
          </ac:spMkLst>
        </pc:spChg>
        <pc:picChg chg="add mod">
          <ac:chgData name="Davis, James C" userId="84778d94-b1cc-4a48-87ce-749e1d7d6e72" providerId="ADAL" clId="{77A12936-1CA6-FD4F-A6C6-E6B1CFA10017}" dt="2024-01-31T02:48:09.492" v="18175" actId="14100"/>
          <ac:picMkLst>
            <pc:docMk/>
            <pc:sldMk cId="556866752" sldId="1037"/>
            <ac:picMk id="5" creationId="{EF48EEE3-4BEF-B392-5472-135E28EF5252}"/>
          </ac:picMkLst>
        </pc:picChg>
      </pc:sldChg>
      <pc:sldChg chg="addSp modSp new mod">
        <pc:chgData name="Davis, James C" userId="84778d94-b1cc-4a48-87ce-749e1d7d6e72" providerId="ADAL" clId="{77A12936-1CA6-FD4F-A6C6-E6B1CFA10017}" dt="2024-01-31T02:53:04.457" v="18323" actId="20577"/>
        <pc:sldMkLst>
          <pc:docMk/>
          <pc:sldMk cId="2370638013" sldId="1038"/>
        </pc:sldMkLst>
        <pc:spChg chg="mod">
          <ac:chgData name="Davis, James C" userId="84778d94-b1cc-4a48-87ce-749e1d7d6e72" providerId="ADAL" clId="{77A12936-1CA6-FD4F-A6C6-E6B1CFA10017}" dt="2024-01-31T02:53:04.457" v="18323" actId="20577"/>
          <ac:spMkLst>
            <pc:docMk/>
            <pc:sldMk cId="2370638013" sldId="1038"/>
            <ac:spMk id="3" creationId="{F6AAFACE-D388-C744-5E6F-ACAE73FF1CC9}"/>
          </ac:spMkLst>
        </pc:spChg>
        <pc:picChg chg="add mod">
          <ac:chgData name="Davis, James C" userId="84778d94-b1cc-4a48-87ce-749e1d7d6e72" providerId="ADAL" clId="{77A12936-1CA6-FD4F-A6C6-E6B1CFA10017}" dt="2024-01-31T02:52:53.894" v="18280" actId="14100"/>
          <ac:picMkLst>
            <pc:docMk/>
            <pc:sldMk cId="2370638013" sldId="1038"/>
            <ac:picMk id="5" creationId="{856BE3D4-3C68-B86C-F8F5-FE94F1133C1C}"/>
          </ac:picMkLst>
        </pc:picChg>
      </pc:sldChg>
      <pc:sldChg chg="addSp modSp new mod">
        <pc:chgData name="Davis, James C" userId="84778d94-b1cc-4a48-87ce-749e1d7d6e72" providerId="ADAL" clId="{77A12936-1CA6-FD4F-A6C6-E6B1CFA10017}" dt="2024-01-31T02:53:37.843" v="18329" actId="14100"/>
        <pc:sldMkLst>
          <pc:docMk/>
          <pc:sldMk cId="3559476500" sldId="1039"/>
        </pc:sldMkLst>
        <pc:picChg chg="add mod">
          <ac:chgData name="Davis, James C" userId="84778d94-b1cc-4a48-87ce-749e1d7d6e72" providerId="ADAL" clId="{77A12936-1CA6-FD4F-A6C6-E6B1CFA10017}" dt="2024-01-31T02:53:37.843" v="18329" actId="14100"/>
          <ac:picMkLst>
            <pc:docMk/>
            <pc:sldMk cId="3559476500" sldId="1039"/>
            <ac:picMk id="3" creationId="{14EC494E-9919-CF69-AC8F-6A235B14BC0D}"/>
          </ac:picMkLst>
        </pc:picChg>
      </pc:sldChg>
      <pc:sldChg chg="addSp modSp new mod">
        <pc:chgData name="Davis, James C" userId="84778d94-b1cc-4a48-87ce-749e1d7d6e72" providerId="ADAL" clId="{77A12936-1CA6-FD4F-A6C6-E6B1CFA10017}" dt="2024-01-31T02:54:06.613" v="18332" actId="14100"/>
        <pc:sldMkLst>
          <pc:docMk/>
          <pc:sldMk cId="2033208312" sldId="1040"/>
        </pc:sldMkLst>
        <pc:picChg chg="add mod">
          <ac:chgData name="Davis, James C" userId="84778d94-b1cc-4a48-87ce-749e1d7d6e72" providerId="ADAL" clId="{77A12936-1CA6-FD4F-A6C6-E6B1CFA10017}" dt="2024-01-31T02:54:06.613" v="18332" actId="14100"/>
          <ac:picMkLst>
            <pc:docMk/>
            <pc:sldMk cId="2033208312" sldId="1040"/>
            <ac:picMk id="4" creationId="{71E6B251-273E-1B78-A630-A6F15ADFC13B}"/>
          </ac:picMkLst>
        </pc:picChg>
      </pc:sldChg>
      <pc:sldChg chg="modSp new mod">
        <pc:chgData name="Davis, James C" userId="84778d94-b1cc-4a48-87ce-749e1d7d6e72" providerId="ADAL" clId="{77A12936-1CA6-FD4F-A6C6-E6B1CFA10017}" dt="2024-01-31T03:14:16.623" v="18987" actId="20577"/>
        <pc:sldMkLst>
          <pc:docMk/>
          <pc:sldMk cId="3892887436" sldId="1041"/>
        </pc:sldMkLst>
        <pc:spChg chg="mod">
          <ac:chgData name="Davis, James C" userId="84778d94-b1cc-4a48-87ce-749e1d7d6e72" providerId="ADAL" clId="{77A12936-1CA6-FD4F-A6C6-E6B1CFA10017}" dt="2024-01-31T03:14:16.623" v="18987" actId="20577"/>
          <ac:spMkLst>
            <pc:docMk/>
            <pc:sldMk cId="3892887436" sldId="1041"/>
            <ac:spMk id="3" creationId="{A23152D4-8BF5-A5DD-91A3-88A3361EEED3}"/>
          </ac:spMkLst>
        </pc:spChg>
      </pc:sldChg>
      <pc:sldChg chg="addSp delSp modSp new mod modClrScheme chgLayout">
        <pc:chgData name="Davis, James C" userId="84778d94-b1cc-4a48-87ce-749e1d7d6e72" providerId="ADAL" clId="{77A12936-1CA6-FD4F-A6C6-E6B1CFA10017}" dt="2024-02-05T06:10:36.300" v="22548" actId="20577"/>
        <pc:sldMkLst>
          <pc:docMk/>
          <pc:sldMk cId="4100093423" sldId="1042"/>
        </pc:sldMkLst>
        <pc:spChg chg="del">
          <ac:chgData name="Davis, James C" userId="84778d94-b1cc-4a48-87ce-749e1d7d6e72" providerId="ADAL" clId="{77A12936-1CA6-FD4F-A6C6-E6B1CFA10017}" dt="2024-02-05T05:59:52.442" v="22355" actId="700"/>
          <ac:spMkLst>
            <pc:docMk/>
            <pc:sldMk cId="4100093423" sldId="1042"/>
            <ac:spMk id="2" creationId="{4A72EBB7-5E4C-7717-78DA-FB134832E7B0}"/>
          </ac:spMkLst>
        </pc:spChg>
        <pc:spChg chg="del mod ord">
          <ac:chgData name="Davis, James C" userId="84778d94-b1cc-4a48-87ce-749e1d7d6e72" providerId="ADAL" clId="{77A12936-1CA6-FD4F-A6C6-E6B1CFA10017}" dt="2024-02-05T05:59:52.442" v="22355" actId="700"/>
          <ac:spMkLst>
            <pc:docMk/>
            <pc:sldMk cId="4100093423" sldId="1042"/>
            <ac:spMk id="3" creationId="{D71AAD9E-608B-CBD9-9B0B-EF2395AB158A}"/>
          </ac:spMkLst>
        </pc:spChg>
        <pc:spChg chg="mod ord">
          <ac:chgData name="Davis, James C" userId="84778d94-b1cc-4a48-87ce-749e1d7d6e72" providerId="ADAL" clId="{77A12936-1CA6-FD4F-A6C6-E6B1CFA10017}" dt="2024-02-05T05:59:52.442" v="22355" actId="700"/>
          <ac:spMkLst>
            <pc:docMk/>
            <pc:sldMk cId="4100093423" sldId="1042"/>
            <ac:spMk id="4" creationId="{9AAE40F5-AD45-6D8E-C1A7-01A0D2111296}"/>
          </ac:spMkLst>
        </pc:spChg>
        <pc:spChg chg="add mod ord">
          <ac:chgData name="Davis, James C" userId="84778d94-b1cc-4a48-87ce-749e1d7d6e72" providerId="ADAL" clId="{77A12936-1CA6-FD4F-A6C6-E6B1CFA10017}" dt="2024-02-05T06:10:36.300" v="22548" actId="20577"/>
          <ac:spMkLst>
            <pc:docMk/>
            <pc:sldMk cId="4100093423" sldId="1042"/>
            <ac:spMk id="5" creationId="{D01E8173-A964-0D4C-7DBE-ED3BA5B738B6}"/>
          </ac:spMkLst>
        </pc:spChg>
      </pc:sldChg>
      <pc:sldChg chg="addSp delSp modSp new mod modClrScheme modAnim chgLayout modNotesTx">
        <pc:chgData name="Davis, James C" userId="84778d94-b1cc-4a48-87ce-749e1d7d6e72" providerId="ADAL" clId="{77A12936-1CA6-FD4F-A6C6-E6B1CFA10017}" dt="2024-02-05T06:23:37.858" v="24629" actId="20577"/>
        <pc:sldMkLst>
          <pc:docMk/>
          <pc:sldMk cId="3805193549" sldId="1043"/>
        </pc:sldMkLst>
        <pc:spChg chg="del mod ord">
          <ac:chgData name="Davis, James C" userId="84778d94-b1cc-4a48-87ce-749e1d7d6e72" providerId="ADAL" clId="{77A12936-1CA6-FD4F-A6C6-E6B1CFA10017}" dt="2024-02-05T06:09:13.356" v="22486" actId="700"/>
          <ac:spMkLst>
            <pc:docMk/>
            <pc:sldMk cId="3805193549" sldId="1043"/>
            <ac:spMk id="2" creationId="{7D66B1B0-E987-A38F-F2A0-38DA0107BF59}"/>
          </ac:spMkLst>
        </pc:spChg>
        <pc:spChg chg="mod ord">
          <ac:chgData name="Davis, James C" userId="84778d94-b1cc-4a48-87ce-749e1d7d6e72" providerId="ADAL" clId="{77A12936-1CA6-FD4F-A6C6-E6B1CFA10017}" dt="2024-02-05T06:09:13.356" v="22486" actId="700"/>
          <ac:spMkLst>
            <pc:docMk/>
            <pc:sldMk cId="3805193549" sldId="1043"/>
            <ac:spMk id="3" creationId="{896F55E6-973D-F8A1-7210-37E0FE0F98EC}"/>
          </ac:spMkLst>
        </pc:spChg>
        <pc:spChg chg="add mod ord">
          <ac:chgData name="Davis, James C" userId="84778d94-b1cc-4a48-87ce-749e1d7d6e72" providerId="ADAL" clId="{77A12936-1CA6-FD4F-A6C6-E6B1CFA10017}" dt="2024-02-05T06:09:24.492" v="22519" actId="20577"/>
          <ac:spMkLst>
            <pc:docMk/>
            <pc:sldMk cId="3805193549" sldId="1043"/>
            <ac:spMk id="4" creationId="{F0A9891A-1ABC-11B5-DF2B-886D4C1E3ECC}"/>
          </ac:spMkLst>
        </pc:spChg>
        <pc:spChg chg="add del mod ord">
          <ac:chgData name="Davis, James C" userId="84778d94-b1cc-4a48-87ce-749e1d7d6e72" providerId="ADAL" clId="{77A12936-1CA6-FD4F-A6C6-E6B1CFA10017}" dt="2024-02-05T06:09:26.051" v="22521" actId="478"/>
          <ac:spMkLst>
            <pc:docMk/>
            <pc:sldMk cId="3805193549" sldId="1043"/>
            <ac:spMk id="5" creationId="{2E86EE08-4242-B713-9A6A-326924B9F72E}"/>
          </ac:spMkLst>
        </pc:spChg>
        <pc:picChg chg="add mod">
          <ac:chgData name="Davis, James C" userId="84778d94-b1cc-4a48-87ce-749e1d7d6e72" providerId="ADAL" clId="{77A12936-1CA6-FD4F-A6C6-E6B1CFA10017}" dt="2024-02-05T06:09:33.445" v="22525" actId="14100"/>
          <ac:picMkLst>
            <pc:docMk/>
            <pc:sldMk cId="3805193549" sldId="1043"/>
            <ac:picMk id="6" creationId="{506A03BB-4D7B-7054-D0FB-2C5056D55F55}"/>
          </ac:picMkLst>
        </pc:picChg>
        <pc:cxnChg chg="add mod">
          <ac:chgData name="Davis, James C" userId="84778d94-b1cc-4a48-87ce-749e1d7d6e72" providerId="ADAL" clId="{77A12936-1CA6-FD4F-A6C6-E6B1CFA10017}" dt="2024-02-05T06:11:05.024" v="22586" actId="14100"/>
          <ac:cxnSpMkLst>
            <pc:docMk/>
            <pc:sldMk cId="3805193549" sldId="1043"/>
            <ac:cxnSpMk id="7" creationId="{4BB8ECF5-B40D-9FFA-7D86-93316BD1D303}"/>
          </ac:cxnSpMkLst>
        </pc:cxnChg>
        <pc:cxnChg chg="add mod">
          <ac:chgData name="Davis, James C" userId="84778d94-b1cc-4a48-87ce-749e1d7d6e72" providerId="ADAL" clId="{77A12936-1CA6-FD4F-A6C6-E6B1CFA10017}" dt="2024-02-05T06:11:08.880" v="22588" actId="14100"/>
          <ac:cxnSpMkLst>
            <pc:docMk/>
            <pc:sldMk cId="3805193549" sldId="1043"/>
            <ac:cxnSpMk id="9" creationId="{868D0BB6-8EFA-9191-EA61-014542E63438}"/>
          </ac:cxnSpMkLst>
        </pc:cxnChg>
        <pc:cxnChg chg="add mod">
          <ac:chgData name="Davis, James C" userId="84778d94-b1cc-4a48-87ce-749e1d7d6e72" providerId="ADAL" clId="{77A12936-1CA6-FD4F-A6C6-E6B1CFA10017}" dt="2024-02-05T06:22:46.052" v="24496" actId="14100"/>
          <ac:cxnSpMkLst>
            <pc:docMk/>
            <pc:sldMk cId="3805193549" sldId="1043"/>
            <ac:cxnSpMk id="11" creationId="{6BC0C4C1-178E-97B2-47E1-A93BA2194593}"/>
          </ac:cxnSpMkLst>
        </pc:cxnChg>
        <pc:cxnChg chg="add mod">
          <ac:chgData name="Davis, James C" userId="84778d94-b1cc-4a48-87ce-749e1d7d6e72" providerId="ADAL" clId="{77A12936-1CA6-FD4F-A6C6-E6B1CFA10017}" dt="2024-02-05T06:22:42.943" v="24495" actId="14100"/>
          <ac:cxnSpMkLst>
            <pc:docMk/>
            <pc:sldMk cId="3805193549" sldId="1043"/>
            <ac:cxnSpMk id="12" creationId="{DE7F394C-46AB-F52A-B49B-56957D27AC76}"/>
          </ac:cxnSpMkLst>
        </pc:cxnChg>
      </pc:sldChg>
      <pc:sldChg chg="add modNotesTx">
        <pc:chgData name="Davis, James C" userId="84778d94-b1cc-4a48-87ce-749e1d7d6e72" providerId="ADAL" clId="{77A12936-1CA6-FD4F-A6C6-E6B1CFA10017}" dt="2024-02-05T06:09:59.349" v="22528" actId="20577"/>
        <pc:sldMkLst>
          <pc:docMk/>
          <pc:sldMk cId="3111671100" sldId="1044"/>
        </pc:sldMkLst>
      </pc:sldChg>
      <pc:sldChg chg="addSp delSp modSp new mod modNotesTx">
        <pc:chgData name="Davis, James C" userId="84778d94-b1cc-4a48-87ce-749e1d7d6e72" providerId="ADAL" clId="{77A12936-1CA6-FD4F-A6C6-E6B1CFA10017}" dt="2024-02-05T06:37:43.474" v="25502" actId="20577"/>
        <pc:sldMkLst>
          <pc:docMk/>
          <pc:sldMk cId="3511041565" sldId="1045"/>
        </pc:sldMkLst>
        <pc:spChg chg="del">
          <ac:chgData name="Davis, James C" userId="84778d94-b1cc-4a48-87ce-749e1d7d6e72" providerId="ADAL" clId="{77A12936-1CA6-FD4F-A6C6-E6B1CFA10017}" dt="2024-02-05T06:27:58.885" v="24631" actId="478"/>
          <ac:spMkLst>
            <pc:docMk/>
            <pc:sldMk cId="3511041565" sldId="1045"/>
            <ac:spMk id="2" creationId="{38FF6594-DF5C-F928-5890-E5FFC1A47A5B}"/>
          </ac:spMkLst>
        </pc:spChg>
        <pc:spChg chg="mod">
          <ac:chgData name="Davis, James C" userId="84778d94-b1cc-4a48-87ce-749e1d7d6e72" providerId="ADAL" clId="{77A12936-1CA6-FD4F-A6C6-E6B1CFA10017}" dt="2024-02-05T06:28:15.099" v="24695" actId="20577"/>
          <ac:spMkLst>
            <pc:docMk/>
            <pc:sldMk cId="3511041565" sldId="1045"/>
            <ac:spMk id="3" creationId="{B56EB8BF-BFF3-9771-016E-923EB8CBD736}"/>
          </ac:spMkLst>
        </pc:spChg>
        <pc:picChg chg="add mod modCrop">
          <ac:chgData name="Davis, James C" userId="84778d94-b1cc-4a48-87ce-749e1d7d6e72" providerId="ADAL" clId="{77A12936-1CA6-FD4F-A6C6-E6B1CFA10017}" dt="2024-02-05T06:28:34.042" v="24715" actId="14100"/>
          <ac:picMkLst>
            <pc:docMk/>
            <pc:sldMk cId="3511041565" sldId="1045"/>
            <ac:picMk id="5" creationId="{F2AF2C21-83F1-8AAD-E86E-976C1CFBACFD}"/>
          </ac:picMkLst>
        </pc:picChg>
      </pc:sldChg>
      <pc:sldChg chg="addSp delSp modSp new mod modShow">
        <pc:chgData name="Davis, James C" userId="84778d94-b1cc-4a48-87ce-749e1d7d6e72" providerId="ADAL" clId="{77A12936-1CA6-FD4F-A6C6-E6B1CFA10017}" dt="2024-02-05T06:34:00.049" v="24849" actId="729"/>
        <pc:sldMkLst>
          <pc:docMk/>
          <pc:sldMk cId="3052112826" sldId="1046"/>
        </pc:sldMkLst>
        <pc:spChg chg="del">
          <ac:chgData name="Davis, James C" userId="84778d94-b1cc-4a48-87ce-749e1d7d6e72" providerId="ADAL" clId="{77A12936-1CA6-FD4F-A6C6-E6B1CFA10017}" dt="2024-02-05T06:28:58.016" v="24717" actId="478"/>
          <ac:spMkLst>
            <pc:docMk/>
            <pc:sldMk cId="3052112826" sldId="1046"/>
            <ac:spMk id="2" creationId="{197BF054-9980-A218-05FB-519813A64BAA}"/>
          </ac:spMkLst>
        </pc:spChg>
        <pc:spChg chg="mod">
          <ac:chgData name="Davis, James C" userId="84778d94-b1cc-4a48-87ce-749e1d7d6e72" providerId="ADAL" clId="{77A12936-1CA6-FD4F-A6C6-E6B1CFA10017}" dt="2024-02-05T06:29:15.040" v="24763" actId="20577"/>
          <ac:spMkLst>
            <pc:docMk/>
            <pc:sldMk cId="3052112826" sldId="1046"/>
            <ac:spMk id="3" creationId="{37EE875A-3823-B53D-7396-C15F0D5D4ADD}"/>
          </ac:spMkLst>
        </pc:spChg>
        <pc:picChg chg="add mod modCrop">
          <ac:chgData name="Davis, James C" userId="84778d94-b1cc-4a48-87ce-749e1d7d6e72" providerId="ADAL" clId="{77A12936-1CA6-FD4F-A6C6-E6B1CFA10017}" dt="2024-02-05T06:32:28.378" v="24829" actId="1035"/>
          <ac:picMkLst>
            <pc:docMk/>
            <pc:sldMk cId="3052112826" sldId="1046"/>
            <ac:picMk id="5" creationId="{B8562255-F253-8483-78F8-825D6CE77A97}"/>
          </ac:picMkLst>
        </pc:picChg>
        <pc:picChg chg="add mod modCrop">
          <ac:chgData name="Davis, James C" userId="84778d94-b1cc-4a48-87ce-749e1d7d6e72" providerId="ADAL" clId="{77A12936-1CA6-FD4F-A6C6-E6B1CFA10017}" dt="2024-02-05T06:32:09.593" v="24798" actId="1076"/>
          <ac:picMkLst>
            <pc:docMk/>
            <pc:sldMk cId="3052112826" sldId="1046"/>
            <ac:picMk id="6" creationId="{3C0A157F-C39F-8606-F35E-C778647F1960}"/>
          </ac:picMkLst>
        </pc:picChg>
        <pc:picChg chg="add mod modCrop">
          <ac:chgData name="Davis, James C" userId="84778d94-b1cc-4a48-87ce-749e1d7d6e72" providerId="ADAL" clId="{77A12936-1CA6-FD4F-A6C6-E6B1CFA10017}" dt="2024-02-05T06:32:09.593" v="24798" actId="1076"/>
          <ac:picMkLst>
            <pc:docMk/>
            <pc:sldMk cId="3052112826" sldId="1046"/>
            <ac:picMk id="7" creationId="{ED5F18CE-8BFC-39F9-5C02-F29F991C9384}"/>
          </ac:picMkLst>
        </pc:picChg>
        <pc:picChg chg="add mod modCrop">
          <ac:chgData name="Davis, James C" userId="84778d94-b1cc-4a48-87ce-749e1d7d6e72" providerId="ADAL" clId="{77A12936-1CA6-FD4F-A6C6-E6B1CFA10017}" dt="2024-02-05T06:32:09.593" v="24798" actId="1076"/>
          <ac:picMkLst>
            <pc:docMk/>
            <pc:sldMk cId="3052112826" sldId="1046"/>
            <ac:picMk id="8" creationId="{CFE9F605-BAFA-BF67-14C3-5EECE22A9EE3}"/>
          </ac:picMkLst>
        </pc:picChg>
        <pc:picChg chg="add mod modCrop">
          <ac:chgData name="Davis, James C" userId="84778d94-b1cc-4a48-87ce-749e1d7d6e72" providerId="ADAL" clId="{77A12936-1CA6-FD4F-A6C6-E6B1CFA10017}" dt="2024-02-05T06:32:28.378" v="24829" actId="1035"/>
          <ac:picMkLst>
            <pc:docMk/>
            <pc:sldMk cId="3052112826" sldId="1046"/>
            <ac:picMk id="9" creationId="{B2A2176F-105F-2F2E-6DB5-62F61A4116DA}"/>
          </ac:picMkLst>
        </pc:picChg>
        <pc:picChg chg="add mod modCrop">
          <ac:chgData name="Davis, James C" userId="84778d94-b1cc-4a48-87ce-749e1d7d6e72" providerId="ADAL" clId="{77A12936-1CA6-FD4F-A6C6-E6B1CFA10017}" dt="2024-02-05T06:32:09.593" v="24798" actId="1076"/>
          <ac:picMkLst>
            <pc:docMk/>
            <pc:sldMk cId="3052112826" sldId="1046"/>
            <ac:picMk id="10" creationId="{A03D7382-7B8E-B6E1-1F2D-D793CC0EBAA0}"/>
          </ac:picMkLst>
        </pc:picChg>
      </pc:sldChg>
      <pc:sldChg chg="addSp delSp modSp add mod modAnim modNotesTx">
        <pc:chgData name="Davis, James C" userId="84778d94-b1cc-4a48-87ce-749e1d7d6e72" providerId="ADAL" clId="{77A12936-1CA6-FD4F-A6C6-E6B1CFA10017}" dt="2024-02-05T06:37:11.189" v="25428" actId="20577"/>
        <pc:sldMkLst>
          <pc:docMk/>
          <pc:sldMk cId="2054037213" sldId="1047"/>
        </pc:sldMkLst>
        <pc:spChg chg="add mod">
          <ac:chgData name="Davis, James C" userId="84778d94-b1cc-4a48-87ce-749e1d7d6e72" providerId="ADAL" clId="{77A12936-1CA6-FD4F-A6C6-E6B1CFA10017}" dt="2024-02-05T06:33:21.256" v="24839" actId="2085"/>
          <ac:spMkLst>
            <pc:docMk/>
            <pc:sldMk cId="2054037213" sldId="1047"/>
            <ac:spMk id="11" creationId="{E44D349E-19EB-8BE8-47CF-6D97BFCDD2D0}"/>
          </ac:spMkLst>
        </pc:spChg>
        <pc:spChg chg="add mod">
          <ac:chgData name="Davis, James C" userId="84778d94-b1cc-4a48-87ce-749e1d7d6e72" providerId="ADAL" clId="{77A12936-1CA6-FD4F-A6C6-E6B1CFA10017}" dt="2024-02-05T06:33:28.719" v="24842" actId="14100"/>
          <ac:spMkLst>
            <pc:docMk/>
            <pc:sldMk cId="2054037213" sldId="1047"/>
            <ac:spMk id="12" creationId="{A6354731-E2CA-0C9C-B336-B370CDC80A8A}"/>
          </ac:spMkLst>
        </pc:spChg>
        <pc:spChg chg="add mod">
          <ac:chgData name="Davis, James C" userId="84778d94-b1cc-4a48-87ce-749e1d7d6e72" providerId="ADAL" clId="{77A12936-1CA6-FD4F-A6C6-E6B1CFA10017}" dt="2024-02-05T06:33:41.204" v="24845" actId="14100"/>
          <ac:spMkLst>
            <pc:docMk/>
            <pc:sldMk cId="2054037213" sldId="1047"/>
            <ac:spMk id="13" creationId="{45035128-D412-4B16-CCDA-FF295BA236EC}"/>
          </ac:spMkLst>
        </pc:spChg>
        <pc:spChg chg="add mod">
          <ac:chgData name="Davis, James C" userId="84778d94-b1cc-4a48-87ce-749e1d7d6e72" providerId="ADAL" clId="{77A12936-1CA6-FD4F-A6C6-E6B1CFA10017}" dt="2024-02-05T06:34:08.812" v="24851" actId="1076"/>
          <ac:spMkLst>
            <pc:docMk/>
            <pc:sldMk cId="2054037213" sldId="1047"/>
            <ac:spMk id="14" creationId="{661E2E38-4B5A-0C63-1671-FB902FDC9D21}"/>
          </ac:spMkLst>
        </pc:spChg>
        <pc:picChg chg="add mod">
          <ac:chgData name="Davis, James C" userId="84778d94-b1cc-4a48-87ce-749e1d7d6e72" providerId="ADAL" clId="{77A12936-1CA6-FD4F-A6C6-E6B1CFA10017}" dt="2024-02-05T06:32:54.571" v="24836" actId="14100"/>
          <ac:picMkLst>
            <pc:docMk/>
            <pc:sldMk cId="2054037213" sldId="1047"/>
            <ac:picMk id="2" creationId="{118C520B-F164-A747-5F33-55946830657C}"/>
          </ac:picMkLst>
        </pc:picChg>
        <pc:picChg chg="del">
          <ac:chgData name="Davis, James C" userId="84778d94-b1cc-4a48-87ce-749e1d7d6e72" providerId="ADAL" clId="{77A12936-1CA6-FD4F-A6C6-E6B1CFA10017}" dt="2024-02-05T06:32:44.934" v="24831" actId="478"/>
          <ac:picMkLst>
            <pc:docMk/>
            <pc:sldMk cId="2054037213" sldId="1047"/>
            <ac:picMk id="5" creationId="{B8562255-F253-8483-78F8-825D6CE77A97}"/>
          </ac:picMkLst>
        </pc:picChg>
        <pc:picChg chg="del">
          <ac:chgData name="Davis, James C" userId="84778d94-b1cc-4a48-87ce-749e1d7d6e72" providerId="ADAL" clId="{77A12936-1CA6-FD4F-A6C6-E6B1CFA10017}" dt="2024-02-05T06:32:44.934" v="24831" actId="478"/>
          <ac:picMkLst>
            <pc:docMk/>
            <pc:sldMk cId="2054037213" sldId="1047"/>
            <ac:picMk id="6" creationId="{3C0A157F-C39F-8606-F35E-C778647F1960}"/>
          </ac:picMkLst>
        </pc:picChg>
        <pc:picChg chg="del">
          <ac:chgData name="Davis, James C" userId="84778d94-b1cc-4a48-87ce-749e1d7d6e72" providerId="ADAL" clId="{77A12936-1CA6-FD4F-A6C6-E6B1CFA10017}" dt="2024-02-05T06:32:44.934" v="24831" actId="478"/>
          <ac:picMkLst>
            <pc:docMk/>
            <pc:sldMk cId="2054037213" sldId="1047"/>
            <ac:picMk id="7" creationId="{ED5F18CE-8BFC-39F9-5C02-F29F991C9384}"/>
          </ac:picMkLst>
        </pc:picChg>
        <pc:picChg chg="del">
          <ac:chgData name="Davis, James C" userId="84778d94-b1cc-4a48-87ce-749e1d7d6e72" providerId="ADAL" clId="{77A12936-1CA6-FD4F-A6C6-E6B1CFA10017}" dt="2024-02-05T06:32:44.934" v="24831" actId="478"/>
          <ac:picMkLst>
            <pc:docMk/>
            <pc:sldMk cId="2054037213" sldId="1047"/>
            <ac:picMk id="8" creationId="{CFE9F605-BAFA-BF67-14C3-5EECE22A9EE3}"/>
          </ac:picMkLst>
        </pc:picChg>
        <pc:picChg chg="del">
          <ac:chgData name="Davis, James C" userId="84778d94-b1cc-4a48-87ce-749e1d7d6e72" providerId="ADAL" clId="{77A12936-1CA6-FD4F-A6C6-E6B1CFA10017}" dt="2024-02-05T06:32:44.934" v="24831" actId="478"/>
          <ac:picMkLst>
            <pc:docMk/>
            <pc:sldMk cId="2054037213" sldId="1047"/>
            <ac:picMk id="9" creationId="{B2A2176F-105F-2F2E-6DB5-62F61A4116DA}"/>
          </ac:picMkLst>
        </pc:picChg>
        <pc:picChg chg="del">
          <ac:chgData name="Davis, James C" userId="84778d94-b1cc-4a48-87ce-749e1d7d6e72" providerId="ADAL" clId="{77A12936-1CA6-FD4F-A6C6-E6B1CFA10017}" dt="2024-02-05T06:32:44.934" v="24831" actId="478"/>
          <ac:picMkLst>
            <pc:docMk/>
            <pc:sldMk cId="2054037213" sldId="1047"/>
            <ac:picMk id="10" creationId="{A03D7382-7B8E-B6E1-1F2D-D793CC0EBAA0}"/>
          </ac:picMkLst>
        </pc:picChg>
      </pc:sldChg>
    </pc:docChg>
  </pc:docChgLst>
  <pc:docChgLst>
    <pc:chgData name="Davis, James C" userId="84778d94-b1cc-4a48-87ce-749e1d7d6e72" providerId="ADAL" clId="{BC5BFF19-44DE-C347-8173-5BA443C690EA}"/>
    <pc:docChg chg="custSel delSld modSld">
      <pc:chgData name="Davis, James C" userId="84778d94-b1cc-4a48-87ce-749e1d7d6e72" providerId="ADAL" clId="{BC5BFF19-44DE-C347-8173-5BA443C690EA}" dt="2021-01-25T23:25:20.401" v="131" actId="20577"/>
      <pc:docMkLst>
        <pc:docMk/>
      </pc:docMkLst>
      <pc:sldChg chg="modNotesTx">
        <pc:chgData name="Davis, James C" userId="84778d94-b1cc-4a48-87ce-749e1d7d6e72" providerId="ADAL" clId="{BC5BFF19-44DE-C347-8173-5BA443C690EA}" dt="2021-01-25T23:25:20.401" v="131" actId="20577"/>
        <pc:sldMkLst>
          <pc:docMk/>
          <pc:sldMk cId="4268083898" sldId="264"/>
        </pc:sldMkLst>
      </pc:sldChg>
      <pc:sldChg chg="modSp mod">
        <pc:chgData name="Davis, James C" userId="84778d94-b1cc-4a48-87ce-749e1d7d6e72" providerId="ADAL" clId="{BC5BFF19-44DE-C347-8173-5BA443C690EA}" dt="2021-01-25T16:34:17.607" v="0" actId="21"/>
        <pc:sldMkLst>
          <pc:docMk/>
          <pc:sldMk cId="3667608206" sldId="279"/>
        </pc:sldMkLst>
        <pc:spChg chg="mod">
          <ac:chgData name="Davis, James C" userId="84778d94-b1cc-4a48-87ce-749e1d7d6e72" providerId="ADAL" clId="{BC5BFF19-44DE-C347-8173-5BA443C690EA}" dt="2021-01-25T16:34:17.607" v="0" actId="21"/>
          <ac:spMkLst>
            <pc:docMk/>
            <pc:sldMk cId="3667608206" sldId="279"/>
            <ac:spMk id="2" creationId="{1EBAB61F-537F-FC4D-BDFF-36A0819BCD5B}"/>
          </ac:spMkLst>
        </pc:spChg>
      </pc:sldChg>
      <pc:sldChg chg="del">
        <pc:chgData name="Davis, James C" userId="84778d94-b1cc-4a48-87ce-749e1d7d6e72" providerId="ADAL" clId="{BC5BFF19-44DE-C347-8173-5BA443C690EA}" dt="2021-01-25T16:37:02.019" v="1" actId="2696"/>
        <pc:sldMkLst>
          <pc:docMk/>
          <pc:sldMk cId="978654332" sldId="300"/>
        </pc:sldMkLst>
      </pc:sldChg>
      <pc:sldChg chg="del">
        <pc:chgData name="Davis, James C" userId="84778d94-b1cc-4a48-87ce-749e1d7d6e72" providerId="ADAL" clId="{BC5BFF19-44DE-C347-8173-5BA443C690EA}" dt="2021-01-25T16:37:06.587" v="2" actId="2696"/>
        <pc:sldMkLst>
          <pc:docMk/>
          <pc:sldMk cId="750829407" sldId="307"/>
        </pc:sldMkLst>
      </pc:sldChg>
      <pc:sldChg chg="del">
        <pc:chgData name="Davis, James C" userId="84778d94-b1cc-4a48-87ce-749e1d7d6e72" providerId="ADAL" clId="{BC5BFF19-44DE-C347-8173-5BA443C690EA}" dt="2021-01-25T16:37:02.019" v="1" actId="2696"/>
        <pc:sldMkLst>
          <pc:docMk/>
          <pc:sldMk cId="442907299" sldId="308"/>
        </pc:sldMkLst>
      </pc:sldChg>
      <pc:sldChg chg="del">
        <pc:chgData name="Davis, James C" userId="84778d94-b1cc-4a48-87ce-749e1d7d6e72" providerId="ADAL" clId="{BC5BFF19-44DE-C347-8173-5BA443C690EA}" dt="2021-01-25T16:37:06.587" v="2" actId="2696"/>
        <pc:sldMkLst>
          <pc:docMk/>
          <pc:sldMk cId="1951953837" sldId="309"/>
        </pc:sldMkLst>
      </pc:sldChg>
    </pc:docChg>
  </pc:docChgLst>
  <pc:docChgLst>
    <pc:chgData name="Davis, James C" userId="84778d94-b1cc-4a48-87ce-749e1d7d6e72" providerId="ADAL" clId="{7D066DA6-63FA-CE4D-B555-26279D5BD446}"/>
    <pc:docChg chg="modSld modMainMaster">
      <pc:chgData name="Davis, James C" userId="84778d94-b1cc-4a48-87ce-749e1d7d6e72" providerId="ADAL" clId="{7D066DA6-63FA-CE4D-B555-26279D5BD446}" dt="2020-08-22T00:48:03.111" v="14"/>
      <pc:docMkLst>
        <pc:docMk/>
      </pc:docMkLst>
      <pc:sldChg chg="modSp mod">
        <pc:chgData name="Davis, James C" userId="84778d94-b1cc-4a48-87ce-749e1d7d6e72" providerId="ADAL" clId="{7D066DA6-63FA-CE4D-B555-26279D5BD446}" dt="2020-08-22T00:47:12.931" v="12" actId="20577"/>
        <pc:sldMkLst>
          <pc:docMk/>
          <pc:sldMk cId="681153070" sldId="263"/>
        </pc:sldMkLst>
        <pc:spChg chg="mod">
          <ac:chgData name="Davis, James C" userId="84778d94-b1cc-4a48-87ce-749e1d7d6e72" providerId="ADAL" clId="{7D066DA6-63FA-CE4D-B555-26279D5BD446}" dt="2020-08-22T00:47:12.931" v="12" actId="20577"/>
          <ac:spMkLst>
            <pc:docMk/>
            <pc:sldMk cId="681153070" sldId="263"/>
            <ac:spMk id="3" creationId="{089D1F61-B74F-FD46-9676-D29849AD2577}"/>
          </ac:spMkLst>
        </pc:spChg>
      </pc:sldChg>
      <pc:sldMasterChg chg="modSp modSldLayout">
        <pc:chgData name="Davis, James C" userId="84778d94-b1cc-4a48-87ce-749e1d7d6e72" providerId="ADAL" clId="{7D066DA6-63FA-CE4D-B555-26279D5BD446}" dt="2020-08-22T00:48:03.111" v="14"/>
        <pc:sldMasterMkLst>
          <pc:docMk/>
          <pc:sldMasterMk cId="3595336832" sldId="2147483708"/>
        </pc:sldMasterMkLst>
        <pc:spChg chg="mod">
          <ac:chgData name="Davis, James C" userId="84778d94-b1cc-4a48-87ce-749e1d7d6e72" providerId="ADAL" clId="{7D066DA6-63FA-CE4D-B555-26279D5BD446}" dt="2020-08-22T00:48:03.111" v="14"/>
          <ac:spMkLst>
            <pc:docMk/>
            <pc:sldMasterMk cId="3595336832" sldId="2147483708"/>
            <ac:spMk id="2" creationId="{00000000-0000-0000-0000-000000000000}"/>
          </ac:spMkLst>
        </pc:spChg>
        <pc:sldLayoutChg chg="modSp">
          <pc:chgData name="Davis, James C" userId="84778d94-b1cc-4a48-87ce-749e1d7d6e72" providerId="ADAL" clId="{7D066DA6-63FA-CE4D-B555-26279D5BD446}" dt="2020-08-22T00:47:50.793" v="13"/>
          <pc:sldLayoutMkLst>
            <pc:docMk/>
            <pc:sldMasterMk cId="3595336832" sldId="2147483708"/>
            <pc:sldLayoutMk cId="4232609549" sldId="2147483726"/>
          </pc:sldLayoutMkLst>
          <pc:spChg chg="mod">
            <ac:chgData name="Davis, James C" userId="84778d94-b1cc-4a48-87ce-749e1d7d6e72" providerId="ADAL" clId="{7D066DA6-63FA-CE4D-B555-26279D5BD446}" dt="2020-08-22T00:47:50.793" v="13"/>
            <ac:spMkLst>
              <pc:docMk/>
              <pc:sldMasterMk cId="3595336832" sldId="2147483708"/>
              <pc:sldLayoutMk cId="4232609549" sldId="2147483726"/>
              <ac:spMk id="251914" creationId="{00000000-0000-0000-0000-000000000000}"/>
            </ac:spMkLst>
          </pc:spChg>
        </pc:sldLayoutChg>
      </pc:sldMasterChg>
    </pc:docChg>
  </pc:docChgLst>
  <pc:docChgLst>
    <pc:chgData name="Davis, James C" userId="84778d94-b1cc-4a48-87ce-749e1d7d6e72" providerId="ADAL" clId="{8421367D-9D70-514B-8F67-5085FD594931}"/>
    <pc:docChg chg="undo custSel addSld delSld modSld">
      <pc:chgData name="Davis, James C" userId="84778d94-b1cc-4a48-87ce-749e1d7d6e72" providerId="ADAL" clId="{8421367D-9D70-514B-8F67-5085FD594931}" dt="2022-01-10T19:25:10.644" v="3825" actId="2696"/>
      <pc:docMkLst>
        <pc:docMk/>
      </pc:docMkLst>
      <pc:sldChg chg="addSp delSp modSp mod">
        <pc:chgData name="Davis, James C" userId="84778d94-b1cc-4a48-87ce-749e1d7d6e72" providerId="ADAL" clId="{8421367D-9D70-514B-8F67-5085FD594931}" dt="2022-01-10T17:54:27.660" v="40" actId="20577"/>
        <pc:sldMkLst>
          <pc:docMk/>
          <pc:sldMk cId="681153070" sldId="263"/>
        </pc:sldMkLst>
        <pc:spChg chg="mod">
          <ac:chgData name="Davis, James C" userId="84778d94-b1cc-4a48-87ce-749e1d7d6e72" providerId="ADAL" clId="{8421367D-9D70-514B-8F67-5085FD594931}" dt="2022-01-10T17:54:16.927" v="27" actId="20577"/>
          <ac:spMkLst>
            <pc:docMk/>
            <pc:sldMk cId="681153070" sldId="263"/>
            <ac:spMk id="2" creationId="{7A610390-B9F9-1640-9974-0C21350E01C9}"/>
          </ac:spMkLst>
        </pc:spChg>
        <pc:spChg chg="add mod">
          <ac:chgData name="Davis, James C" userId="84778d94-b1cc-4a48-87ce-749e1d7d6e72" providerId="ADAL" clId="{8421367D-9D70-514B-8F67-5085FD594931}" dt="2022-01-10T17:54:27.660" v="40" actId="20577"/>
          <ac:spMkLst>
            <pc:docMk/>
            <pc:sldMk cId="681153070" sldId="263"/>
            <ac:spMk id="4" creationId="{CDDCBB7A-22A8-1843-B24A-5E737DC2CC35}"/>
          </ac:spMkLst>
        </pc:spChg>
        <pc:spChg chg="del">
          <ac:chgData name="Davis, James C" userId="84778d94-b1cc-4a48-87ce-749e1d7d6e72" providerId="ADAL" clId="{8421367D-9D70-514B-8F67-5085FD594931}" dt="2022-01-10T17:54:19.652" v="28" actId="478"/>
          <ac:spMkLst>
            <pc:docMk/>
            <pc:sldMk cId="681153070" sldId="263"/>
            <ac:spMk id="5" creationId="{7B6724EB-AACE-8F4E-A434-96EEE2AD8594}"/>
          </ac:spMkLst>
        </pc:spChg>
      </pc:sldChg>
      <pc:sldChg chg="addSp modSp add mod modAnim modNotesTx">
        <pc:chgData name="Davis, James C" userId="84778d94-b1cc-4a48-87ce-749e1d7d6e72" providerId="ADAL" clId="{8421367D-9D70-514B-8F67-5085FD594931}" dt="2022-01-10T19:16:52.243" v="3451" actId="20577"/>
        <pc:sldMkLst>
          <pc:docMk/>
          <pc:sldMk cId="570659073" sldId="264"/>
        </pc:sldMkLst>
        <pc:spChg chg="mod">
          <ac:chgData name="Davis, James C" userId="84778d94-b1cc-4a48-87ce-749e1d7d6e72" providerId="ADAL" clId="{8421367D-9D70-514B-8F67-5085FD594931}" dt="2022-01-10T18:59:36.587" v="2251" actId="21"/>
          <ac:spMkLst>
            <pc:docMk/>
            <pc:sldMk cId="570659073" sldId="264"/>
            <ac:spMk id="2" creationId="{1EBAB61F-537F-FC4D-BDFF-36A0819BCD5B}"/>
          </ac:spMkLst>
        </pc:spChg>
        <pc:spChg chg="mod">
          <ac:chgData name="Davis, James C" userId="84778d94-b1cc-4a48-87ce-749e1d7d6e72" providerId="ADAL" clId="{8421367D-9D70-514B-8F67-5085FD594931}" dt="2022-01-10T18:59:17.978" v="2245" actId="1076"/>
          <ac:spMkLst>
            <pc:docMk/>
            <pc:sldMk cId="570659073" sldId="264"/>
            <ac:spMk id="4" creationId="{58511EDA-AA9E-C947-B1BA-63604FFA995D}"/>
          </ac:spMkLst>
        </pc:spChg>
        <pc:spChg chg="add mod">
          <ac:chgData name="Davis, James C" userId="84778d94-b1cc-4a48-87ce-749e1d7d6e72" providerId="ADAL" clId="{8421367D-9D70-514B-8F67-5085FD594931}" dt="2022-01-10T18:59:13.424" v="2243" actId="1076"/>
          <ac:spMkLst>
            <pc:docMk/>
            <pc:sldMk cId="570659073" sldId="264"/>
            <ac:spMk id="5" creationId="{401C8F54-92D7-9546-BFC2-9348D9A264E3}"/>
          </ac:spMkLst>
        </pc:spChg>
        <pc:spChg chg="mod">
          <ac:chgData name="Davis, James C" userId="84778d94-b1cc-4a48-87ce-749e1d7d6e72" providerId="ADAL" clId="{8421367D-9D70-514B-8F67-5085FD594931}" dt="2022-01-10T18:59:29.612" v="2249" actId="1076"/>
          <ac:spMkLst>
            <pc:docMk/>
            <pc:sldMk cId="570659073" sldId="264"/>
            <ac:spMk id="9" creationId="{CB2A4C44-2056-0C4C-BB97-A0206922C8DC}"/>
          </ac:spMkLst>
        </pc:spChg>
        <pc:spChg chg="add mod">
          <ac:chgData name="Davis, James C" userId="84778d94-b1cc-4a48-87ce-749e1d7d6e72" providerId="ADAL" clId="{8421367D-9D70-514B-8F67-5085FD594931}" dt="2022-01-10T18:59:06.304" v="2241" actId="1076"/>
          <ac:spMkLst>
            <pc:docMk/>
            <pc:sldMk cId="570659073" sldId="264"/>
            <ac:spMk id="12" creationId="{C8E807EA-3FB9-FB4A-9427-4B4A0A72CC36}"/>
          </ac:spMkLst>
        </pc:spChg>
        <pc:spChg chg="add mod">
          <ac:chgData name="Davis, James C" userId="84778d94-b1cc-4a48-87ce-749e1d7d6e72" providerId="ADAL" clId="{8421367D-9D70-514B-8F67-5085FD594931}" dt="2022-01-10T18:56:04.986" v="1882" actId="14100"/>
          <ac:spMkLst>
            <pc:docMk/>
            <pc:sldMk cId="570659073" sldId="264"/>
            <ac:spMk id="14" creationId="{0AC25358-5734-6E44-92F7-7C8B9BA670E6}"/>
          </ac:spMkLst>
        </pc:spChg>
        <pc:picChg chg="add mod">
          <ac:chgData name="Davis, James C" userId="84778d94-b1cc-4a48-87ce-749e1d7d6e72" providerId="ADAL" clId="{8421367D-9D70-514B-8F67-5085FD594931}" dt="2022-01-10T18:59:20.937" v="2247" actId="1076"/>
          <ac:picMkLst>
            <pc:docMk/>
            <pc:sldMk cId="570659073" sldId="264"/>
            <ac:picMk id="7" creationId="{24C8C700-19C8-1E4B-B29E-7A0D13AF587F}"/>
          </ac:picMkLst>
        </pc:picChg>
        <pc:picChg chg="mod">
          <ac:chgData name="Davis, James C" userId="84778d94-b1cc-4a48-87ce-749e1d7d6e72" providerId="ADAL" clId="{8421367D-9D70-514B-8F67-5085FD594931}" dt="2022-01-10T18:59:26.634" v="2248" actId="1076"/>
          <ac:picMkLst>
            <pc:docMk/>
            <pc:sldMk cId="570659073" sldId="264"/>
            <ac:picMk id="8" creationId="{67C24C67-4CD7-6641-B076-119DFDE1CBBC}"/>
          </ac:picMkLst>
        </pc:picChg>
        <pc:picChg chg="mod">
          <ac:chgData name="Davis, James C" userId="84778d94-b1cc-4a48-87ce-749e1d7d6e72" providerId="ADAL" clId="{8421367D-9D70-514B-8F67-5085FD594931}" dt="2022-01-10T18:59:15.922" v="2244" actId="1076"/>
          <ac:picMkLst>
            <pc:docMk/>
            <pc:sldMk cId="570659073" sldId="264"/>
            <ac:picMk id="2050" creationId="{C93C3C47-E844-9340-A04A-9F22A3F3BFDB}"/>
          </ac:picMkLst>
        </pc:picChg>
        <pc:picChg chg="add mod">
          <ac:chgData name="Davis, James C" userId="84778d94-b1cc-4a48-87ce-749e1d7d6e72" providerId="ADAL" clId="{8421367D-9D70-514B-8F67-5085FD594931}" dt="2022-01-10T18:59:13.424" v="2243" actId="1076"/>
          <ac:picMkLst>
            <pc:docMk/>
            <pc:sldMk cId="570659073" sldId="264"/>
            <ac:picMk id="3074" creationId="{44B55E47-D9F7-C547-B504-F84D19479F46}"/>
          </ac:picMkLst>
        </pc:picChg>
      </pc:sldChg>
      <pc:sldChg chg="delSp del mod">
        <pc:chgData name="Davis, James C" userId="84778d94-b1cc-4a48-87ce-749e1d7d6e72" providerId="ADAL" clId="{8421367D-9D70-514B-8F67-5085FD594931}" dt="2022-01-10T18:30:56.475" v="472" actId="2696"/>
        <pc:sldMkLst>
          <pc:docMk/>
          <pc:sldMk cId="4268083898" sldId="264"/>
        </pc:sldMkLst>
        <pc:spChg chg="del">
          <ac:chgData name="Davis, James C" userId="84778d94-b1cc-4a48-87ce-749e1d7d6e72" providerId="ADAL" clId="{8421367D-9D70-514B-8F67-5085FD594931}" dt="2022-01-10T17:54:36.034" v="43" actId="478"/>
          <ac:spMkLst>
            <pc:docMk/>
            <pc:sldMk cId="4268083898" sldId="264"/>
            <ac:spMk id="5" creationId="{68B7A39E-BE4F-0647-94DF-48DE6F8E91BC}"/>
          </ac:spMkLst>
        </pc:spChg>
      </pc:sldChg>
      <pc:sldChg chg="addSp delSp modSp mod">
        <pc:chgData name="Davis, James C" userId="84778d94-b1cc-4a48-87ce-749e1d7d6e72" providerId="ADAL" clId="{8421367D-9D70-514B-8F67-5085FD594931}" dt="2022-01-10T18:31:24.120" v="478" actId="1076"/>
        <pc:sldMkLst>
          <pc:docMk/>
          <pc:sldMk cId="438814055" sldId="266"/>
        </pc:sldMkLst>
        <pc:spChg chg="del">
          <ac:chgData name="Davis, James C" userId="84778d94-b1cc-4a48-87ce-749e1d7d6e72" providerId="ADAL" clId="{8421367D-9D70-514B-8F67-5085FD594931}" dt="2022-01-10T17:54:37.324" v="44" actId="478"/>
          <ac:spMkLst>
            <pc:docMk/>
            <pc:sldMk cId="438814055" sldId="266"/>
            <ac:spMk id="5" creationId="{4C0C250F-9E35-9B45-82CF-3AC64D04E9FE}"/>
          </ac:spMkLst>
        </pc:spChg>
        <pc:picChg chg="add mod">
          <ac:chgData name="Davis, James C" userId="84778d94-b1cc-4a48-87ce-749e1d7d6e72" providerId="ADAL" clId="{8421367D-9D70-514B-8F67-5085FD594931}" dt="2022-01-10T18:31:24.120" v="478" actId="1076"/>
          <ac:picMkLst>
            <pc:docMk/>
            <pc:sldMk cId="438814055" sldId="266"/>
            <ac:picMk id="2" creationId="{1FE4F28D-A45C-4349-8268-7AED0A71F654}"/>
          </ac:picMkLst>
        </pc:picChg>
        <pc:picChg chg="del">
          <ac:chgData name="Davis, James C" userId="84778d94-b1cc-4a48-87ce-749e1d7d6e72" providerId="ADAL" clId="{8421367D-9D70-514B-8F67-5085FD594931}" dt="2022-01-10T18:31:15.608" v="474" actId="478"/>
          <ac:picMkLst>
            <pc:docMk/>
            <pc:sldMk cId="438814055" sldId="266"/>
            <ac:picMk id="9" creationId="{9AEC0A0B-CB82-1F4B-8B33-E780F35D2F75}"/>
          </ac:picMkLst>
        </pc:picChg>
      </pc:sldChg>
      <pc:sldChg chg="delSp modSp mod">
        <pc:chgData name="Davis, James C" userId="84778d94-b1cc-4a48-87ce-749e1d7d6e72" providerId="ADAL" clId="{8421367D-9D70-514B-8F67-5085FD594931}" dt="2022-01-10T19:13:05.400" v="3270" actId="20577"/>
        <pc:sldMkLst>
          <pc:docMk/>
          <pc:sldMk cId="4223223361" sldId="273"/>
        </pc:sldMkLst>
        <pc:spChg chg="mod">
          <ac:chgData name="Davis, James C" userId="84778d94-b1cc-4a48-87ce-749e1d7d6e72" providerId="ADAL" clId="{8421367D-9D70-514B-8F67-5085FD594931}" dt="2022-01-10T19:13:05.400" v="3270" actId="20577"/>
          <ac:spMkLst>
            <pc:docMk/>
            <pc:sldMk cId="4223223361" sldId="273"/>
            <ac:spMk id="2" creationId="{1EBAB61F-537F-FC4D-BDFF-36A0819BCD5B}"/>
          </ac:spMkLst>
        </pc:spChg>
        <pc:spChg chg="del">
          <ac:chgData name="Davis, James C" userId="84778d94-b1cc-4a48-87ce-749e1d7d6e72" providerId="ADAL" clId="{8421367D-9D70-514B-8F67-5085FD594931}" dt="2022-01-10T17:55:03.582" v="57" actId="478"/>
          <ac:spMkLst>
            <pc:docMk/>
            <pc:sldMk cId="4223223361" sldId="273"/>
            <ac:spMk id="5" creationId="{4C0C250F-9E35-9B45-82CF-3AC64D04E9FE}"/>
          </ac:spMkLst>
        </pc:spChg>
      </pc:sldChg>
      <pc:sldChg chg="delSp mod">
        <pc:chgData name="Davis, James C" userId="84778d94-b1cc-4a48-87ce-749e1d7d6e72" providerId="ADAL" clId="{8421367D-9D70-514B-8F67-5085FD594931}" dt="2022-01-10T17:54:39.017" v="45" actId="478"/>
        <pc:sldMkLst>
          <pc:docMk/>
          <pc:sldMk cId="2281410046" sldId="274"/>
        </pc:sldMkLst>
        <pc:spChg chg="del">
          <ac:chgData name="Davis, James C" userId="84778d94-b1cc-4a48-87ce-749e1d7d6e72" providerId="ADAL" clId="{8421367D-9D70-514B-8F67-5085FD594931}" dt="2022-01-10T17:54:39.017" v="45" actId="478"/>
          <ac:spMkLst>
            <pc:docMk/>
            <pc:sldMk cId="2281410046" sldId="274"/>
            <ac:spMk id="5" creationId="{4C0C250F-9E35-9B45-82CF-3AC64D04E9FE}"/>
          </ac:spMkLst>
        </pc:spChg>
      </pc:sldChg>
      <pc:sldChg chg="addSp delSp modSp mod delAnim">
        <pc:chgData name="Davis, James C" userId="84778d94-b1cc-4a48-87ce-749e1d7d6e72" providerId="ADAL" clId="{8421367D-9D70-514B-8F67-5085FD594931}" dt="2022-01-10T19:14:59.774" v="3297" actId="1076"/>
        <pc:sldMkLst>
          <pc:docMk/>
          <pc:sldMk cId="630546080" sldId="275"/>
        </pc:sldMkLst>
        <pc:spChg chg="del mod">
          <ac:chgData name="Davis, James C" userId="84778d94-b1cc-4a48-87ce-749e1d7d6e72" providerId="ADAL" clId="{8421367D-9D70-514B-8F67-5085FD594931}" dt="2022-01-10T19:14:21.576" v="3291"/>
          <ac:spMkLst>
            <pc:docMk/>
            <pc:sldMk cId="630546080" sldId="275"/>
            <ac:spMk id="2" creationId="{1EBAB61F-537F-FC4D-BDFF-36A0819BCD5B}"/>
          </ac:spMkLst>
        </pc:spChg>
        <pc:spChg chg="mod">
          <ac:chgData name="Davis, James C" userId="84778d94-b1cc-4a48-87ce-749e1d7d6e72" providerId="ADAL" clId="{8421367D-9D70-514B-8F67-5085FD594931}" dt="2022-01-10T19:13:51.389" v="3288" actId="20577"/>
          <ac:spMkLst>
            <pc:docMk/>
            <pc:sldMk cId="630546080" sldId="275"/>
            <ac:spMk id="3" creationId="{C9A584C7-FB3C-6D44-8B7E-26AB6FD58CB9}"/>
          </ac:spMkLst>
        </pc:spChg>
        <pc:spChg chg="del">
          <ac:chgData name="Davis, James C" userId="84778d94-b1cc-4a48-87ce-749e1d7d6e72" providerId="ADAL" clId="{8421367D-9D70-514B-8F67-5085FD594931}" dt="2022-01-10T17:55:08.847" v="60" actId="478"/>
          <ac:spMkLst>
            <pc:docMk/>
            <pc:sldMk cId="630546080" sldId="275"/>
            <ac:spMk id="5" creationId="{4C0C250F-9E35-9B45-82CF-3AC64D04E9FE}"/>
          </ac:spMkLst>
        </pc:spChg>
        <pc:spChg chg="add mod">
          <ac:chgData name="Davis, James C" userId="84778d94-b1cc-4a48-87ce-749e1d7d6e72" providerId="ADAL" clId="{8421367D-9D70-514B-8F67-5085FD594931}" dt="2022-01-10T19:14:59.774" v="3297" actId="1076"/>
          <ac:spMkLst>
            <pc:docMk/>
            <pc:sldMk cId="630546080" sldId="275"/>
            <ac:spMk id="5" creationId="{C2F3F0F9-A864-384F-AD59-AFF18E87EBBB}"/>
          </ac:spMkLst>
        </pc:spChg>
        <pc:spChg chg="del">
          <ac:chgData name="Davis, James C" userId="84778d94-b1cc-4a48-87ce-749e1d7d6e72" providerId="ADAL" clId="{8421367D-9D70-514B-8F67-5085FD594931}" dt="2022-01-10T19:13:56.460" v="3289" actId="478"/>
          <ac:spMkLst>
            <pc:docMk/>
            <pc:sldMk cId="630546080" sldId="275"/>
            <ac:spMk id="7" creationId="{10E850F5-A793-1343-B647-AA66442C0DC7}"/>
          </ac:spMkLst>
        </pc:spChg>
        <pc:spChg chg="del">
          <ac:chgData name="Davis, James C" userId="84778d94-b1cc-4a48-87ce-749e1d7d6e72" providerId="ADAL" clId="{8421367D-9D70-514B-8F67-5085FD594931}" dt="2022-01-10T19:13:56.460" v="3289" actId="478"/>
          <ac:spMkLst>
            <pc:docMk/>
            <pc:sldMk cId="630546080" sldId="275"/>
            <ac:spMk id="12" creationId="{0E5DFF75-A6B1-C84B-BFA9-1F415E33629E}"/>
          </ac:spMkLst>
        </pc:spChg>
        <pc:spChg chg="del">
          <ac:chgData name="Davis, James C" userId="84778d94-b1cc-4a48-87ce-749e1d7d6e72" providerId="ADAL" clId="{8421367D-9D70-514B-8F67-5085FD594931}" dt="2022-01-10T19:13:56.460" v="3289" actId="478"/>
          <ac:spMkLst>
            <pc:docMk/>
            <pc:sldMk cId="630546080" sldId="275"/>
            <ac:spMk id="13" creationId="{B9FCEB7D-2462-BE42-B34F-DAAB5AA16FB3}"/>
          </ac:spMkLst>
        </pc:spChg>
        <pc:spChg chg="del">
          <ac:chgData name="Davis, James C" userId="84778d94-b1cc-4a48-87ce-749e1d7d6e72" providerId="ADAL" clId="{8421367D-9D70-514B-8F67-5085FD594931}" dt="2022-01-10T19:13:56.460" v="3289" actId="478"/>
          <ac:spMkLst>
            <pc:docMk/>
            <pc:sldMk cId="630546080" sldId="275"/>
            <ac:spMk id="14" creationId="{49F35626-ADB2-6440-A8F3-A43CDA7C2C2E}"/>
          </ac:spMkLst>
        </pc:spChg>
        <pc:spChg chg="del">
          <ac:chgData name="Davis, James C" userId="84778d94-b1cc-4a48-87ce-749e1d7d6e72" providerId="ADAL" clId="{8421367D-9D70-514B-8F67-5085FD594931}" dt="2022-01-10T19:13:56.460" v="3289" actId="478"/>
          <ac:spMkLst>
            <pc:docMk/>
            <pc:sldMk cId="630546080" sldId="275"/>
            <ac:spMk id="15" creationId="{2375B2D1-CFBA-1C43-BC30-60B582F4EC95}"/>
          </ac:spMkLst>
        </pc:spChg>
        <pc:picChg chg="add mod">
          <ac:chgData name="Davis, James C" userId="84778d94-b1cc-4a48-87ce-749e1d7d6e72" providerId="ADAL" clId="{8421367D-9D70-514B-8F67-5085FD594931}" dt="2022-01-10T19:14:23.519" v="3292" actId="1076"/>
          <ac:picMkLst>
            <pc:docMk/>
            <pc:sldMk cId="630546080" sldId="275"/>
            <ac:picMk id="4" creationId="{80B790F7-3706-DE4A-81A2-303498AA8330}"/>
          </ac:picMkLst>
        </pc:picChg>
        <pc:picChg chg="del">
          <ac:chgData name="Davis, James C" userId="84778d94-b1cc-4a48-87ce-749e1d7d6e72" providerId="ADAL" clId="{8421367D-9D70-514B-8F67-5085FD594931}" dt="2022-01-10T19:13:56.460" v="3289" actId="478"/>
          <ac:picMkLst>
            <pc:docMk/>
            <pc:sldMk cId="630546080" sldId="275"/>
            <ac:picMk id="10" creationId="{9160C5C0-F2A8-4545-9DFA-92F0F64397DF}"/>
          </ac:picMkLst>
        </pc:picChg>
      </pc:sldChg>
      <pc:sldChg chg="delSp modSp mod">
        <pc:chgData name="Davis, James C" userId="84778d94-b1cc-4a48-87ce-749e1d7d6e72" providerId="ADAL" clId="{8421367D-9D70-514B-8F67-5085FD594931}" dt="2022-01-10T19:13:32.886" v="3272" actId="1076"/>
        <pc:sldMkLst>
          <pc:docMk/>
          <pc:sldMk cId="1291103092" sldId="276"/>
        </pc:sldMkLst>
        <pc:spChg chg="del">
          <ac:chgData name="Davis, James C" userId="84778d94-b1cc-4a48-87ce-749e1d7d6e72" providerId="ADAL" clId="{8421367D-9D70-514B-8F67-5085FD594931}" dt="2022-01-10T17:55:07.306" v="59" actId="478"/>
          <ac:spMkLst>
            <pc:docMk/>
            <pc:sldMk cId="1291103092" sldId="276"/>
            <ac:spMk id="5" creationId="{4C0C250F-9E35-9B45-82CF-3AC64D04E9FE}"/>
          </ac:spMkLst>
        </pc:spChg>
        <pc:picChg chg="mod">
          <ac:chgData name="Davis, James C" userId="84778d94-b1cc-4a48-87ce-749e1d7d6e72" providerId="ADAL" clId="{8421367D-9D70-514B-8F67-5085FD594931}" dt="2022-01-10T19:13:32.886" v="3272" actId="1076"/>
          <ac:picMkLst>
            <pc:docMk/>
            <pc:sldMk cId="1291103092" sldId="276"/>
            <ac:picMk id="10" creationId="{B9E10838-E96C-4341-A836-D043E9A43D28}"/>
          </ac:picMkLst>
        </pc:picChg>
      </pc:sldChg>
      <pc:sldChg chg="addSp delSp modSp mod modAnim">
        <pc:chgData name="Davis, James C" userId="84778d94-b1cc-4a48-87ce-749e1d7d6e72" providerId="ADAL" clId="{8421367D-9D70-514B-8F67-5085FD594931}" dt="2022-01-10T19:12:39.640" v="3232" actId="1076"/>
        <pc:sldMkLst>
          <pc:docMk/>
          <pc:sldMk cId="2071117720" sldId="278"/>
        </pc:sldMkLst>
        <pc:spChg chg="mod">
          <ac:chgData name="Davis, James C" userId="84778d94-b1cc-4a48-87ce-749e1d7d6e72" providerId="ADAL" clId="{8421367D-9D70-514B-8F67-5085FD594931}" dt="2022-01-10T19:12:35.955" v="3231" actId="20577"/>
          <ac:spMkLst>
            <pc:docMk/>
            <pc:sldMk cId="2071117720" sldId="278"/>
            <ac:spMk id="2" creationId="{1EBAB61F-537F-FC4D-BDFF-36A0819BCD5B}"/>
          </ac:spMkLst>
        </pc:spChg>
        <pc:spChg chg="add mod">
          <ac:chgData name="Davis, James C" userId="84778d94-b1cc-4a48-87ce-749e1d7d6e72" providerId="ADAL" clId="{8421367D-9D70-514B-8F67-5085FD594931}" dt="2022-01-10T19:12:39.640" v="3232" actId="1076"/>
          <ac:spMkLst>
            <pc:docMk/>
            <pc:sldMk cId="2071117720" sldId="278"/>
            <ac:spMk id="4" creationId="{AB8DD487-8F15-9A4D-942E-F62BC6B05990}"/>
          </ac:spMkLst>
        </pc:spChg>
        <pc:spChg chg="del">
          <ac:chgData name="Davis, James C" userId="84778d94-b1cc-4a48-87ce-749e1d7d6e72" providerId="ADAL" clId="{8421367D-9D70-514B-8F67-5085FD594931}" dt="2022-01-10T17:54:48.778" v="51" actId="478"/>
          <ac:spMkLst>
            <pc:docMk/>
            <pc:sldMk cId="2071117720" sldId="278"/>
            <ac:spMk id="5" creationId="{4C0C250F-9E35-9B45-82CF-3AC64D04E9FE}"/>
          </ac:spMkLst>
        </pc:spChg>
        <pc:picChg chg="del mod">
          <ac:chgData name="Davis, James C" userId="84778d94-b1cc-4a48-87ce-749e1d7d6e72" providerId="ADAL" clId="{8421367D-9D70-514B-8F67-5085FD594931}" dt="2022-01-10T19:08:44.124" v="2931" actId="478"/>
          <ac:picMkLst>
            <pc:docMk/>
            <pc:sldMk cId="2071117720" sldId="278"/>
            <ac:picMk id="7" creationId="{52F5BCEE-7CE6-4140-BE5C-261542DC89C4}"/>
          </ac:picMkLst>
        </pc:picChg>
      </pc:sldChg>
      <pc:sldChg chg="delSp modSp mod">
        <pc:chgData name="Davis, James C" userId="84778d94-b1cc-4a48-87ce-749e1d7d6e72" providerId="ADAL" clId="{8421367D-9D70-514B-8F67-5085FD594931}" dt="2022-01-10T18:28:42.553" v="269" actId="20577"/>
        <pc:sldMkLst>
          <pc:docMk/>
          <pc:sldMk cId="3667608206" sldId="279"/>
        </pc:sldMkLst>
        <pc:spChg chg="mod">
          <ac:chgData name="Davis, James C" userId="84778d94-b1cc-4a48-87ce-749e1d7d6e72" providerId="ADAL" clId="{8421367D-9D70-514B-8F67-5085FD594931}" dt="2022-01-10T18:28:42.553" v="269" actId="20577"/>
          <ac:spMkLst>
            <pc:docMk/>
            <pc:sldMk cId="3667608206" sldId="279"/>
            <ac:spMk id="2" creationId="{1EBAB61F-537F-FC4D-BDFF-36A0819BCD5B}"/>
          </ac:spMkLst>
        </pc:spChg>
        <pc:spChg chg="del">
          <ac:chgData name="Davis, James C" userId="84778d94-b1cc-4a48-87ce-749e1d7d6e72" providerId="ADAL" clId="{8421367D-9D70-514B-8F67-5085FD594931}" dt="2022-01-10T17:54:31.950" v="41" actId="478"/>
          <ac:spMkLst>
            <pc:docMk/>
            <pc:sldMk cId="3667608206" sldId="279"/>
            <ac:spMk id="5" creationId="{68B7A39E-BE4F-0647-94DF-48DE6F8E91BC}"/>
          </ac:spMkLst>
        </pc:spChg>
      </pc:sldChg>
      <pc:sldChg chg="delSp mod">
        <pc:chgData name="Davis, James C" userId="84778d94-b1cc-4a48-87ce-749e1d7d6e72" providerId="ADAL" clId="{8421367D-9D70-514B-8F67-5085FD594931}" dt="2022-01-10T17:54:34.219" v="42" actId="478"/>
        <pc:sldMkLst>
          <pc:docMk/>
          <pc:sldMk cId="3403890134" sldId="280"/>
        </pc:sldMkLst>
        <pc:spChg chg="del">
          <ac:chgData name="Davis, James C" userId="84778d94-b1cc-4a48-87ce-749e1d7d6e72" providerId="ADAL" clId="{8421367D-9D70-514B-8F67-5085FD594931}" dt="2022-01-10T17:54:34.219" v="42" actId="478"/>
          <ac:spMkLst>
            <pc:docMk/>
            <pc:sldMk cId="3403890134" sldId="280"/>
            <ac:spMk id="3" creationId="{47B13049-9A3E-2343-9F08-3DB41BE7684D}"/>
          </ac:spMkLst>
        </pc:spChg>
      </pc:sldChg>
      <pc:sldChg chg="delSp mod">
        <pc:chgData name="Davis, James C" userId="84778d94-b1cc-4a48-87ce-749e1d7d6e72" providerId="ADAL" clId="{8421367D-9D70-514B-8F67-5085FD594931}" dt="2022-01-10T17:55:01.748" v="56" actId="478"/>
        <pc:sldMkLst>
          <pc:docMk/>
          <pc:sldMk cId="39616770" sldId="281"/>
        </pc:sldMkLst>
        <pc:spChg chg="del">
          <ac:chgData name="Davis, James C" userId="84778d94-b1cc-4a48-87ce-749e1d7d6e72" providerId="ADAL" clId="{8421367D-9D70-514B-8F67-5085FD594931}" dt="2022-01-10T17:55:01.748" v="56" actId="478"/>
          <ac:spMkLst>
            <pc:docMk/>
            <pc:sldMk cId="39616770" sldId="281"/>
            <ac:spMk id="3" creationId="{47B13049-9A3E-2343-9F08-3DB41BE7684D}"/>
          </ac:spMkLst>
        </pc:spChg>
      </pc:sldChg>
      <pc:sldChg chg="delSp del mod">
        <pc:chgData name="Davis, James C" userId="84778d94-b1cc-4a48-87ce-749e1d7d6e72" providerId="ADAL" clId="{8421367D-9D70-514B-8F67-5085FD594931}" dt="2022-01-10T19:25:10.644" v="3825" actId="2696"/>
        <pc:sldMkLst>
          <pc:docMk/>
          <pc:sldMk cId="1418201393" sldId="282"/>
        </pc:sldMkLst>
        <pc:spChg chg="del">
          <ac:chgData name="Davis, James C" userId="84778d94-b1cc-4a48-87ce-749e1d7d6e72" providerId="ADAL" clId="{8421367D-9D70-514B-8F67-5085FD594931}" dt="2022-01-10T17:55:20.458" v="67" actId="478"/>
          <ac:spMkLst>
            <pc:docMk/>
            <pc:sldMk cId="1418201393" sldId="282"/>
            <ac:spMk id="3" creationId="{47B13049-9A3E-2343-9F08-3DB41BE7684D}"/>
          </ac:spMkLst>
        </pc:spChg>
      </pc:sldChg>
      <pc:sldChg chg="delSp del mod">
        <pc:chgData name="Davis, James C" userId="84778d94-b1cc-4a48-87ce-749e1d7d6e72" providerId="ADAL" clId="{8421367D-9D70-514B-8F67-5085FD594931}" dt="2022-01-10T19:25:10.644" v="3825" actId="2696"/>
        <pc:sldMkLst>
          <pc:docMk/>
          <pc:sldMk cId="2581208006" sldId="283"/>
        </pc:sldMkLst>
        <pc:spChg chg="del">
          <ac:chgData name="Davis, James C" userId="84778d94-b1cc-4a48-87ce-749e1d7d6e72" providerId="ADAL" clId="{8421367D-9D70-514B-8F67-5085FD594931}" dt="2022-01-10T17:55:22.427" v="68" actId="478"/>
          <ac:spMkLst>
            <pc:docMk/>
            <pc:sldMk cId="2581208006" sldId="283"/>
            <ac:spMk id="5" creationId="{4C0C250F-9E35-9B45-82CF-3AC64D04E9FE}"/>
          </ac:spMkLst>
        </pc:spChg>
      </pc:sldChg>
      <pc:sldChg chg="addSp delSp modSp mod modAnim">
        <pc:chgData name="Davis, James C" userId="84778d94-b1cc-4a48-87ce-749e1d7d6e72" providerId="ADAL" clId="{8421367D-9D70-514B-8F67-5085FD594931}" dt="2022-01-10T19:21:52.067" v="3823"/>
        <pc:sldMkLst>
          <pc:docMk/>
          <pc:sldMk cId="363774714" sldId="284"/>
        </pc:sldMkLst>
        <pc:spChg chg="mod">
          <ac:chgData name="Davis, James C" userId="84778d94-b1cc-4a48-87ce-749e1d7d6e72" providerId="ADAL" clId="{8421367D-9D70-514B-8F67-5085FD594931}" dt="2022-01-10T19:19:34.128" v="3791" actId="20577"/>
          <ac:spMkLst>
            <pc:docMk/>
            <pc:sldMk cId="363774714" sldId="284"/>
            <ac:spMk id="2" creationId="{1EBAB61F-537F-FC4D-BDFF-36A0819BCD5B}"/>
          </ac:spMkLst>
        </pc:spChg>
        <pc:spChg chg="del">
          <ac:chgData name="Davis, James C" userId="84778d94-b1cc-4a48-87ce-749e1d7d6e72" providerId="ADAL" clId="{8421367D-9D70-514B-8F67-5085FD594931}" dt="2022-01-10T17:55:18.241" v="66" actId="478"/>
          <ac:spMkLst>
            <pc:docMk/>
            <pc:sldMk cId="363774714" sldId="284"/>
            <ac:spMk id="5" creationId="{4C0C250F-9E35-9B45-82CF-3AC64D04E9FE}"/>
          </ac:spMkLst>
        </pc:spChg>
        <pc:spChg chg="add mod">
          <ac:chgData name="Davis, James C" userId="84778d94-b1cc-4a48-87ce-749e1d7d6e72" providerId="ADAL" clId="{8421367D-9D70-514B-8F67-5085FD594931}" dt="2022-01-10T19:21:40.919" v="3821" actId="207"/>
          <ac:spMkLst>
            <pc:docMk/>
            <pc:sldMk cId="363774714" sldId="284"/>
            <ac:spMk id="5" creationId="{6E95F36C-BAFD-9A42-9969-881537458FC1}"/>
          </ac:spMkLst>
        </pc:spChg>
        <pc:picChg chg="add mod">
          <ac:chgData name="Davis, James C" userId="84778d94-b1cc-4a48-87ce-749e1d7d6e72" providerId="ADAL" clId="{8421367D-9D70-514B-8F67-5085FD594931}" dt="2022-01-10T19:20:27.977" v="3794" actId="1076"/>
          <ac:picMkLst>
            <pc:docMk/>
            <pc:sldMk cId="363774714" sldId="284"/>
            <ac:picMk id="4" creationId="{E37789D2-8FAE-B74B-8334-45420AC33FED}"/>
          </ac:picMkLst>
        </pc:picChg>
        <pc:picChg chg="add mod">
          <ac:chgData name="Davis, James C" userId="84778d94-b1cc-4a48-87ce-749e1d7d6e72" providerId="ADAL" clId="{8421367D-9D70-514B-8F67-5085FD594931}" dt="2022-01-10T19:21:02.859" v="3800" actId="1076"/>
          <ac:picMkLst>
            <pc:docMk/>
            <pc:sldMk cId="363774714" sldId="284"/>
            <ac:picMk id="4098" creationId="{023A0A1F-F065-4F49-A8C9-F35E06376ECC}"/>
          </ac:picMkLst>
        </pc:picChg>
      </pc:sldChg>
      <pc:sldChg chg="delSp mod">
        <pc:chgData name="Davis, James C" userId="84778d94-b1cc-4a48-87ce-749e1d7d6e72" providerId="ADAL" clId="{8421367D-9D70-514B-8F67-5085FD594931}" dt="2022-01-10T17:55:13.955" v="63" actId="478"/>
        <pc:sldMkLst>
          <pc:docMk/>
          <pc:sldMk cId="1994033063" sldId="285"/>
        </pc:sldMkLst>
        <pc:spChg chg="del">
          <ac:chgData name="Davis, James C" userId="84778d94-b1cc-4a48-87ce-749e1d7d6e72" providerId="ADAL" clId="{8421367D-9D70-514B-8F67-5085FD594931}" dt="2022-01-10T17:55:13.955" v="63" actId="478"/>
          <ac:spMkLst>
            <pc:docMk/>
            <pc:sldMk cId="1994033063" sldId="285"/>
            <ac:spMk id="3" creationId="{47B13049-9A3E-2343-9F08-3DB41BE7684D}"/>
          </ac:spMkLst>
        </pc:spChg>
      </pc:sldChg>
      <pc:sldChg chg="addSp delSp modSp mod modNotesTx">
        <pc:chgData name="Davis, James C" userId="84778d94-b1cc-4a48-87ce-749e1d7d6e72" providerId="ADAL" clId="{8421367D-9D70-514B-8F67-5085FD594931}" dt="2022-01-10T19:04:08.415" v="2612" actId="20577"/>
        <pc:sldMkLst>
          <pc:docMk/>
          <pc:sldMk cId="3188377394" sldId="286"/>
        </pc:sldMkLst>
        <pc:spChg chg="add mod">
          <ac:chgData name="Davis, James C" userId="84778d94-b1cc-4a48-87ce-749e1d7d6e72" providerId="ADAL" clId="{8421367D-9D70-514B-8F67-5085FD594931}" dt="2022-01-10T19:03:21.431" v="2606" actId="2085"/>
          <ac:spMkLst>
            <pc:docMk/>
            <pc:sldMk cId="3188377394" sldId="286"/>
            <ac:spMk id="2" creationId="{6D48F7D1-8303-5549-91C4-536CE316B183}"/>
          </ac:spMkLst>
        </pc:spChg>
        <pc:spChg chg="del">
          <ac:chgData name="Davis, James C" userId="84778d94-b1cc-4a48-87ce-749e1d7d6e72" providerId="ADAL" clId="{8421367D-9D70-514B-8F67-5085FD594931}" dt="2022-01-10T17:54:58.497" v="54" actId="478"/>
          <ac:spMkLst>
            <pc:docMk/>
            <pc:sldMk cId="3188377394" sldId="286"/>
            <ac:spMk id="5" creationId="{4C0C250F-9E35-9B45-82CF-3AC64D04E9FE}"/>
          </ac:spMkLst>
        </pc:spChg>
      </pc:sldChg>
      <pc:sldChg chg="delSp modSp mod">
        <pc:chgData name="Davis, James C" userId="84778d94-b1cc-4a48-87ce-749e1d7d6e72" providerId="ADAL" clId="{8421367D-9D70-514B-8F67-5085FD594931}" dt="2022-01-10T17:55:16.520" v="65" actId="478"/>
        <pc:sldMkLst>
          <pc:docMk/>
          <pc:sldMk cId="3869765905" sldId="287"/>
        </pc:sldMkLst>
        <pc:spChg chg="del mod">
          <ac:chgData name="Davis, James C" userId="84778d94-b1cc-4a48-87ce-749e1d7d6e72" providerId="ADAL" clId="{8421367D-9D70-514B-8F67-5085FD594931}" dt="2022-01-10T17:55:16.520" v="65" actId="478"/>
          <ac:spMkLst>
            <pc:docMk/>
            <pc:sldMk cId="3869765905" sldId="287"/>
            <ac:spMk id="2" creationId="{D7454737-9394-3946-91EE-2955BDDABFA9}"/>
          </ac:spMkLst>
        </pc:spChg>
      </pc:sldChg>
      <pc:sldChg chg="delSp modSp mod">
        <pc:chgData name="Davis, James C" userId="84778d94-b1cc-4a48-87ce-749e1d7d6e72" providerId="ADAL" clId="{8421367D-9D70-514B-8F67-5085FD594931}" dt="2022-01-10T19:15:46.871" v="3370" actId="20577"/>
        <pc:sldMkLst>
          <pc:docMk/>
          <pc:sldMk cId="69495355" sldId="288"/>
        </pc:sldMkLst>
        <pc:spChg chg="mod">
          <ac:chgData name="Davis, James C" userId="84778d94-b1cc-4a48-87ce-749e1d7d6e72" providerId="ADAL" clId="{8421367D-9D70-514B-8F67-5085FD594931}" dt="2022-01-10T19:15:46.871" v="3370" actId="20577"/>
          <ac:spMkLst>
            <pc:docMk/>
            <pc:sldMk cId="69495355" sldId="288"/>
            <ac:spMk id="2" creationId="{1EBAB61F-537F-FC4D-BDFF-36A0819BCD5B}"/>
          </ac:spMkLst>
        </pc:spChg>
        <pc:spChg chg="del">
          <ac:chgData name="Davis, James C" userId="84778d94-b1cc-4a48-87ce-749e1d7d6e72" providerId="ADAL" clId="{8421367D-9D70-514B-8F67-5085FD594931}" dt="2022-01-10T17:55:10.580" v="61" actId="478"/>
          <ac:spMkLst>
            <pc:docMk/>
            <pc:sldMk cId="69495355" sldId="288"/>
            <ac:spMk id="5" creationId="{4C0C250F-9E35-9B45-82CF-3AC64D04E9FE}"/>
          </ac:spMkLst>
        </pc:spChg>
      </pc:sldChg>
      <pc:sldChg chg="delSp modSp mod">
        <pc:chgData name="Davis, James C" userId="84778d94-b1cc-4a48-87ce-749e1d7d6e72" providerId="ADAL" clId="{8421367D-9D70-514B-8F67-5085FD594931}" dt="2022-01-10T19:18:09.126" v="3562" actId="20577"/>
        <pc:sldMkLst>
          <pc:docMk/>
          <pc:sldMk cId="2152854550" sldId="289"/>
        </pc:sldMkLst>
        <pc:spChg chg="mod">
          <ac:chgData name="Davis, James C" userId="84778d94-b1cc-4a48-87ce-749e1d7d6e72" providerId="ADAL" clId="{8421367D-9D70-514B-8F67-5085FD594931}" dt="2022-01-10T19:18:09.126" v="3562" actId="20577"/>
          <ac:spMkLst>
            <pc:docMk/>
            <pc:sldMk cId="2152854550" sldId="289"/>
            <ac:spMk id="2" creationId="{1EBAB61F-537F-FC4D-BDFF-36A0819BCD5B}"/>
          </ac:spMkLst>
        </pc:spChg>
        <pc:spChg chg="del">
          <ac:chgData name="Davis, James C" userId="84778d94-b1cc-4a48-87ce-749e1d7d6e72" providerId="ADAL" clId="{8421367D-9D70-514B-8F67-5085FD594931}" dt="2022-01-10T17:55:12.414" v="62" actId="478"/>
          <ac:spMkLst>
            <pc:docMk/>
            <pc:sldMk cId="2152854550" sldId="289"/>
            <ac:spMk id="5" creationId="{4C0C250F-9E35-9B45-82CF-3AC64D04E9FE}"/>
          </ac:spMkLst>
        </pc:spChg>
      </pc:sldChg>
      <pc:sldChg chg="delSp mod">
        <pc:chgData name="Davis, James C" userId="84778d94-b1cc-4a48-87ce-749e1d7d6e72" providerId="ADAL" clId="{8421367D-9D70-514B-8F67-5085FD594931}" dt="2022-01-10T17:54:42.151" v="47" actId="478"/>
        <pc:sldMkLst>
          <pc:docMk/>
          <pc:sldMk cId="3899457292" sldId="290"/>
        </pc:sldMkLst>
        <pc:spChg chg="del">
          <ac:chgData name="Davis, James C" userId="84778d94-b1cc-4a48-87ce-749e1d7d6e72" providerId="ADAL" clId="{8421367D-9D70-514B-8F67-5085FD594931}" dt="2022-01-10T17:54:42.151" v="47" actId="478"/>
          <ac:spMkLst>
            <pc:docMk/>
            <pc:sldMk cId="3899457292" sldId="290"/>
            <ac:spMk id="3" creationId="{47B13049-9A3E-2343-9F08-3DB41BE7684D}"/>
          </ac:spMkLst>
        </pc:spChg>
      </pc:sldChg>
      <pc:sldChg chg="delSp mod">
        <pc:chgData name="Davis, James C" userId="84778d94-b1cc-4a48-87ce-749e1d7d6e72" providerId="ADAL" clId="{8421367D-9D70-514B-8F67-5085FD594931}" dt="2022-01-10T17:55:05.663" v="58" actId="478"/>
        <pc:sldMkLst>
          <pc:docMk/>
          <pc:sldMk cId="1316748944" sldId="291"/>
        </pc:sldMkLst>
        <pc:spChg chg="del">
          <ac:chgData name="Davis, James C" userId="84778d94-b1cc-4a48-87ce-749e1d7d6e72" providerId="ADAL" clId="{8421367D-9D70-514B-8F67-5085FD594931}" dt="2022-01-10T17:55:05.663" v="58" actId="478"/>
          <ac:spMkLst>
            <pc:docMk/>
            <pc:sldMk cId="1316748944" sldId="291"/>
            <ac:spMk id="5" creationId="{4C0C250F-9E35-9B45-82CF-3AC64D04E9FE}"/>
          </ac:spMkLst>
        </pc:spChg>
      </pc:sldChg>
      <pc:sldChg chg="delSp del mod">
        <pc:chgData name="Davis, James C" userId="84778d94-b1cc-4a48-87ce-749e1d7d6e72" providerId="ADAL" clId="{8421367D-9D70-514B-8F67-5085FD594931}" dt="2022-01-10T17:54:56.032" v="53" actId="2696"/>
        <pc:sldMkLst>
          <pc:docMk/>
          <pc:sldMk cId="2744641023" sldId="292"/>
        </pc:sldMkLst>
        <pc:spChg chg="del">
          <ac:chgData name="Davis, James C" userId="84778d94-b1cc-4a48-87ce-749e1d7d6e72" providerId="ADAL" clId="{8421367D-9D70-514B-8F67-5085FD594931}" dt="2022-01-10T17:54:50.588" v="52" actId="478"/>
          <ac:spMkLst>
            <pc:docMk/>
            <pc:sldMk cId="2744641023" sldId="292"/>
            <ac:spMk id="5" creationId="{4C0C250F-9E35-9B45-82CF-3AC64D04E9FE}"/>
          </ac:spMkLst>
        </pc:spChg>
      </pc:sldChg>
      <pc:sldChg chg="delSp modSp mod">
        <pc:chgData name="Davis, James C" userId="84778d94-b1cc-4a48-87ce-749e1d7d6e72" providerId="ADAL" clId="{8421367D-9D70-514B-8F67-5085FD594931}" dt="2022-01-10T19:12:20.204" v="3216" actId="21"/>
        <pc:sldMkLst>
          <pc:docMk/>
          <pc:sldMk cId="2148200896" sldId="293"/>
        </pc:sldMkLst>
        <pc:spChg chg="mod">
          <ac:chgData name="Davis, James C" userId="84778d94-b1cc-4a48-87ce-749e1d7d6e72" providerId="ADAL" clId="{8421367D-9D70-514B-8F67-5085FD594931}" dt="2022-01-10T19:12:20.204" v="3216" actId="21"/>
          <ac:spMkLst>
            <pc:docMk/>
            <pc:sldMk cId="2148200896" sldId="293"/>
            <ac:spMk id="2" creationId="{1EBAB61F-537F-FC4D-BDFF-36A0819BCD5B}"/>
          </ac:spMkLst>
        </pc:spChg>
        <pc:spChg chg="del">
          <ac:chgData name="Davis, James C" userId="84778d94-b1cc-4a48-87ce-749e1d7d6e72" providerId="ADAL" clId="{8421367D-9D70-514B-8F67-5085FD594931}" dt="2022-01-10T17:54:47.347" v="50" actId="478"/>
          <ac:spMkLst>
            <pc:docMk/>
            <pc:sldMk cId="2148200896" sldId="293"/>
            <ac:spMk id="5" creationId="{4C0C250F-9E35-9B45-82CF-3AC64D04E9FE}"/>
          </ac:spMkLst>
        </pc:spChg>
      </pc:sldChg>
      <pc:sldChg chg="delSp modSp mod">
        <pc:chgData name="Davis, James C" userId="84778d94-b1cc-4a48-87ce-749e1d7d6e72" providerId="ADAL" clId="{8421367D-9D70-514B-8F67-5085FD594931}" dt="2022-01-10T19:05:55.813" v="2734" actId="20577"/>
        <pc:sldMkLst>
          <pc:docMk/>
          <pc:sldMk cId="1524927026" sldId="294"/>
        </pc:sldMkLst>
        <pc:spChg chg="del mod">
          <ac:chgData name="Davis, James C" userId="84778d94-b1cc-4a48-87ce-749e1d7d6e72" providerId="ADAL" clId="{8421367D-9D70-514B-8F67-5085FD594931}" dt="2022-01-10T17:54:45.143" v="49" actId="478"/>
          <ac:spMkLst>
            <pc:docMk/>
            <pc:sldMk cId="1524927026" sldId="294"/>
            <ac:spMk id="3" creationId="{4E01D613-2354-934A-BA0F-D6B59F6BCBBB}"/>
          </ac:spMkLst>
        </pc:spChg>
        <pc:spChg chg="mod">
          <ac:chgData name="Davis, James C" userId="84778d94-b1cc-4a48-87ce-749e1d7d6e72" providerId="ADAL" clId="{8421367D-9D70-514B-8F67-5085FD594931}" dt="2022-01-10T19:05:49.428" v="2706" actId="20577"/>
          <ac:spMkLst>
            <pc:docMk/>
            <pc:sldMk cId="1524927026" sldId="294"/>
            <ac:spMk id="5" creationId="{929AF5D7-AE8F-F748-B9E3-33E89D3E848B}"/>
          </ac:spMkLst>
        </pc:spChg>
        <pc:spChg chg="mod">
          <ac:chgData name="Davis, James C" userId="84778d94-b1cc-4a48-87ce-749e1d7d6e72" providerId="ADAL" clId="{8421367D-9D70-514B-8F67-5085FD594931}" dt="2022-01-10T19:05:55.813" v="2734" actId="20577"/>
          <ac:spMkLst>
            <pc:docMk/>
            <pc:sldMk cId="1524927026" sldId="294"/>
            <ac:spMk id="6" creationId="{69D062F1-05DF-B74F-8CCF-7754264170CE}"/>
          </ac:spMkLst>
        </pc:spChg>
      </pc:sldChg>
      <pc:sldChg chg="delSp modSp del mod delAnim modAnim">
        <pc:chgData name="Davis, James C" userId="84778d94-b1cc-4a48-87ce-749e1d7d6e72" providerId="ADAL" clId="{8421367D-9D70-514B-8F67-5085FD594931}" dt="2022-01-10T18:28:35.219" v="234" actId="2696"/>
        <pc:sldMkLst>
          <pc:docMk/>
          <pc:sldMk cId="903108232" sldId="295"/>
        </pc:sldMkLst>
        <pc:spChg chg="del">
          <ac:chgData name="Davis, James C" userId="84778d94-b1cc-4a48-87ce-749e1d7d6e72" providerId="ADAL" clId="{8421367D-9D70-514B-8F67-5085FD594931}" dt="2022-01-10T17:54:40.360" v="46" actId="478"/>
          <ac:spMkLst>
            <pc:docMk/>
            <pc:sldMk cId="903108232" sldId="295"/>
            <ac:spMk id="5" creationId="{4C0C250F-9E35-9B45-82CF-3AC64D04E9FE}"/>
          </ac:spMkLst>
        </pc:spChg>
        <pc:spChg chg="mod">
          <ac:chgData name="Davis, James C" userId="84778d94-b1cc-4a48-87ce-749e1d7d6e72" providerId="ADAL" clId="{8421367D-9D70-514B-8F67-5085FD594931}" dt="2022-01-10T18:26:31.943" v="233" actId="21"/>
          <ac:spMkLst>
            <pc:docMk/>
            <pc:sldMk cId="903108232" sldId="295"/>
            <ac:spMk id="9" creationId="{C863769F-81AC-D246-83BB-18080B988114}"/>
          </ac:spMkLst>
        </pc:spChg>
        <pc:spChg chg="del mod">
          <ac:chgData name="Davis, James C" userId="84778d94-b1cc-4a48-87ce-749e1d7d6e72" providerId="ADAL" clId="{8421367D-9D70-514B-8F67-5085FD594931}" dt="2022-01-10T18:26:25.784" v="232" actId="478"/>
          <ac:spMkLst>
            <pc:docMk/>
            <pc:sldMk cId="903108232" sldId="295"/>
            <ac:spMk id="17" creationId="{0464978D-AA86-3441-8E01-4943CC152612}"/>
          </ac:spMkLst>
        </pc:spChg>
        <pc:spChg chg="mod">
          <ac:chgData name="Davis, James C" userId="84778d94-b1cc-4a48-87ce-749e1d7d6e72" providerId="ADAL" clId="{8421367D-9D70-514B-8F67-5085FD594931}" dt="2022-01-10T18:26:21.729" v="231" actId="1076"/>
          <ac:spMkLst>
            <pc:docMk/>
            <pc:sldMk cId="903108232" sldId="295"/>
            <ac:spMk id="21" creationId="{A1F036D6-E986-BA46-BBCB-75401CA68071}"/>
          </ac:spMkLst>
        </pc:spChg>
        <pc:picChg chg="mod">
          <ac:chgData name="Davis, James C" userId="84778d94-b1cc-4a48-87ce-749e1d7d6e72" providerId="ADAL" clId="{8421367D-9D70-514B-8F67-5085FD594931}" dt="2022-01-10T18:26:15.336" v="228" actId="1076"/>
          <ac:picMkLst>
            <pc:docMk/>
            <pc:sldMk cId="903108232" sldId="295"/>
            <ac:picMk id="19" creationId="{559D0368-1CCD-F142-8104-531884C409DA}"/>
          </ac:picMkLst>
        </pc:picChg>
        <pc:picChg chg="del">
          <ac:chgData name="Davis, James C" userId="84778d94-b1cc-4a48-87ce-749e1d7d6e72" providerId="ADAL" clId="{8421367D-9D70-514B-8F67-5085FD594931}" dt="2022-01-10T18:26:19.673" v="230" actId="478"/>
          <ac:picMkLst>
            <pc:docMk/>
            <pc:sldMk cId="903108232" sldId="295"/>
            <ac:picMk id="3076" creationId="{D3B8157C-CCBB-E142-8B28-42D20B8128F3}"/>
          </ac:picMkLst>
        </pc:picChg>
      </pc:sldChg>
      <pc:sldChg chg="add">
        <pc:chgData name="Davis, James C" userId="84778d94-b1cc-4a48-87ce-749e1d7d6e72" providerId="ADAL" clId="{8421367D-9D70-514B-8F67-5085FD594931}" dt="2022-01-10T18:28:44.012" v="270"/>
        <pc:sldMkLst>
          <pc:docMk/>
          <pc:sldMk cId="2973261844" sldId="295"/>
        </pc:sldMkLst>
      </pc:sldChg>
      <pc:sldChg chg="delSp modSp mod">
        <pc:chgData name="Davis, James C" userId="84778d94-b1cc-4a48-87ce-749e1d7d6e72" providerId="ADAL" clId="{8421367D-9D70-514B-8F67-5085FD594931}" dt="2022-01-10T19:02:55.084" v="2546" actId="20577"/>
        <pc:sldMkLst>
          <pc:docMk/>
          <pc:sldMk cId="554715540" sldId="296"/>
        </pc:sldMkLst>
        <pc:spChg chg="mod">
          <ac:chgData name="Davis, James C" userId="84778d94-b1cc-4a48-87ce-749e1d7d6e72" providerId="ADAL" clId="{8421367D-9D70-514B-8F67-5085FD594931}" dt="2022-01-10T19:02:55.084" v="2546" actId="20577"/>
          <ac:spMkLst>
            <pc:docMk/>
            <pc:sldMk cId="554715540" sldId="296"/>
            <ac:spMk id="2" creationId="{1EBAB61F-537F-FC4D-BDFF-36A0819BCD5B}"/>
          </ac:spMkLst>
        </pc:spChg>
        <pc:spChg chg="del">
          <ac:chgData name="Davis, James C" userId="84778d94-b1cc-4a48-87ce-749e1d7d6e72" providerId="ADAL" clId="{8421367D-9D70-514B-8F67-5085FD594931}" dt="2022-01-10T17:55:00.016" v="55" actId="478"/>
          <ac:spMkLst>
            <pc:docMk/>
            <pc:sldMk cId="554715540" sldId="296"/>
            <ac:spMk id="5" creationId="{4C0C250F-9E35-9B45-82CF-3AC64D04E9FE}"/>
          </ac:spMkLst>
        </pc:spChg>
      </pc:sldChg>
      <pc:sldChg chg="delSp del mod">
        <pc:chgData name="Davis, James C" userId="84778d94-b1cc-4a48-87ce-749e1d7d6e72" providerId="ADAL" clId="{8421367D-9D70-514B-8F67-5085FD594931}" dt="2022-01-10T19:25:10.644" v="3825" actId="2696"/>
        <pc:sldMkLst>
          <pc:docMk/>
          <pc:sldMk cId="1154032174" sldId="297"/>
        </pc:sldMkLst>
        <pc:spChg chg="del">
          <ac:chgData name="Davis, James C" userId="84778d94-b1cc-4a48-87ce-749e1d7d6e72" providerId="ADAL" clId="{8421367D-9D70-514B-8F67-5085FD594931}" dt="2022-01-10T18:08:08.130" v="70" actId="478"/>
          <ac:spMkLst>
            <pc:docMk/>
            <pc:sldMk cId="1154032174" sldId="297"/>
            <ac:spMk id="3" creationId="{47B13049-9A3E-2343-9F08-3DB41BE7684D}"/>
          </ac:spMkLst>
        </pc:spChg>
      </pc:sldChg>
      <pc:sldChg chg="delSp del mod">
        <pc:chgData name="Davis, James C" userId="84778d94-b1cc-4a48-87ce-749e1d7d6e72" providerId="ADAL" clId="{8421367D-9D70-514B-8F67-5085FD594931}" dt="2022-01-10T19:25:10.644" v="3825" actId="2696"/>
        <pc:sldMkLst>
          <pc:docMk/>
          <pc:sldMk cId="2732403294" sldId="298"/>
        </pc:sldMkLst>
        <pc:spChg chg="del">
          <ac:chgData name="Davis, James C" userId="84778d94-b1cc-4a48-87ce-749e1d7d6e72" providerId="ADAL" clId="{8421367D-9D70-514B-8F67-5085FD594931}" dt="2022-01-10T18:08:22.485" v="77" actId="478"/>
          <ac:spMkLst>
            <pc:docMk/>
            <pc:sldMk cId="2732403294" sldId="298"/>
            <ac:spMk id="3" creationId="{47B13049-9A3E-2343-9F08-3DB41BE7684D}"/>
          </ac:spMkLst>
        </pc:spChg>
      </pc:sldChg>
      <pc:sldChg chg="delSp del mod">
        <pc:chgData name="Davis, James C" userId="84778d94-b1cc-4a48-87ce-749e1d7d6e72" providerId="ADAL" clId="{8421367D-9D70-514B-8F67-5085FD594931}" dt="2022-01-10T19:25:10.644" v="3825" actId="2696"/>
        <pc:sldMkLst>
          <pc:docMk/>
          <pc:sldMk cId="3573893736" sldId="299"/>
        </pc:sldMkLst>
        <pc:spChg chg="del">
          <ac:chgData name="Davis, James C" userId="84778d94-b1cc-4a48-87ce-749e1d7d6e72" providerId="ADAL" clId="{8421367D-9D70-514B-8F67-5085FD594931}" dt="2022-01-10T18:08:06.215" v="69" actId="478"/>
          <ac:spMkLst>
            <pc:docMk/>
            <pc:sldMk cId="3573893736" sldId="299"/>
            <ac:spMk id="5" creationId="{4C0C250F-9E35-9B45-82CF-3AC64D04E9FE}"/>
          </ac:spMkLst>
        </pc:spChg>
      </pc:sldChg>
      <pc:sldChg chg="delSp del mod">
        <pc:chgData name="Davis, James C" userId="84778d94-b1cc-4a48-87ce-749e1d7d6e72" providerId="ADAL" clId="{8421367D-9D70-514B-8F67-5085FD594931}" dt="2022-01-10T19:25:10.644" v="3825" actId="2696"/>
        <pc:sldMkLst>
          <pc:docMk/>
          <pc:sldMk cId="3308660173" sldId="301"/>
        </pc:sldMkLst>
        <pc:spChg chg="del">
          <ac:chgData name="Davis, James C" userId="84778d94-b1cc-4a48-87ce-749e1d7d6e72" providerId="ADAL" clId="{8421367D-9D70-514B-8F67-5085FD594931}" dt="2022-01-10T18:08:10.853" v="71" actId="478"/>
          <ac:spMkLst>
            <pc:docMk/>
            <pc:sldMk cId="3308660173" sldId="301"/>
            <ac:spMk id="3" creationId="{5CAFCD66-D36F-B84D-8950-5F265B485791}"/>
          </ac:spMkLst>
        </pc:spChg>
      </pc:sldChg>
      <pc:sldChg chg="delSp del mod">
        <pc:chgData name="Davis, James C" userId="84778d94-b1cc-4a48-87ce-749e1d7d6e72" providerId="ADAL" clId="{8421367D-9D70-514B-8F67-5085FD594931}" dt="2022-01-10T19:25:10.644" v="3825" actId="2696"/>
        <pc:sldMkLst>
          <pc:docMk/>
          <pc:sldMk cId="3581092609" sldId="302"/>
        </pc:sldMkLst>
        <pc:spChg chg="del">
          <ac:chgData name="Davis, James C" userId="84778d94-b1cc-4a48-87ce-749e1d7d6e72" providerId="ADAL" clId="{8421367D-9D70-514B-8F67-5085FD594931}" dt="2022-01-10T18:08:13.582" v="72" actId="478"/>
          <ac:spMkLst>
            <pc:docMk/>
            <pc:sldMk cId="3581092609" sldId="302"/>
            <ac:spMk id="5" creationId="{BB2D2670-234F-2B4A-AD50-14B71772D7FC}"/>
          </ac:spMkLst>
        </pc:spChg>
      </pc:sldChg>
      <pc:sldChg chg="delSp del mod">
        <pc:chgData name="Davis, James C" userId="84778d94-b1cc-4a48-87ce-749e1d7d6e72" providerId="ADAL" clId="{8421367D-9D70-514B-8F67-5085FD594931}" dt="2022-01-10T19:25:10.644" v="3825" actId="2696"/>
        <pc:sldMkLst>
          <pc:docMk/>
          <pc:sldMk cId="1658827965" sldId="303"/>
        </pc:sldMkLst>
        <pc:spChg chg="del">
          <ac:chgData name="Davis, James C" userId="84778d94-b1cc-4a48-87ce-749e1d7d6e72" providerId="ADAL" clId="{8421367D-9D70-514B-8F67-5085FD594931}" dt="2022-01-10T18:08:14.895" v="73" actId="478"/>
          <ac:spMkLst>
            <pc:docMk/>
            <pc:sldMk cId="1658827965" sldId="303"/>
            <ac:spMk id="5" creationId="{BB2D2670-234F-2B4A-AD50-14B71772D7FC}"/>
          </ac:spMkLst>
        </pc:spChg>
      </pc:sldChg>
      <pc:sldChg chg="delSp del mod">
        <pc:chgData name="Davis, James C" userId="84778d94-b1cc-4a48-87ce-749e1d7d6e72" providerId="ADAL" clId="{8421367D-9D70-514B-8F67-5085FD594931}" dt="2022-01-10T19:25:10.644" v="3825" actId="2696"/>
        <pc:sldMkLst>
          <pc:docMk/>
          <pc:sldMk cId="3445153605" sldId="304"/>
        </pc:sldMkLst>
        <pc:spChg chg="del">
          <ac:chgData name="Davis, James C" userId="84778d94-b1cc-4a48-87ce-749e1d7d6e72" providerId="ADAL" clId="{8421367D-9D70-514B-8F67-5085FD594931}" dt="2022-01-10T18:08:17.016" v="74" actId="478"/>
          <ac:spMkLst>
            <pc:docMk/>
            <pc:sldMk cId="3445153605" sldId="304"/>
            <ac:spMk id="5" creationId="{BB2D2670-234F-2B4A-AD50-14B71772D7FC}"/>
          </ac:spMkLst>
        </pc:spChg>
      </pc:sldChg>
      <pc:sldChg chg="delSp del mod">
        <pc:chgData name="Davis, James C" userId="84778d94-b1cc-4a48-87ce-749e1d7d6e72" providerId="ADAL" clId="{8421367D-9D70-514B-8F67-5085FD594931}" dt="2022-01-10T19:25:10.644" v="3825" actId="2696"/>
        <pc:sldMkLst>
          <pc:docMk/>
          <pc:sldMk cId="1462029921" sldId="305"/>
        </pc:sldMkLst>
        <pc:spChg chg="del">
          <ac:chgData name="Davis, James C" userId="84778d94-b1cc-4a48-87ce-749e1d7d6e72" providerId="ADAL" clId="{8421367D-9D70-514B-8F67-5085FD594931}" dt="2022-01-10T18:08:20.643" v="76" actId="478"/>
          <ac:spMkLst>
            <pc:docMk/>
            <pc:sldMk cId="1462029921" sldId="305"/>
            <ac:spMk id="4" creationId="{81B28090-BD9A-E44D-8247-D7802DC016EA}"/>
          </ac:spMkLst>
        </pc:spChg>
      </pc:sldChg>
      <pc:sldChg chg="delSp del mod">
        <pc:chgData name="Davis, James C" userId="84778d94-b1cc-4a48-87ce-749e1d7d6e72" providerId="ADAL" clId="{8421367D-9D70-514B-8F67-5085FD594931}" dt="2022-01-10T19:25:10.644" v="3825" actId="2696"/>
        <pc:sldMkLst>
          <pc:docMk/>
          <pc:sldMk cId="1451706308" sldId="306"/>
        </pc:sldMkLst>
        <pc:spChg chg="del">
          <ac:chgData name="Davis, James C" userId="84778d94-b1cc-4a48-87ce-749e1d7d6e72" providerId="ADAL" clId="{8421367D-9D70-514B-8F67-5085FD594931}" dt="2022-01-10T18:08:18.897" v="75" actId="478"/>
          <ac:spMkLst>
            <pc:docMk/>
            <pc:sldMk cId="1451706308" sldId="306"/>
            <ac:spMk id="3" creationId="{47B13049-9A3E-2343-9F08-3DB41BE7684D}"/>
          </ac:spMkLst>
        </pc:spChg>
      </pc:sldChg>
      <pc:sldChg chg="delSp del mod">
        <pc:chgData name="Davis, James C" userId="84778d94-b1cc-4a48-87ce-749e1d7d6e72" providerId="ADAL" clId="{8421367D-9D70-514B-8F67-5085FD594931}" dt="2022-01-10T19:25:10.644" v="3825" actId="2696"/>
        <pc:sldMkLst>
          <pc:docMk/>
          <pc:sldMk cId="2228047200" sldId="310"/>
        </pc:sldMkLst>
        <pc:spChg chg="del">
          <ac:chgData name="Davis, James C" userId="84778d94-b1cc-4a48-87ce-749e1d7d6e72" providerId="ADAL" clId="{8421367D-9D70-514B-8F67-5085FD594931}" dt="2022-01-10T18:08:24.124" v="78" actId="478"/>
          <ac:spMkLst>
            <pc:docMk/>
            <pc:sldMk cId="2228047200" sldId="310"/>
            <ac:spMk id="3" creationId="{9E30ECFE-E8E7-C340-A72E-814EAB7DA3CE}"/>
          </ac:spMkLst>
        </pc:spChg>
      </pc:sldChg>
      <pc:sldChg chg="delSp del mod">
        <pc:chgData name="Davis, James C" userId="84778d94-b1cc-4a48-87ce-749e1d7d6e72" providerId="ADAL" clId="{8421367D-9D70-514B-8F67-5085FD594931}" dt="2022-01-10T19:25:10.644" v="3825" actId="2696"/>
        <pc:sldMkLst>
          <pc:docMk/>
          <pc:sldMk cId="867689165" sldId="311"/>
        </pc:sldMkLst>
        <pc:spChg chg="del">
          <ac:chgData name="Davis, James C" userId="84778d94-b1cc-4a48-87ce-749e1d7d6e72" providerId="ADAL" clId="{8421367D-9D70-514B-8F67-5085FD594931}" dt="2022-01-10T18:08:25.841" v="79" actId="478"/>
          <ac:spMkLst>
            <pc:docMk/>
            <pc:sldMk cId="867689165" sldId="311"/>
            <ac:spMk id="4" creationId="{E0150777-EC5E-3B49-944E-2203A3B919D7}"/>
          </ac:spMkLst>
        </pc:spChg>
      </pc:sldChg>
      <pc:sldChg chg="delSp modSp add del mod">
        <pc:chgData name="Davis, James C" userId="84778d94-b1cc-4a48-87ce-749e1d7d6e72" providerId="ADAL" clId="{8421367D-9D70-514B-8F67-5085FD594931}" dt="2022-01-10T18:25:41.433" v="161" actId="2696"/>
        <pc:sldMkLst>
          <pc:docMk/>
          <pc:sldMk cId="560270089" sldId="314"/>
        </pc:sldMkLst>
        <pc:spChg chg="del">
          <ac:chgData name="Davis, James C" userId="84778d94-b1cc-4a48-87ce-749e1d7d6e72" providerId="ADAL" clId="{8421367D-9D70-514B-8F67-5085FD594931}" dt="2022-01-10T18:25:31.554" v="159" actId="478"/>
          <ac:spMkLst>
            <pc:docMk/>
            <pc:sldMk cId="560270089" sldId="314"/>
            <ac:spMk id="12" creationId="{E54F73A1-2406-B640-9F18-CFBBCEC8F139}"/>
          </ac:spMkLst>
        </pc:spChg>
        <pc:picChg chg="mod">
          <ac:chgData name="Davis, James C" userId="84778d94-b1cc-4a48-87ce-749e1d7d6e72" providerId="ADAL" clId="{8421367D-9D70-514B-8F67-5085FD594931}" dt="2022-01-10T18:25:33.948" v="160" actId="1076"/>
          <ac:picMkLst>
            <pc:docMk/>
            <pc:sldMk cId="560270089" sldId="314"/>
            <ac:picMk id="11" creationId="{120342E3-6E6D-1F4E-8B0F-857C0D53FD73}"/>
          </ac:picMkLst>
        </pc:picChg>
      </pc:sldChg>
      <pc:sldChg chg="add del">
        <pc:chgData name="Davis, James C" userId="84778d94-b1cc-4a48-87ce-749e1d7d6e72" providerId="ADAL" clId="{8421367D-9D70-514B-8F67-5085FD594931}" dt="2022-01-10T18:28:35.219" v="234" actId="2696"/>
        <pc:sldMkLst>
          <pc:docMk/>
          <pc:sldMk cId="568287620" sldId="314"/>
        </pc:sldMkLst>
      </pc:sldChg>
      <pc:sldChg chg="add">
        <pc:chgData name="Davis, James C" userId="84778d94-b1cc-4a48-87ce-749e1d7d6e72" providerId="ADAL" clId="{8421367D-9D70-514B-8F67-5085FD594931}" dt="2022-01-10T18:28:44.012" v="270"/>
        <pc:sldMkLst>
          <pc:docMk/>
          <pc:sldMk cId="3813857377" sldId="314"/>
        </pc:sldMkLst>
      </pc:sldChg>
      <pc:sldChg chg="addSp delSp modSp new del mod">
        <pc:chgData name="Davis, James C" userId="84778d94-b1cc-4a48-87ce-749e1d7d6e72" providerId="ADAL" clId="{8421367D-9D70-514B-8F67-5085FD594931}" dt="2022-01-10T18:28:35.219" v="234" actId="2696"/>
        <pc:sldMkLst>
          <pc:docMk/>
          <pc:sldMk cId="578238843" sldId="315"/>
        </pc:sldMkLst>
        <pc:spChg chg="mod">
          <ac:chgData name="Davis, James C" userId="84778d94-b1cc-4a48-87ce-749e1d7d6e72" providerId="ADAL" clId="{8421367D-9D70-514B-8F67-5085FD594931}" dt="2022-01-10T18:26:07.893" v="225" actId="20577"/>
          <ac:spMkLst>
            <pc:docMk/>
            <pc:sldMk cId="578238843" sldId="315"/>
            <ac:spMk id="2" creationId="{DC6F6FB6-C139-5B4E-9B42-1676052975C4}"/>
          </ac:spMkLst>
        </pc:spChg>
        <pc:spChg chg="mod">
          <ac:chgData name="Davis, James C" userId="84778d94-b1cc-4a48-87ce-749e1d7d6e72" providerId="ADAL" clId="{8421367D-9D70-514B-8F67-5085FD594931}" dt="2022-01-10T18:25:10.943" v="108" actId="20577"/>
          <ac:spMkLst>
            <pc:docMk/>
            <pc:sldMk cId="578238843" sldId="315"/>
            <ac:spMk id="3" creationId="{84E18962-A6EE-EF4E-ADB1-9837D2E2178E}"/>
          </ac:spMkLst>
        </pc:spChg>
        <pc:spChg chg="del">
          <ac:chgData name="Davis, James C" userId="84778d94-b1cc-4a48-87ce-749e1d7d6e72" providerId="ADAL" clId="{8421367D-9D70-514B-8F67-5085FD594931}" dt="2022-01-10T18:25:29.297" v="157" actId="478"/>
          <ac:spMkLst>
            <pc:docMk/>
            <pc:sldMk cId="578238843" sldId="315"/>
            <ac:spMk id="4" creationId="{AB3DDA36-97E4-DB42-B5C7-1C8C36049EE8}"/>
          </ac:spMkLst>
        </pc:spChg>
        <pc:picChg chg="add mod">
          <ac:chgData name="Davis, James C" userId="84778d94-b1cc-4a48-87ce-749e1d7d6e72" providerId="ADAL" clId="{8421367D-9D70-514B-8F67-5085FD594931}" dt="2022-01-10T18:25:44.806" v="163" actId="1076"/>
          <ac:picMkLst>
            <pc:docMk/>
            <pc:sldMk cId="578238843" sldId="315"/>
            <ac:picMk id="6" creationId="{E806126B-632A-D447-A188-FF2C7A2D6C2D}"/>
          </ac:picMkLst>
        </pc:picChg>
        <pc:picChg chg="add mod">
          <ac:chgData name="Davis, James C" userId="84778d94-b1cc-4a48-87ce-749e1d7d6e72" providerId="ADAL" clId="{8421367D-9D70-514B-8F67-5085FD594931}" dt="2022-01-10T18:26:10.163" v="226" actId="1076"/>
          <ac:picMkLst>
            <pc:docMk/>
            <pc:sldMk cId="578238843" sldId="315"/>
            <ac:picMk id="1026" creationId="{4DBAB27E-192A-4C47-AB9A-2B2BFAC26B69}"/>
          </ac:picMkLst>
        </pc:picChg>
      </pc:sldChg>
      <pc:sldChg chg="add">
        <pc:chgData name="Davis, James C" userId="84778d94-b1cc-4a48-87ce-749e1d7d6e72" providerId="ADAL" clId="{8421367D-9D70-514B-8F67-5085FD594931}" dt="2022-01-10T18:28:44.012" v="270"/>
        <pc:sldMkLst>
          <pc:docMk/>
          <pc:sldMk cId="2261303456" sldId="315"/>
        </pc:sldMkLst>
      </pc:sldChg>
      <pc:sldChg chg="modSp add mod">
        <pc:chgData name="Davis, James C" userId="84778d94-b1cc-4a48-87ce-749e1d7d6e72" providerId="ADAL" clId="{8421367D-9D70-514B-8F67-5085FD594931}" dt="2022-01-10T18:28:50.662" v="297" actId="20577"/>
        <pc:sldMkLst>
          <pc:docMk/>
          <pc:sldMk cId="2636654752" sldId="316"/>
        </pc:sldMkLst>
        <pc:spChg chg="mod">
          <ac:chgData name="Davis, James C" userId="84778d94-b1cc-4a48-87ce-749e1d7d6e72" providerId="ADAL" clId="{8421367D-9D70-514B-8F67-5085FD594931}" dt="2022-01-10T18:28:50.662" v="297" actId="20577"/>
          <ac:spMkLst>
            <pc:docMk/>
            <pc:sldMk cId="2636654752" sldId="316"/>
            <ac:spMk id="2" creationId="{246150C2-24AA-9E43-A463-B984D7666A5B}"/>
          </ac:spMkLst>
        </pc:spChg>
      </pc:sldChg>
      <pc:sldChg chg="modSp new mod">
        <pc:chgData name="Davis, James C" userId="84778d94-b1cc-4a48-87ce-749e1d7d6e72" providerId="ADAL" clId="{8421367D-9D70-514B-8F67-5085FD594931}" dt="2022-01-10T18:30:42.403" v="471" actId="114"/>
        <pc:sldMkLst>
          <pc:docMk/>
          <pc:sldMk cId="746412671" sldId="317"/>
        </pc:sldMkLst>
        <pc:spChg chg="mod">
          <ac:chgData name="Davis, James C" userId="84778d94-b1cc-4a48-87ce-749e1d7d6e72" providerId="ADAL" clId="{8421367D-9D70-514B-8F67-5085FD594931}" dt="2022-01-10T18:30:42.403" v="471" actId="114"/>
          <ac:spMkLst>
            <pc:docMk/>
            <pc:sldMk cId="746412671" sldId="317"/>
            <ac:spMk id="2" creationId="{C83DBA1C-342D-6345-A3DF-0D97EBD581B8}"/>
          </ac:spMkLst>
        </pc:spChg>
        <pc:spChg chg="mod">
          <ac:chgData name="Davis, James C" userId="84778d94-b1cc-4a48-87ce-749e1d7d6e72" providerId="ADAL" clId="{8421367D-9D70-514B-8F67-5085FD594931}" dt="2022-01-10T18:28:59.123" v="333" actId="20577"/>
          <ac:spMkLst>
            <pc:docMk/>
            <pc:sldMk cId="746412671" sldId="317"/>
            <ac:spMk id="3" creationId="{1EDC1057-B70A-0C42-A83D-816CBE386FE4}"/>
          </ac:spMkLst>
        </pc:spChg>
      </pc:sldChg>
      <pc:sldChg chg="delSp modSp add mod">
        <pc:chgData name="Davis, James C" userId="84778d94-b1cc-4a48-87ce-749e1d7d6e72" providerId="ADAL" clId="{8421367D-9D70-514B-8F67-5085FD594931}" dt="2022-01-10T18:43:06.906" v="1464" actId="1076"/>
        <pc:sldMkLst>
          <pc:docMk/>
          <pc:sldMk cId="956169035" sldId="318"/>
        </pc:sldMkLst>
        <pc:spChg chg="del">
          <ac:chgData name="Davis, James C" userId="84778d94-b1cc-4a48-87ce-749e1d7d6e72" providerId="ADAL" clId="{8421367D-9D70-514B-8F67-5085FD594931}" dt="2022-01-10T18:34:03.595" v="496" actId="478"/>
          <ac:spMkLst>
            <pc:docMk/>
            <pc:sldMk cId="956169035" sldId="318"/>
            <ac:spMk id="4" creationId="{F7F46A83-F823-FC4C-837F-EC731214449A}"/>
          </ac:spMkLst>
        </pc:spChg>
        <pc:spChg chg="mod">
          <ac:chgData name="Davis, James C" userId="84778d94-b1cc-4a48-87ce-749e1d7d6e72" providerId="ADAL" clId="{8421367D-9D70-514B-8F67-5085FD594931}" dt="2022-01-10T18:43:06.906" v="1464" actId="1076"/>
          <ac:spMkLst>
            <pc:docMk/>
            <pc:sldMk cId="956169035" sldId="318"/>
            <ac:spMk id="10" creationId="{B31E7546-DCE1-0140-9E25-2EDEEA6A5158}"/>
          </ac:spMkLst>
        </pc:spChg>
      </pc:sldChg>
      <pc:sldChg chg="delSp add mod">
        <pc:chgData name="Davis, James C" userId="84778d94-b1cc-4a48-87ce-749e1d7d6e72" providerId="ADAL" clId="{8421367D-9D70-514B-8F67-5085FD594931}" dt="2022-01-10T18:34:02.145" v="495" actId="478"/>
        <pc:sldMkLst>
          <pc:docMk/>
          <pc:sldMk cId="114692035" sldId="319"/>
        </pc:sldMkLst>
        <pc:spChg chg="del">
          <ac:chgData name="Davis, James C" userId="84778d94-b1cc-4a48-87ce-749e1d7d6e72" providerId="ADAL" clId="{8421367D-9D70-514B-8F67-5085FD594931}" dt="2022-01-10T18:34:02.145" v="495" actId="478"/>
          <ac:spMkLst>
            <pc:docMk/>
            <pc:sldMk cId="114692035" sldId="319"/>
            <ac:spMk id="4" creationId="{F7F46A83-F823-FC4C-837F-EC731214449A}"/>
          </ac:spMkLst>
        </pc:spChg>
      </pc:sldChg>
      <pc:sldChg chg="addSp delSp modSp add mod">
        <pc:chgData name="Davis, James C" userId="84778d94-b1cc-4a48-87ce-749e1d7d6e72" providerId="ADAL" clId="{8421367D-9D70-514B-8F67-5085FD594931}" dt="2022-01-10T18:34:41.118" v="500" actId="478"/>
        <pc:sldMkLst>
          <pc:docMk/>
          <pc:sldMk cId="4240643415" sldId="320"/>
        </pc:sldMkLst>
        <pc:spChg chg="del">
          <ac:chgData name="Davis, James C" userId="84778d94-b1cc-4a48-87ce-749e1d7d6e72" providerId="ADAL" clId="{8421367D-9D70-514B-8F67-5085FD594931}" dt="2022-01-10T18:34:01.043" v="494" actId="478"/>
          <ac:spMkLst>
            <pc:docMk/>
            <pc:sldMk cId="4240643415" sldId="320"/>
            <ac:spMk id="4" creationId="{F7F46A83-F823-FC4C-837F-EC731214449A}"/>
          </ac:spMkLst>
        </pc:spChg>
        <pc:cxnChg chg="add del mod">
          <ac:chgData name="Davis, James C" userId="84778d94-b1cc-4a48-87ce-749e1d7d6e72" providerId="ADAL" clId="{8421367D-9D70-514B-8F67-5085FD594931}" dt="2022-01-10T18:34:41.118" v="500" actId="478"/>
          <ac:cxnSpMkLst>
            <pc:docMk/>
            <pc:sldMk cId="4240643415" sldId="320"/>
            <ac:cxnSpMk id="3" creationId="{51049F3E-A252-054E-82CD-64184F15E663}"/>
          </ac:cxnSpMkLst>
        </pc:cxnChg>
      </pc:sldChg>
      <pc:sldChg chg="delSp add mod">
        <pc:chgData name="Davis, James C" userId="84778d94-b1cc-4a48-87ce-749e1d7d6e72" providerId="ADAL" clId="{8421367D-9D70-514B-8F67-5085FD594931}" dt="2022-01-10T18:34:06.746" v="497" actId="478"/>
        <pc:sldMkLst>
          <pc:docMk/>
          <pc:sldMk cId="3663324272" sldId="321"/>
        </pc:sldMkLst>
        <pc:spChg chg="del">
          <ac:chgData name="Davis, James C" userId="84778d94-b1cc-4a48-87ce-749e1d7d6e72" providerId="ADAL" clId="{8421367D-9D70-514B-8F67-5085FD594931}" dt="2022-01-10T18:34:06.746" v="497" actId="478"/>
          <ac:spMkLst>
            <pc:docMk/>
            <pc:sldMk cId="3663324272" sldId="321"/>
            <ac:spMk id="4" creationId="{F7F46A83-F823-FC4C-837F-EC731214449A}"/>
          </ac:spMkLst>
        </pc:spChg>
      </pc:sldChg>
      <pc:sldChg chg="delSp modSp add mod">
        <pc:chgData name="Davis, James C" userId="84778d94-b1cc-4a48-87ce-749e1d7d6e72" providerId="ADAL" clId="{8421367D-9D70-514B-8F67-5085FD594931}" dt="2022-01-10T19:01:47.957" v="2404" actId="478"/>
        <pc:sldMkLst>
          <pc:docMk/>
          <pc:sldMk cId="667433489" sldId="322"/>
        </pc:sldMkLst>
        <pc:spChg chg="del mod">
          <ac:chgData name="Davis, James C" userId="84778d94-b1cc-4a48-87ce-749e1d7d6e72" providerId="ADAL" clId="{8421367D-9D70-514B-8F67-5085FD594931}" dt="2022-01-10T19:01:47.957" v="2404" actId="478"/>
          <ac:spMkLst>
            <pc:docMk/>
            <pc:sldMk cId="667433489" sldId="322"/>
            <ac:spMk id="4" creationId="{F7F46A83-F823-FC4C-837F-EC731214449A}"/>
          </ac:spMkLst>
        </pc:spChg>
      </pc:sldChg>
      <pc:sldChg chg="addSp modSp new mod modClrScheme chgLayout modNotesTx">
        <pc:chgData name="Davis, James C" userId="84778d94-b1cc-4a48-87ce-749e1d7d6e72" providerId="ADAL" clId="{8421367D-9D70-514B-8F67-5085FD594931}" dt="2022-01-10T18:42:37.262" v="1429" actId="20577"/>
        <pc:sldMkLst>
          <pc:docMk/>
          <pc:sldMk cId="2762415982" sldId="323"/>
        </pc:sldMkLst>
        <pc:spChg chg="mod ord">
          <ac:chgData name="Davis, James C" userId="84778d94-b1cc-4a48-87ce-749e1d7d6e72" providerId="ADAL" clId="{8421367D-9D70-514B-8F67-5085FD594931}" dt="2022-01-10T18:34:47.913" v="502" actId="700"/>
          <ac:spMkLst>
            <pc:docMk/>
            <pc:sldMk cId="2762415982" sldId="323"/>
            <ac:spMk id="2" creationId="{17F0A674-D8D3-4C41-B078-92FBC33339D1}"/>
          </ac:spMkLst>
        </pc:spChg>
        <pc:spChg chg="mod ord">
          <ac:chgData name="Davis, James C" userId="84778d94-b1cc-4a48-87ce-749e1d7d6e72" providerId="ADAL" clId="{8421367D-9D70-514B-8F67-5085FD594931}" dt="2022-01-10T18:34:47.913" v="502" actId="700"/>
          <ac:spMkLst>
            <pc:docMk/>
            <pc:sldMk cId="2762415982" sldId="323"/>
            <ac:spMk id="3" creationId="{1083E143-3B9E-D947-A192-78A8F2A71AD4}"/>
          </ac:spMkLst>
        </pc:spChg>
        <pc:spChg chg="add mod ord">
          <ac:chgData name="Davis, James C" userId="84778d94-b1cc-4a48-87ce-749e1d7d6e72" providerId="ADAL" clId="{8421367D-9D70-514B-8F67-5085FD594931}" dt="2022-01-10T18:38:32.469" v="871" actId="5793"/>
          <ac:spMkLst>
            <pc:docMk/>
            <pc:sldMk cId="2762415982" sldId="323"/>
            <ac:spMk id="4" creationId="{563F66EC-AD9B-E841-B1B8-89CB3C381DA0}"/>
          </ac:spMkLst>
        </pc:spChg>
        <pc:spChg chg="add mod ord">
          <ac:chgData name="Davis, James C" userId="84778d94-b1cc-4a48-87ce-749e1d7d6e72" providerId="ADAL" clId="{8421367D-9D70-514B-8F67-5085FD594931}" dt="2022-01-10T18:42:37.262" v="1429" actId="20577"/>
          <ac:spMkLst>
            <pc:docMk/>
            <pc:sldMk cId="2762415982" sldId="323"/>
            <ac:spMk id="5" creationId="{2395D7BB-4273-5A4A-8AEC-94A9E88E2C53}"/>
          </ac:spMkLst>
        </pc:spChg>
      </pc:sldChg>
      <pc:sldChg chg="modSp add mod">
        <pc:chgData name="Davis, James C" userId="84778d94-b1cc-4a48-87ce-749e1d7d6e72" providerId="ADAL" clId="{8421367D-9D70-514B-8F67-5085FD594931}" dt="2022-01-10T19:11:54.683" v="3215" actId="20577"/>
        <pc:sldMkLst>
          <pc:docMk/>
          <pc:sldMk cId="668476349" sldId="324"/>
        </pc:sldMkLst>
        <pc:spChg chg="mod">
          <ac:chgData name="Davis, James C" userId="84778d94-b1cc-4a48-87ce-749e1d7d6e72" providerId="ADAL" clId="{8421367D-9D70-514B-8F67-5085FD594931}" dt="2022-01-10T19:11:54.683" v="3215" actId="20577"/>
          <ac:spMkLst>
            <pc:docMk/>
            <pc:sldMk cId="668476349" sldId="324"/>
            <ac:spMk id="2" creationId="{1EBAB61F-537F-FC4D-BDFF-36A0819BCD5B}"/>
          </ac:spMkLst>
        </pc:spChg>
        <pc:spChg chg="mod">
          <ac:chgData name="Davis, James C" userId="84778d94-b1cc-4a48-87ce-749e1d7d6e72" providerId="ADAL" clId="{8421367D-9D70-514B-8F67-5085FD594931}" dt="2022-01-10T19:10:01.414" v="3021" actId="20577"/>
          <ac:spMkLst>
            <pc:docMk/>
            <pc:sldMk cId="668476349" sldId="324"/>
            <ac:spMk id="3" creationId="{C9A584C7-FB3C-6D44-8B7E-26AB6FD58CB9}"/>
          </ac:spMkLst>
        </pc:spChg>
      </pc:sldChg>
      <pc:sldChg chg="modSp add mod modNotesTx">
        <pc:chgData name="Davis, James C" userId="84778d94-b1cc-4a48-87ce-749e1d7d6e72" providerId="ADAL" clId="{8421367D-9D70-514B-8F67-5085FD594931}" dt="2022-01-10T19:18:53.042" v="3665" actId="20577"/>
        <pc:sldMkLst>
          <pc:docMk/>
          <pc:sldMk cId="145635251" sldId="325"/>
        </pc:sldMkLst>
        <pc:spChg chg="mod">
          <ac:chgData name="Davis, James C" userId="84778d94-b1cc-4a48-87ce-749e1d7d6e72" providerId="ADAL" clId="{8421367D-9D70-514B-8F67-5085FD594931}" dt="2022-01-10T19:17:22.232" v="3491" actId="20577"/>
          <ac:spMkLst>
            <pc:docMk/>
            <pc:sldMk cId="145635251" sldId="325"/>
            <ac:spMk id="2" creationId="{1EBAB61F-537F-FC4D-BDFF-36A0819BCD5B}"/>
          </ac:spMkLst>
        </pc:spChg>
        <pc:spChg chg="mod">
          <ac:chgData name="Davis, James C" userId="84778d94-b1cc-4a48-87ce-749e1d7d6e72" providerId="ADAL" clId="{8421367D-9D70-514B-8F67-5085FD594931}" dt="2022-01-10T19:17:10.008" v="3473" actId="20577"/>
          <ac:spMkLst>
            <pc:docMk/>
            <pc:sldMk cId="145635251" sldId="325"/>
            <ac:spMk id="3" creationId="{C9A584C7-FB3C-6D44-8B7E-26AB6FD58CB9}"/>
          </ac:spMkLst>
        </pc:spChg>
      </pc:sldChg>
      <pc:sldChg chg="addSp delSp modSp new mod modClrScheme chgLayout modNotesTx">
        <pc:chgData name="Davis, James C" userId="84778d94-b1cc-4a48-87ce-749e1d7d6e72" providerId="ADAL" clId="{8421367D-9D70-514B-8F67-5085FD594931}" dt="2022-01-10T19:17:53.180" v="3560" actId="20577"/>
        <pc:sldMkLst>
          <pc:docMk/>
          <pc:sldMk cId="849455636" sldId="326"/>
        </pc:sldMkLst>
        <pc:spChg chg="del mod ord">
          <ac:chgData name="Davis, James C" userId="84778d94-b1cc-4a48-87ce-749e1d7d6e72" providerId="ADAL" clId="{8421367D-9D70-514B-8F67-5085FD594931}" dt="2022-01-10T19:17:39.559" v="3494" actId="700"/>
          <ac:spMkLst>
            <pc:docMk/>
            <pc:sldMk cId="849455636" sldId="326"/>
            <ac:spMk id="2" creationId="{F96D3582-3C4B-9746-9764-6617C4948DB2}"/>
          </ac:spMkLst>
        </pc:spChg>
        <pc:spChg chg="mod ord">
          <ac:chgData name="Davis, James C" userId="84778d94-b1cc-4a48-87ce-749e1d7d6e72" providerId="ADAL" clId="{8421367D-9D70-514B-8F67-5085FD594931}" dt="2022-01-10T19:17:39.559" v="3494" actId="700"/>
          <ac:spMkLst>
            <pc:docMk/>
            <pc:sldMk cId="849455636" sldId="326"/>
            <ac:spMk id="3" creationId="{22A8FB0A-66A4-7243-A29D-B8E95896CCAB}"/>
          </ac:spMkLst>
        </pc:spChg>
        <pc:spChg chg="mod ord">
          <ac:chgData name="Davis, James C" userId="84778d94-b1cc-4a48-87ce-749e1d7d6e72" providerId="ADAL" clId="{8421367D-9D70-514B-8F67-5085FD594931}" dt="2022-01-10T19:17:39.559" v="3494" actId="700"/>
          <ac:spMkLst>
            <pc:docMk/>
            <pc:sldMk cId="849455636" sldId="326"/>
            <ac:spMk id="4" creationId="{E9AC7AF0-42AE-2140-A31D-56B11277CAA7}"/>
          </ac:spMkLst>
        </pc:spChg>
        <pc:spChg chg="add mod ord">
          <ac:chgData name="Davis, James C" userId="84778d94-b1cc-4a48-87ce-749e1d7d6e72" providerId="ADAL" clId="{8421367D-9D70-514B-8F67-5085FD594931}" dt="2022-01-10T19:17:43.443" v="3511" actId="20577"/>
          <ac:spMkLst>
            <pc:docMk/>
            <pc:sldMk cId="849455636" sldId="326"/>
            <ac:spMk id="5" creationId="{DC011900-A697-FD4D-88DD-BFA566416F9D}"/>
          </ac:spMkLst>
        </pc:spChg>
        <pc:spChg chg="add mod ord">
          <ac:chgData name="Davis, James C" userId="84778d94-b1cc-4a48-87ce-749e1d7d6e72" providerId="ADAL" clId="{8421367D-9D70-514B-8F67-5085FD594931}" dt="2022-01-10T19:17:44.099" v="3512"/>
          <ac:spMkLst>
            <pc:docMk/>
            <pc:sldMk cId="849455636" sldId="326"/>
            <ac:spMk id="6" creationId="{5B87838F-AF40-1646-ACB2-FB56605150BC}"/>
          </ac:spMkLst>
        </pc:spChg>
      </pc:sldChg>
      <pc:sldChg chg="modSp new del mod">
        <pc:chgData name="Davis, James C" userId="84778d94-b1cc-4a48-87ce-749e1d7d6e72" providerId="ADAL" clId="{8421367D-9D70-514B-8F67-5085FD594931}" dt="2022-01-10T19:21:58.698" v="3824" actId="2696"/>
        <pc:sldMkLst>
          <pc:docMk/>
          <pc:sldMk cId="4273226289" sldId="327"/>
        </pc:sldMkLst>
        <pc:spChg chg="mod">
          <ac:chgData name="Davis, James C" userId="84778d94-b1cc-4a48-87ce-749e1d7d6e72" providerId="ADAL" clId="{8421367D-9D70-514B-8F67-5085FD594931}" dt="2022-01-10T19:20:26.420" v="3793" actId="27636"/>
          <ac:spMkLst>
            <pc:docMk/>
            <pc:sldMk cId="4273226289" sldId="327"/>
            <ac:spMk id="3" creationId="{9CF06C11-CA53-664A-BA18-9015B7735B64}"/>
          </ac:spMkLst>
        </pc:spChg>
      </pc:sldChg>
    </pc:docChg>
  </pc:docChgLst>
  <pc:docChgLst>
    <pc:chgData name="Davis, James C" userId="84778d94-b1cc-4a48-87ce-749e1d7d6e72" providerId="ADAL" clId="{DB29CE5D-62DD-C948-A491-39174BD9880C}"/>
    <pc:docChg chg="undo custSel addSld delSld modSld modMainMaster">
      <pc:chgData name="Davis, James C" userId="84778d94-b1cc-4a48-87ce-749e1d7d6e72" providerId="ADAL" clId="{DB29CE5D-62DD-C948-A491-39174BD9880C}" dt="2022-01-14T19:29:25.462" v="5588" actId="313"/>
      <pc:docMkLst>
        <pc:docMk/>
      </pc:docMkLst>
      <pc:sldChg chg="modSp mod">
        <pc:chgData name="Davis, James C" userId="84778d94-b1cc-4a48-87ce-749e1d7d6e72" providerId="ADAL" clId="{DB29CE5D-62DD-C948-A491-39174BD9880C}" dt="2022-01-14T18:29:03.732" v="31" actId="20577"/>
        <pc:sldMkLst>
          <pc:docMk/>
          <pc:sldMk cId="681153070" sldId="263"/>
        </pc:sldMkLst>
        <pc:spChg chg="mod">
          <ac:chgData name="Davis, James C" userId="84778d94-b1cc-4a48-87ce-749e1d7d6e72" providerId="ADAL" clId="{DB29CE5D-62DD-C948-A491-39174BD9880C}" dt="2022-01-14T18:29:03.732" v="31" actId="20577"/>
          <ac:spMkLst>
            <pc:docMk/>
            <pc:sldMk cId="681153070" sldId="263"/>
            <ac:spMk id="2" creationId="{7A610390-B9F9-1640-9974-0C21350E01C9}"/>
          </ac:spMkLst>
        </pc:spChg>
      </pc:sldChg>
      <pc:sldChg chg="delSp del mod delAnim modAnim">
        <pc:chgData name="Davis, James C" userId="84778d94-b1cc-4a48-87ce-749e1d7d6e72" providerId="ADAL" clId="{DB29CE5D-62DD-C948-A491-39174BD9880C}" dt="2022-01-14T19:03:32.930" v="2350" actId="2696"/>
        <pc:sldMkLst>
          <pc:docMk/>
          <pc:sldMk cId="570659073" sldId="264"/>
        </pc:sldMkLst>
        <pc:picChg chg="del">
          <ac:chgData name="Davis, James C" userId="84778d94-b1cc-4a48-87ce-749e1d7d6e72" providerId="ADAL" clId="{DB29CE5D-62DD-C948-A491-39174BD9880C}" dt="2022-01-14T18:45:46.233" v="1230" actId="21"/>
          <ac:picMkLst>
            <pc:docMk/>
            <pc:sldMk cId="570659073" sldId="264"/>
            <ac:picMk id="7" creationId="{24C8C700-19C8-1E4B-B29E-7A0D13AF587F}"/>
          </ac:picMkLst>
        </pc:picChg>
        <pc:picChg chg="del">
          <ac:chgData name="Davis, James C" userId="84778d94-b1cc-4a48-87ce-749e1d7d6e72" providerId="ADAL" clId="{DB29CE5D-62DD-C948-A491-39174BD9880C}" dt="2022-01-14T18:45:28.684" v="1222" actId="21"/>
          <ac:picMkLst>
            <pc:docMk/>
            <pc:sldMk cId="570659073" sldId="264"/>
            <ac:picMk id="2050" creationId="{C93C3C47-E844-9340-A04A-9F22A3F3BFDB}"/>
          </ac:picMkLst>
        </pc:picChg>
        <pc:picChg chg="del">
          <ac:chgData name="Davis, James C" userId="84778d94-b1cc-4a48-87ce-749e1d7d6e72" providerId="ADAL" clId="{DB29CE5D-62DD-C948-A491-39174BD9880C}" dt="2022-01-14T18:45:55.780" v="1234" actId="21"/>
          <ac:picMkLst>
            <pc:docMk/>
            <pc:sldMk cId="570659073" sldId="264"/>
            <ac:picMk id="3074" creationId="{44B55E47-D9F7-C547-B504-F84D19479F46}"/>
          </ac:picMkLst>
        </pc:picChg>
      </pc:sldChg>
      <pc:sldChg chg="del">
        <pc:chgData name="Davis, James C" userId="84778d94-b1cc-4a48-87ce-749e1d7d6e72" providerId="ADAL" clId="{DB29CE5D-62DD-C948-A491-39174BD9880C}" dt="2022-01-14T18:30:47.394" v="139" actId="2696"/>
        <pc:sldMkLst>
          <pc:docMk/>
          <pc:sldMk cId="438814055" sldId="266"/>
        </pc:sldMkLst>
      </pc:sldChg>
      <pc:sldChg chg="add del">
        <pc:chgData name="Davis, James C" userId="84778d94-b1cc-4a48-87ce-749e1d7d6e72" providerId="ADAL" clId="{DB29CE5D-62DD-C948-A491-39174BD9880C}" dt="2022-01-14T18:31:23.672" v="142" actId="2696"/>
        <pc:sldMkLst>
          <pc:docMk/>
          <pc:sldMk cId="4223223361" sldId="273"/>
        </pc:sldMkLst>
      </pc:sldChg>
      <pc:sldChg chg="add del">
        <pc:chgData name="Davis, James C" userId="84778d94-b1cc-4a48-87ce-749e1d7d6e72" providerId="ADAL" clId="{DB29CE5D-62DD-C948-A491-39174BD9880C}" dt="2022-01-14T18:31:23.672" v="142" actId="2696"/>
        <pc:sldMkLst>
          <pc:docMk/>
          <pc:sldMk cId="2281410046" sldId="274"/>
        </pc:sldMkLst>
      </pc:sldChg>
      <pc:sldChg chg="add del">
        <pc:chgData name="Davis, James C" userId="84778d94-b1cc-4a48-87ce-749e1d7d6e72" providerId="ADAL" clId="{DB29CE5D-62DD-C948-A491-39174BD9880C}" dt="2022-01-14T18:31:23.672" v="142" actId="2696"/>
        <pc:sldMkLst>
          <pc:docMk/>
          <pc:sldMk cId="630546080" sldId="275"/>
        </pc:sldMkLst>
      </pc:sldChg>
      <pc:sldChg chg="add del">
        <pc:chgData name="Davis, James C" userId="84778d94-b1cc-4a48-87ce-749e1d7d6e72" providerId="ADAL" clId="{DB29CE5D-62DD-C948-A491-39174BD9880C}" dt="2022-01-14T18:31:23.672" v="142" actId="2696"/>
        <pc:sldMkLst>
          <pc:docMk/>
          <pc:sldMk cId="1291103092" sldId="276"/>
        </pc:sldMkLst>
      </pc:sldChg>
      <pc:sldChg chg="add del">
        <pc:chgData name="Davis, James C" userId="84778d94-b1cc-4a48-87ce-749e1d7d6e72" providerId="ADAL" clId="{DB29CE5D-62DD-C948-A491-39174BD9880C}" dt="2022-01-14T18:31:23.672" v="142" actId="2696"/>
        <pc:sldMkLst>
          <pc:docMk/>
          <pc:sldMk cId="2071117720" sldId="278"/>
        </pc:sldMkLst>
      </pc:sldChg>
      <pc:sldChg chg="modSp mod">
        <pc:chgData name="Davis, James C" userId="84778d94-b1cc-4a48-87ce-749e1d7d6e72" providerId="ADAL" clId="{DB29CE5D-62DD-C948-A491-39174BD9880C}" dt="2022-01-14T18:31:58.716" v="210" actId="20577"/>
        <pc:sldMkLst>
          <pc:docMk/>
          <pc:sldMk cId="3667608206" sldId="279"/>
        </pc:sldMkLst>
        <pc:spChg chg="mod">
          <ac:chgData name="Davis, James C" userId="84778d94-b1cc-4a48-87ce-749e1d7d6e72" providerId="ADAL" clId="{DB29CE5D-62DD-C948-A491-39174BD9880C}" dt="2022-01-14T18:31:58.716" v="210" actId="20577"/>
          <ac:spMkLst>
            <pc:docMk/>
            <pc:sldMk cId="3667608206" sldId="279"/>
            <ac:spMk id="2" creationId="{1EBAB61F-537F-FC4D-BDFF-36A0819BCD5B}"/>
          </ac:spMkLst>
        </pc:spChg>
      </pc:sldChg>
      <pc:sldChg chg="del">
        <pc:chgData name="Davis, James C" userId="84778d94-b1cc-4a48-87ce-749e1d7d6e72" providerId="ADAL" clId="{DB29CE5D-62DD-C948-A491-39174BD9880C}" dt="2022-01-14T18:30:47.394" v="139" actId="2696"/>
        <pc:sldMkLst>
          <pc:docMk/>
          <pc:sldMk cId="3403890134" sldId="280"/>
        </pc:sldMkLst>
      </pc:sldChg>
      <pc:sldChg chg="add del">
        <pc:chgData name="Davis, James C" userId="84778d94-b1cc-4a48-87ce-749e1d7d6e72" providerId="ADAL" clId="{DB29CE5D-62DD-C948-A491-39174BD9880C}" dt="2022-01-14T18:31:23.672" v="142" actId="2696"/>
        <pc:sldMkLst>
          <pc:docMk/>
          <pc:sldMk cId="39616770" sldId="281"/>
        </pc:sldMkLst>
      </pc:sldChg>
      <pc:sldChg chg="add del">
        <pc:chgData name="Davis, James C" userId="84778d94-b1cc-4a48-87ce-749e1d7d6e72" providerId="ADAL" clId="{DB29CE5D-62DD-C948-A491-39174BD9880C}" dt="2022-01-14T18:31:23.672" v="142" actId="2696"/>
        <pc:sldMkLst>
          <pc:docMk/>
          <pc:sldMk cId="363774714" sldId="284"/>
        </pc:sldMkLst>
      </pc:sldChg>
      <pc:sldChg chg="add del">
        <pc:chgData name="Davis, James C" userId="84778d94-b1cc-4a48-87ce-749e1d7d6e72" providerId="ADAL" clId="{DB29CE5D-62DD-C948-A491-39174BD9880C}" dt="2022-01-14T18:31:23.672" v="142" actId="2696"/>
        <pc:sldMkLst>
          <pc:docMk/>
          <pc:sldMk cId="1994033063" sldId="285"/>
        </pc:sldMkLst>
      </pc:sldChg>
      <pc:sldChg chg="add del">
        <pc:chgData name="Davis, James C" userId="84778d94-b1cc-4a48-87ce-749e1d7d6e72" providerId="ADAL" clId="{DB29CE5D-62DD-C948-A491-39174BD9880C}" dt="2022-01-14T18:31:23.672" v="142" actId="2696"/>
        <pc:sldMkLst>
          <pc:docMk/>
          <pc:sldMk cId="3188377394" sldId="286"/>
        </pc:sldMkLst>
      </pc:sldChg>
      <pc:sldChg chg="add del">
        <pc:chgData name="Davis, James C" userId="84778d94-b1cc-4a48-87ce-749e1d7d6e72" providerId="ADAL" clId="{DB29CE5D-62DD-C948-A491-39174BD9880C}" dt="2022-01-14T18:31:23.672" v="142" actId="2696"/>
        <pc:sldMkLst>
          <pc:docMk/>
          <pc:sldMk cId="3869765905" sldId="287"/>
        </pc:sldMkLst>
      </pc:sldChg>
      <pc:sldChg chg="add del">
        <pc:chgData name="Davis, James C" userId="84778d94-b1cc-4a48-87ce-749e1d7d6e72" providerId="ADAL" clId="{DB29CE5D-62DD-C948-A491-39174BD9880C}" dt="2022-01-14T18:31:23.672" v="142" actId="2696"/>
        <pc:sldMkLst>
          <pc:docMk/>
          <pc:sldMk cId="69495355" sldId="288"/>
        </pc:sldMkLst>
      </pc:sldChg>
      <pc:sldChg chg="add del">
        <pc:chgData name="Davis, James C" userId="84778d94-b1cc-4a48-87ce-749e1d7d6e72" providerId="ADAL" clId="{DB29CE5D-62DD-C948-A491-39174BD9880C}" dt="2022-01-14T18:31:23.672" v="142" actId="2696"/>
        <pc:sldMkLst>
          <pc:docMk/>
          <pc:sldMk cId="2152854550" sldId="289"/>
        </pc:sldMkLst>
      </pc:sldChg>
      <pc:sldChg chg="add del">
        <pc:chgData name="Davis, James C" userId="84778d94-b1cc-4a48-87ce-749e1d7d6e72" providerId="ADAL" clId="{DB29CE5D-62DD-C948-A491-39174BD9880C}" dt="2022-01-14T18:31:23.672" v="142" actId="2696"/>
        <pc:sldMkLst>
          <pc:docMk/>
          <pc:sldMk cId="3899457292" sldId="290"/>
        </pc:sldMkLst>
      </pc:sldChg>
      <pc:sldChg chg="add del">
        <pc:chgData name="Davis, James C" userId="84778d94-b1cc-4a48-87ce-749e1d7d6e72" providerId="ADAL" clId="{DB29CE5D-62DD-C948-A491-39174BD9880C}" dt="2022-01-14T18:31:23.672" v="142" actId="2696"/>
        <pc:sldMkLst>
          <pc:docMk/>
          <pc:sldMk cId="1316748944" sldId="291"/>
        </pc:sldMkLst>
      </pc:sldChg>
      <pc:sldChg chg="add del">
        <pc:chgData name="Davis, James C" userId="84778d94-b1cc-4a48-87ce-749e1d7d6e72" providerId="ADAL" clId="{DB29CE5D-62DD-C948-A491-39174BD9880C}" dt="2022-01-14T18:31:23.672" v="142" actId="2696"/>
        <pc:sldMkLst>
          <pc:docMk/>
          <pc:sldMk cId="2148200896" sldId="293"/>
        </pc:sldMkLst>
      </pc:sldChg>
      <pc:sldChg chg="add del">
        <pc:chgData name="Davis, James C" userId="84778d94-b1cc-4a48-87ce-749e1d7d6e72" providerId="ADAL" clId="{DB29CE5D-62DD-C948-A491-39174BD9880C}" dt="2022-01-14T18:31:23.672" v="142" actId="2696"/>
        <pc:sldMkLst>
          <pc:docMk/>
          <pc:sldMk cId="1524927026" sldId="294"/>
        </pc:sldMkLst>
      </pc:sldChg>
      <pc:sldChg chg="del">
        <pc:chgData name="Davis, James C" userId="84778d94-b1cc-4a48-87ce-749e1d7d6e72" providerId="ADAL" clId="{DB29CE5D-62DD-C948-A491-39174BD9880C}" dt="2022-01-14T18:30:47.394" v="139" actId="2696"/>
        <pc:sldMkLst>
          <pc:docMk/>
          <pc:sldMk cId="2973261844" sldId="295"/>
        </pc:sldMkLst>
      </pc:sldChg>
      <pc:sldChg chg="add del">
        <pc:chgData name="Davis, James C" userId="84778d94-b1cc-4a48-87ce-749e1d7d6e72" providerId="ADAL" clId="{DB29CE5D-62DD-C948-A491-39174BD9880C}" dt="2022-01-14T18:31:23.672" v="142" actId="2696"/>
        <pc:sldMkLst>
          <pc:docMk/>
          <pc:sldMk cId="554715540" sldId="296"/>
        </pc:sldMkLst>
      </pc:sldChg>
      <pc:sldChg chg="modSp add mod modAnim">
        <pc:chgData name="Davis, James C" userId="84778d94-b1cc-4a48-87ce-749e1d7d6e72" providerId="ADAL" clId="{DB29CE5D-62DD-C948-A491-39174BD9880C}" dt="2022-01-14T18:35:37.864" v="280" actId="1076"/>
        <pc:sldMkLst>
          <pc:docMk/>
          <pc:sldMk cId="1575603355" sldId="301"/>
        </pc:sldMkLst>
        <pc:spChg chg="mod">
          <ac:chgData name="Davis, James C" userId="84778d94-b1cc-4a48-87ce-749e1d7d6e72" providerId="ADAL" clId="{DB29CE5D-62DD-C948-A491-39174BD9880C}" dt="2022-01-14T18:34:58.158" v="246" actId="20577"/>
          <ac:spMkLst>
            <pc:docMk/>
            <pc:sldMk cId="1575603355" sldId="301"/>
            <ac:spMk id="7" creationId="{4454FDAE-F0B9-7B40-981E-93AE6D19CEDE}"/>
          </ac:spMkLst>
        </pc:spChg>
        <pc:picChg chg="mod">
          <ac:chgData name="Davis, James C" userId="84778d94-b1cc-4a48-87ce-749e1d7d6e72" providerId="ADAL" clId="{DB29CE5D-62DD-C948-A491-39174BD9880C}" dt="2022-01-14T18:35:37.864" v="280" actId="1076"/>
          <ac:picMkLst>
            <pc:docMk/>
            <pc:sldMk cId="1575603355" sldId="301"/>
            <ac:picMk id="1026" creationId="{BE369A6F-9830-624C-B756-6E7C5ED70947}"/>
          </ac:picMkLst>
        </pc:picChg>
      </pc:sldChg>
      <pc:sldChg chg="add del">
        <pc:chgData name="Davis, James C" userId="84778d94-b1cc-4a48-87ce-749e1d7d6e72" providerId="ADAL" clId="{DB29CE5D-62DD-C948-A491-39174BD9880C}" dt="2022-01-14T18:34:49.814" v="221" actId="2696"/>
        <pc:sldMkLst>
          <pc:docMk/>
          <pc:sldMk cId="3308660173" sldId="301"/>
        </pc:sldMkLst>
      </pc:sldChg>
      <pc:sldChg chg="addSp delSp modSp new mod modClrScheme chgLayout">
        <pc:chgData name="Davis, James C" userId="84778d94-b1cc-4a48-87ce-749e1d7d6e72" providerId="ADAL" clId="{DB29CE5D-62DD-C948-A491-39174BD9880C}" dt="2022-01-14T18:35:33.257" v="278" actId="478"/>
        <pc:sldMkLst>
          <pc:docMk/>
          <pc:sldMk cId="1720671200" sldId="302"/>
        </pc:sldMkLst>
        <pc:spChg chg="del">
          <ac:chgData name="Davis, James C" userId="84778d94-b1cc-4a48-87ce-749e1d7d6e72" providerId="ADAL" clId="{DB29CE5D-62DD-C948-A491-39174BD9880C}" dt="2022-01-14T18:31:38.473" v="145" actId="700"/>
          <ac:spMkLst>
            <pc:docMk/>
            <pc:sldMk cId="1720671200" sldId="302"/>
            <ac:spMk id="2" creationId="{D4D19247-75B9-6E48-BD47-59DF385C971D}"/>
          </ac:spMkLst>
        </pc:spChg>
        <pc:spChg chg="del mod ord">
          <ac:chgData name="Davis, James C" userId="84778d94-b1cc-4a48-87ce-749e1d7d6e72" providerId="ADAL" clId="{DB29CE5D-62DD-C948-A491-39174BD9880C}" dt="2022-01-14T18:31:38.473" v="145" actId="700"/>
          <ac:spMkLst>
            <pc:docMk/>
            <pc:sldMk cId="1720671200" sldId="302"/>
            <ac:spMk id="3" creationId="{B780B53A-30D5-A047-A6CB-909057EE2103}"/>
          </ac:spMkLst>
        </pc:spChg>
        <pc:spChg chg="del mod ord">
          <ac:chgData name="Davis, James C" userId="84778d94-b1cc-4a48-87ce-749e1d7d6e72" providerId="ADAL" clId="{DB29CE5D-62DD-C948-A491-39174BD9880C}" dt="2022-01-14T18:35:33.257" v="278" actId="478"/>
          <ac:spMkLst>
            <pc:docMk/>
            <pc:sldMk cId="1720671200" sldId="302"/>
            <ac:spMk id="4" creationId="{85E92473-CF82-284D-ABD7-0F2C09D7429A}"/>
          </ac:spMkLst>
        </pc:spChg>
        <pc:spChg chg="mod ord">
          <ac:chgData name="Davis, James C" userId="84778d94-b1cc-4a48-87ce-749e1d7d6e72" providerId="ADAL" clId="{DB29CE5D-62DD-C948-A491-39174BD9880C}" dt="2022-01-14T18:31:38.473" v="145" actId="700"/>
          <ac:spMkLst>
            <pc:docMk/>
            <pc:sldMk cId="1720671200" sldId="302"/>
            <ac:spMk id="5" creationId="{AC2E372A-B5A9-304C-AA4F-0074716E00DA}"/>
          </ac:spMkLst>
        </pc:spChg>
        <pc:spChg chg="add mod ord">
          <ac:chgData name="Davis, James C" userId="84778d94-b1cc-4a48-87ce-749e1d7d6e72" providerId="ADAL" clId="{DB29CE5D-62DD-C948-A491-39174BD9880C}" dt="2022-01-14T18:31:42.391" v="173" actId="20577"/>
          <ac:spMkLst>
            <pc:docMk/>
            <pc:sldMk cId="1720671200" sldId="302"/>
            <ac:spMk id="6" creationId="{99ABD29F-2D3A-6A4A-A62D-78AF2160606D}"/>
          </ac:spMkLst>
        </pc:spChg>
      </pc:sldChg>
      <pc:sldChg chg="delSp modSp add mod modNotesTx">
        <pc:chgData name="Davis, James C" userId="84778d94-b1cc-4a48-87ce-749e1d7d6e72" providerId="ADAL" clId="{DB29CE5D-62DD-C948-A491-39174BD9880C}" dt="2022-01-14T18:41:06.218" v="718" actId="20577"/>
        <pc:sldMkLst>
          <pc:docMk/>
          <pc:sldMk cId="3772123922" sldId="303"/>
        </pc:sldMkLst>
        <pc:spChg chg="del">
          <ac:chgData name="Davis, James C" userId="84778d94-b1cc-4a48-87ce-749e1d7d6e72" providerId="ADAL" clId="{DB29CE5D-62DD-C948-A491-39174BD9880C}" dt="2022-01-14T18:35:44.165" v="282" actId="478"/>
          <ac:spMkLst>
            <pc:docMk/>
            <pc:sldMk cId="3772123922" sldId="303"/>
            <ac:spMk id="4" creationId="{85E92473-CF82-284D-ABD7-0F2C09D7429A}"/>
          </ac:spMkLst>
        </pc:spChg>
        <pc:spChg chg="mod">
          <ac:chgData name="Davis, James C" userId="84778d94-b1cc-4a48-87ce-749e1d7d6e72" providerId="ADAL" clId="{DB29CE5D-62DD-C948-A491-39174BD9880C}" dt="2022-01-14T18:32:03.383" v="220" actId="20577"/>
          <ac:spMkLst>
            <pc:docMk/>
            <pc:sldMk cId="3772123922" sldId="303"/>
            <ac:spMk id="6" creationId="{99ABD29F-2D3A-6A4A-A62D-78AF2160606D}"/>
          </ac:spMkLst>
        </pc:spChg>
      </pc:sldChg>
      <pc:sldChg chg="addSp delSp modSp new del mod modAnim">
        <pc:chgData name="Davis, James C" userId="84778d94-b1cc-4a48-87ce-749e1d7d6e72" providerId="ADAL" clId="{DB29CE5D-62DD-C948-A491-39174BD9880C}" dt="2022-01-14T18:45:42.004" v="1229" actId="2696"/>
        <pc:sldMkLst>
          <pc:docMk/>
          <pc:sldMk cId="2819802964" sldId="304"/>
        </pc:sldMkLst>
        <pc:spChg chg="del">
          <ac:chgData name="Davis, James C" userId="84778d94-b1cc-4a48-87ce-749e1d7d6e72" providerId="ADAL" clId="{DB29CE5D-62DD-C948-A491-39174BD9880C}" dt="2022-01-14T18:37:53.775" v="588" actId="478"/>
          <ac:spMkLst>
            <pc:docMk/>
            <pc:sldMk cId="2819802964" sldId="304"/>
            <ac:spMk id="2" creationId="{F02B73BE-C22A-584A-913B-A4E01707B119}"/>
          </ac:spMkLst>
        </pc:spChg>
        <pc:spChg chg="mod">
          <ac:chgData name="Davis, James C" userId="84778d94-b1cc-4a48-87ce-749e1d7d6e72" providerId="ADAL" clId="{DB29CE5D-62DD-C948-A491-39174BD9880C}" dt="2022-01-14T18:35:05.965" v="276" actId="20577"/>
          <ac:spMkLst>
            <pc:docMk/>
            <pc:sldMk cId="2819802964" sldId="304"/>
            <ac:spMk id="3" creationId="{ECE288BD-5B35-3040-A330-217CFEE5AE79}"/>
          </ac:spMkLst>
        </pc:spChg>
        <pc:spChg chg="del">
          <ac:chgData name="Davis, James C" userId="84778d94-b1cc-4a48-87ce-749e1d7d6e72" providerId="ADAL" clId="{DB29CE5D-62DD-C948-A491-39174BD9880C}" dt="2022-01-14T18:35:39.795" v="281" actId="478"/>
          <ac:spMkLst>
            <pc:docMk/>
            <pc:sldMk cId="2819802964" sldId="304"/>
            <ac:spMk id="4" creationId="{E2782556-F86E-F04F-8DA4-3D26815322BB}"/>
          </ac:spMkLst>
        </pc:spChg>
        <pc:picChg chg="add del mod">
          <ac:chgData name="Davis, James C" userId="84778d94-b1cc-4a48-87ce-749e1d7d6e72" providerId="ADAL" clId="{DB29CE5D-62DD-C948-A491-39174BD9880C}" dt="2022-01-14T18:45:33.567" v="1226"/>
          <ac:picMkLst>
            <pc:docMk/>
            <pc:sldMk cId="2819802964" sldId="304"/>
            <ac:picMk id="6" creationId="{0FACB617-A849-0E48-86D9-8BD7E85633D2}"/>
          </ac:picMkLst>
        </pc:picChg>
      </pc:sldChg>
      <pc:sldChg chg="add del">
        <pc:chgData name="Davis, James C" userId="84778d94-b1cc-4a48-87ce-749e1d7d6e72" providerId="ADAL" clId="{DB29CE5D-62DD-C948-A491-39174BD9880C}" dt="2022-01-14T18:45:01.877" v="1220" actId="2696"/>
        <pc:sldMkLst>
          <pc:docMk/>
          <pc:sldMk cId="855543796" sldId="305"/>
        </pc:sldMkLst>
      </pc:sldChg>
      <pc:sldChg chg="modSp new del mod">
        <pc:chgData name="Davis, James C" userId="84778d94-b1cc-4a48-87ce-749e1d7d6e72" providerId="ADAL" clId="{DB29CE5D-62DD-C948-A491-39174BD9880C}" dt="2022-01-14T18:37:48.260" v="586" actId="2696"/>
        <pc:sldMkLst>
          <pc:docMk/>
          <pc:sldMk cId="3022406760" sldId="305"/>
        </pc:sldMkLst>
        <pc:spChg chg="mod">
          <ac:chgData name="Davis, James C" userId="84778d94-b1cc-4a48-87ce-749e1d7d6e72" providerId="ADAL" clId="{DB29CE5D-62DD-C948-A491-39174BD9880C}" dt="2022-01-14T18:37:34.458" v="585" actId="20577"/>
          <ac:spMkLst>
            <pc:docMk/>
            <pc:sldMk cId="3022406760" sldId="305"/>
            <ac:spMk id="2" creationId="{5734C051-0382-A849-81F2-52CE098D2BD7}"/>
          </ac:spMkLst>
        </pc:spChg>
      </pc:sldChg>
      <pc:sldChg chg="add">
        <pc:chgData name="Davis, James C" userId="84778d94-b1cc-4a48-87ce-749e1d7d6e72" providerId="ADAL" clId="{DB29CE5D-62DD-C948-A491-39174BD9880C}" dt="2022-01-14T18:45:04.349" v="1221"/>
        <pc:sldMkLst>
          <pc:docMk/>
          <pc:sldMk cId="3273694617" sldId="305"/>
        </pc:sldMkLst>
      </pc:sldChg>
      <pc:sldChg chg="addSp delSp modSp new mod modClrScheme modAnim chgLayout modNotesTx">
        <pc:chgData name="Davis, James C" userId="84778d94-b1cc-4a48-87ce-749e1d7d6e72" providerId="ADAL" clId="{DB29CE5D-62DD-C948-A491-39174BD9880C}" dt="2022-01-14T19:10:19.781" v="3038" actId="20577"/>
        <pc:sldMkLst>
          <pc:docMk/>
          <pc:sldMk cId="2596897359" sldId="306"/>
        </pc:sldMkLst>
        <pc:spChg chg="del mod ord">
          <ac:chgData name="Davis, James C" userId="84778d94-b1cc-4a48-87ce-749e1d7d6e72" providerId="ADAL" clId="{DB29CE5D-62DD-C948-A491-39174BD9880C}" dt="2022-01-14T18:41:15.802" v="720" actId="700"/>
          <ac:spMkLst>
            <pc:docMk/>
            <pc:sldMk cId="2596897359" sldId="306"/>
            <ac:spMk id="2" creationId="{C07D3866-CBB6-4749-A10B-8B9E0F6D0BF5}"/>
          </ac:spMkLst>
        </pc:spChg>
        <pc:spChg chg="mod ord">
          <ac:chgData name="Davis, James C" userId="84778d94-b1cc-4a48-87ce-749e1d7d6e72" providerId="ADAL" clId="{DB29CE5D-62DD-C948-A491-39174BD9880C}" dt="2022-01-14T18:41:15.802" v="720" actId="700"/>
          <ac:spMkLst>
            <pc:docMk/>
            <pc:sldMk cId="2596897359" sldId="306"/>
            <ac:spMk id="3" creationId="{11510C42-6401-2C47-A674-81756EFB2726}"/>
          </ac:spMkLst>
        </pc:spChg>
        <pc:spChg chg="add mod ord">
          <ac:chgData name="Davis, James C" userId="84778d94-b1cc-4a48-87ce-749e1d7d6e72" providerId="ADAL" clId="{DB29CE5D-62DD-C948-A491-39174BD9880C}" dt="2022-01-14T18:41:22.876" v="772" actId="20577"/>
          <ac:spMkLst>
            <pc:docMk/>
            <pc:sldMk cId="2596897359" sldId="306"/>
            <ac:spMk id="4" creationId="{B713D1D0-0BEB-2F45-8CCA-AE78FBA202A8}"/>
          </ac:spMkLst>
        </pc:spChg>
        <pc:spChg chg="add mod ord">
          <ac:chgData name="Davis, James C" userId="84778d94-b1cc-4a48-87ce-749e1d7d6e72" providerId="ADAL" clId="{DB29CE5D-62DD-C948-A491-39174BD9880C}" dt="2022-01-14T19:10:19.781" v="3038" actId="20577"/>
          <ac:spMkLst>
            <pc:docMk/>
            <pc:sldMk cId="2596897359" sldId="306"/>
            <ac:spMk id="5" creationId="{70945C5E-8AB8-974C-96D3-159BC9DEC939}"/>
          </ac:spMkLst>
        </pc:spChg>
      </pc:sldChg>
      <pc:sldChg chg="addSp delSp modSp add mod modAnim modNotesTx">
        <pc:chgData name="Davis, James C" userId="84778d94-b1cc-4a48-87ce-749e1d7d6e72" providerId="ADAL" clId="{DB29CE5D-62DD-C948-A491-39174BD9880C}" dt="2022-01-14T19:12:01.114" v="3272" actId="20577"/>
        <pc:sldMkLst>
          <pc:docMk/>
          <pc:sldMk cId="1990843852" sldId="307"/>
        </pc:sldMkLst>
        <pc:spChg chg="add mod">
          <ac:chgData name="Davis, James C" userId="84778d94-b1cc-4a48-87ce-749e1d7d6e72" providerId="ADAL" clId="{DB29CE5D-62DD-C948-A491-39174BD9880C}" dt="2022-01-14T19:07:15.709" v="2662" actId="207"/>
          <ac:spMkLst>
            <pc:docMk/>
            <pc:sldMk cId="1990843852" sldId="307"/>
            <ac:spMk id="2" creationId="{2718B6B4-1940-4541-B5BB-0428DDB6E954}"/>
          </ac:spMkLst>
        </pc:spChg>
        <pc:spChg chg="mod">
          <ac:chgData name="Davis, James C" userId="84778d94-b1cc-4a48-87ce-749e1d7d6e72" providerId="ADAL" clId="{DB29CE5D-62DD-C948-A491-39174BD9880C}" dt="2022-01-14T18:45:38.932" v="1228"/>
          <ac:spMkLst>
            <pc:docMk/>
            <pc:sldMk cId="1990843852" sldId="307"/>
            <ac:spMk id="7" creationId="{4454FDAE-F0B9-7B40-981E-93AE6D19CEDE}"/>
          </ac:spMkLst>
        </pc:spChg>
        <pc:spChg chg="mod">
          <ac:chgData name="Davis, James C" userId="84778d94-b1cc-4a48-87ce-749e1d7d6e72" providerId="ADAL" clId="{DB29CE5D-62DD-C948-A491-39174BD9880C}" dt="2022-01-14T18:54:18.488" v="1347" actId="1076"/>
          <ac:spMkLst>
            <pc:docMk/>
            <pc:sldMk cId="1990843852" sldId="307"/>
            <ac:spMk id="9" creationId="{927402F7-3FC9-F546-80B7-9C235EE76B76}"/>
          </ac:spMkLst>
        </pc:spChg>
        <pc:spChg chg="mod">
          <ac:chgData name="Davis, James C" userId="84778d94-b1cc-4a48-87ce-749e1d7d6e72" providerId="ADAL" clId="{DB29CE5D-62DD-C948-A491-39174BD9880C}" dt="2022-01-14T18:47:17.418" v="1299" actId="1076"/>
          <ac:spMkLst>
            <pc:docMk/>
            <pc:sldMk cId="1990843852" sldId="307"/>
            <ac:spMk id="10" creationId="{4AA64137-F30E-264C-9BA9-AA4606983738}"/>
          </ac:spMkLst>
        </pc:spChg>
        <pc:spChg chg="del mod">
          <ac:chgData name="Davis, James C" userId="84778d94-b1cc-4a48-87ce-749e1d7d6e72" providerId="ADAL" clId="{DB29CE5D-62DD-C948-A491-39174BD9880C}" dt="2022-01-14T18:50:35.999" v="1337" actId="478"/>
          <ac:spMkLst>
            <pc:docMk/>
            <pc:sldMk cId="1990843852" sldId="307"/>
            <ac:spMk id="11" creationId="{D941F19F-845A-334C-BD8B-11AF4BF32831}"/>
          </ac:spMkLst>
        </pc:spChg>
        <pc:spChg chg="mod">
          <ac:chgData name="Davis, James C" userId="84778d94-b1cc-4a48-87ce-749e1d7d6e72" providerId="ADAL" clId="{DB29CE5D-62DD-C948-A491-39174BD9880C}" dt="2022-01-14T18:48:28.732" v="1319" actId="1076"/>
          <ac:spMkLst>
            <pc:docMk/>
            <pc:sldMk cId="1990843852" sldId="307"/>
            <ac:spMk id="12" creationId="{7B995F1B-61AA-E34A-AFFA-92D509EA6F8B}"/>
          </ac:spMkLst>
        </pc:spChg>
        <pc:spChg chg="add mod">
          <ac:chgData name="Davis, James C" userId="84778d94-b1cc-4a48-87ce-749e1d7d6e72" providerId="ADAL" clId="{DB29CE5D-62DD-C948-A491-39174BD9880C}" dt="2022-01-14T18:54:09.611" v="1344" actId="1076"/>
          <ac:spMkLst>
            <pc:docMk/>
            <pc:sldMk cId="1990843852" sldId="307"/>
            <ac:spMk id="30" creationId="{AFDA7C51-BC5B-714A-A760-543FA957E8F2}"/>
          </ac:spMkLst>
        </pc:spChg>
        <pc:spChg chg="del">
          <ac:chgData name="Davis, James C" userId="84778d94-b1cc-4a48-87ce-749e1d7d6e72" providerId="ADAL" clId="{DB29CE5D-62DD-C948-A491-39174BD9880C}" dt="2022-01-14T18:46:30.096" v="1258" actId="478"/>
          <ac:spMkLst>
            <pc:docMk/>
            <pc:sldMk cId="1990843852" sldId="307"/>
            <ac:spMk id="32" creationId="{102700E1-C03A-A24F-8EB3-A44FAFC0F14E}"/>
          </ac:spMkLst>
        </pc:spChg>
        <pc:spChg chg="del">
          <ac:chgData name="Davis, James C" userId="84778d94-b1cc-4a48-87ce-749e1d7d6e72" providerId="ADAL" clId="{DB29CE5D-62DD-C948-A491-39174BD9880C}" dt="2022-01-14T18:46:07.536" v="1236" actId="478"/>
          <ac:spMkLst>
            <pc:docMk/>
            <pc:sldMk cId="1990843852" sldId="307"/>
            <ac:spMk id="34" creationId="{F8AFB0C0-B300-B248-BAC2-8A7FA55D29F5}"/>
          </ac:spMkLst>
        </pc:spChg>
        <pc:spChg chg="del">
          <ac:chgData name="Davis, James C" userId="84778d94-b1cc-4a48-87ce-749e1d7d6e72" providerId="ADAL" clId="{DB29CE5D-62DD-C948-A491-39174BD9880C}" dt="2022-01-14T18:46:08.198" v="1237" actId="478"/>
          <ac:spMkLst>
            <pc:docMk/>
            <pc:sldMk cId="1990843852" sldId="307"/>
            <ac:spMk id="35" creationId="{84A5DA6C-EF6D-7840-B277-240B4B9C311F}"/>
          </ac:spMkLst>
        </pc:spChg>
        <pc:spChg chg="add mod">
          <ac:chgData name="Davis, James C" userId="84778d94-b1cc-4a48-87ce-749e1d7d6e72" providerId="ADAL" clId="{DB29CE5D-62DD-C948-A491-39174BD9880C}" dt="2022-01-14T18:54:11.468" v="1345" actId="1076"/>
          <ac:spMkLst>
            <pc:docMk/>
            <pc:sldMk cId="1990843852" sldId="307"/>
            <ac:spMk id="36" creationId="{C230A851-986F-7A45-929D-D42A329D9488}"/>
          </ac:spMkLst>
        </pc:spChg>
        <pc:spChg chg="add del mod">
          <ac:chgData name="Davis, James C" userId="84778d94-b1cc-4a48-87ce-749e1d7d6e72" providerId="ADAL" clId="{DB29CE5D-62DD-C948-A491-39174BD9880C}" dt="2022-01-14T18:58:23.075" v="1363"/>
          <ac:spMkLst>
            <pc:docMk/>
            <pc:sldMk cId="1990843852" sldId="307"/>
            <ac:spMk id="81" creationId="{E0CD2F9D-112D-E741-8858-C4938CF39D8F}"/>
          </ac:spMkLst>
        </pc:spChg>
        <pc:picChg chg="add mod">
          <ac:chgData name="Davis, James C" userId="84778d94-b1cc-4a48-87ce-749e1d7d6e72" providerId="ADAL" clId="{DB29CE5D-62DD-C948-A491-39174BD9880C}" dt="2022-01-14T18:54:05.978" v="1343" actId="1076"/>
          <ac:picMkLst>
            <pc:docMk/>
            <pc:sldMk cId="1990843852" sldId="307"/>
            <ac:picMk id="16" creationId="{08B7D8CA-E130-2F4D-915B-D2333DE297EC}"/>
          </ac:picMkLst>
        </pc:picChg>
        <pc:picChg chg="add del mod">
          <ac:chgData name="Davis, James C" userId="84778d94-b1cc-4a48-87ce-749e1d7d6e72" providerId="ADAL" clId="{DB29CE5D-62DD-C948-A491-39174BD9880C}" dt="2022-01-14T19:11:06.009" v="3048" actId="478"/>
          <ac:picMkLst>
            <pc:docMk/>
            <pc:sldMk cId="1990843852" sldId="307"/>
            <ac:picMk id="20" creationId="{BAF9219F-607B-674F-BE84-8F60A767E8F0}"/>
          </ac:picMkLst>
        </pc:picChg>
        <pc:picChg chg="add mod">
          <ac:chgData name="Davis, James C" userId="84778d94-b1cc-4a48-87ce-749e1d7d6e72" providerId="ADAL" clId="{DB29CE5D-62DD-C948-A491-39174BD9880C}" dt="2022-01-14T18:50:16.932" v="1333" actId="1076"/>
          <ac:picMkLst>
            <pc:docMk/>
            <pc:sldMk cId="1990843852" sldId="307"/>
            <ac:picMk id="57" creationId="{D108DA2F-3F43-A04A-9120-98EBCF2BA206}"/>
          </ac:picMkLst>
        </pc:picChg>
        <pc:picChg chg="add mod">
          <ac:chgData name="Davis, James C" userId="84778d94-b1cc-4a48-87ce-749e1d7d6e72" providerId="ADAL" clId="{DB29CE5D-62DD-C948-A491-39174BD9880C}" dt="2022-01-14T18:58:09.445" v="1359" actId="1076"/>
          <ac:picMkLst>
            <pc:docMk/>
            <pc:sldMk cId="1990843852" sldId="307"/>
            <ac:picMk id="80" creationId="{2415C9D5-2862-EA40-9B1C-218C3367383E}"/>
          </ac:picMkLst>
        </pc:picChg>
        <pc:picChg chg="del">
          <ac:chgData name="Davis, James C" userId="84778d94-b1cc-4a48-87ce-749e1d7d6e72" providerId="ADAL" clId="{DB29CE5D-62DD-C948-A491-39174BD9880C}" dt="2022-01-14T18:47:29.909" v="1304" actId="478"/>
          <ac:picMkLst>
            <pc:docMk/>
            <pc:sldMk cId="1990843852" sldId="307"/>
            <ac:picMk id="1026" creationId="{BE369A6F-9830-624C-B756-6E7C5ED70947}"/>
          </ac:picMkLst>
        </pc:picChg>
        <pc:picChg chg="add del mod">
          <ac:chgData name="Davis, James C" userId="84778d94-b1cc-4a48-87ce-749e1d7d6e72" providerId="ADAL" clId="{DB29CE5D-62DD-C948-A491-39174BD9880C}" dt="2022-01-14T18:49:56.044" v="1327" actId="478"/>
          <ac:picMkLst>
            <pc:docMk/>
            <pc:sldMk cId="1990843852" sldId="307"/>
            <ac:picMk id="1028" creationId="{33A61A4C-D17D-0744-B50E-EAFA5F4B733A}"/>
          </ac:picMkLst>
        </pc:picChg>
        <pc:picChg chg="add mod">
          <ac:chgData name="Davis, James C" userId="84778d94-b1cc-4a48-87ce-749e1d7d6e72" providerId="ADAL" clId="{DB29CE5D-62DD-C948-A491-39174BD9880C}" dt="2022-01-14T19:07:19.782" v="2664" actId="1076"/>
          <ac:picMkLst>
            <pc:docMk/>
            <pc:sldMk cId="1990843852" sldId="307"/>
            <ac:picMk id="1029" creationId="{885672FF-197F-854B-89D0-A4D890AE10AD}"/>
          </ac:picMkLst>
        </pc:picChg>
        <pc:picChg chg="add mod">
          <ac:chgData name="Davis, James C" userId="84778d94-b1cc-4a48-87ce-749e1d7d6e72" providerId="ADAL" clId="{DB29CE5D-62DD-C948-A491-39174BD9880C}" dt="2022-01-14T18:56:08.078" v="1355" actId="1076"/>
          <ac:picMkLst>
            <pc:docMk/>
            <pc:sldMk cId="1990843852" sldId="307"/>
            <ac:picMk id="1039" creationId="{3739DF84-04F6-A840-BB91-6F9954867FA5}"/>
          </ac:picMkLst>
        </pc:picChg>
        <pc:cxnChg chg="mod">
          <ac:chgData name="Davis, James C" userId="84778d94-b1cc-4a48-87ce-749e1d7d6e72" providerId="ADAL" clId="{DB29CE5D-62DD-C948-A491-39174BD9880C}" dt="2022-01-14T18:54:18.488" v="1347" actId="1076"/>
          <ac:cxnSpMkLst>
            <pc:docMk/>
            <pc:sldMk cId="1990843852" sldId="307"/>
            <ac:cxnSpMk id="14" creationId="{2E8CC548-120E-9546-BE4E-4247D03D33F9}"/>
          </ac:cxnSpMkLst>
        </pc:cxnChg>
        <pc:cxnChg chg="mod">
          <ac:chgData name="Davis, James C" userId="84778d94-b1cc-4a48-87ce-749e1d7d6e72" providerId="ADAL" clId="{DB29CE5D-62DD-C948-A491-39174BD9880C}" dt="2022-01-14T18:54:09.611" v="1344" actId="1076"/>
          <ac:cxnSpMkLst>
            <pc:docMk/>
            <pc:sldMk cId="1990843852" sldId="307"/>
            <ac:cxnSpMk id="15" creationId="{A6166F8E-4B6D-2E4D-9FB5-85E53A6AB403}"/>
          </ac:cxnSpMkLst>
        </pc:cxnChg>
        <pc:cxnChg chg="del mod">
          <ac:chgData name="Davis, James C" userId="84778d94-b1cc-4a48-87ce-749e1d7d6e72" providerId="ADAL" clId="{DB29CE5D-62DD-C948-A491-39174BD9880C}" dt="2022-01-14T18:46:26.058" v="1257" actId="478"/>
          <ac:cxnSpMkLst>
            <pc:docMk/>
            <pc:sldMk cId="1990843852" sldId="307"/>
            <ac:cxnSpMk id="18" creationId="{AD0D10DE-ACC8-9241-88B4-E89D8BE7DC31}"/>
          </ac:cxnSpMkLst>
        </pc:cxnChg>
        <pc:cxnChg chg="add del mod">
          <ac:chgData name="Davis, James C" userId="84778d94-b1cc-4a48-87ce-749e1d7d6e72" providerId="ADAL" clId="{DB29CE5D-62DD-C948-A491-39174BD9880C}" dt="2022-01-14T18:50:40.176" v="1339" actId="478"/>
          <ac:cxnSpMkLst>
            <pc:docMk/>
            <pc:sldMk cId="1990843852" sldId="307"/>
            <ac:cxnSpMk id="31" creationId="{4D9842F9-EDBD-7242-AF36-4F2FB7D6EE4B}"/>
          </ac:cxnSpMkLst>
        </pc:cxnChg>
        <pc:cxnChg chg="add mod">
          <ac:chgData name="Davis, James C" userId="84778d94-b1cc-4a48-87ce-749e1d7d6e72" providerId="ADAL" clId="{DB29CE5D-62DD-C948-A491-39174BD9880C}" dt="2022-01-14T18:54:11.468" v="1345" actId="1076"/>
          <ac:cxnSpMkLst>
            <pc:docMk/>
            <pc:sldMk cId="1990843852" sldId="307"/>
            <ac:cxnSpMk id="37" creationId="{3C672F16-9C43-E94D-A0DD-0F3CE0292012}"/>
          </ac:cxnSpMkLst>
        </pc:cxnChg>
        <pc:cxnChg chg="add mod">
          <ac:chgData name="Davis, James C" userId="84778d94-b1cc-4a48-87ce-749e1d7d6e72" providerId="ADAL" clId="{DB29CE5D-62DD-C948-A491-39174BD9880C}" dt="2022-01-14T18:54:11.468" v="1345" actId="1076"/>
          <ac:cxnSpMkLst>
            <pc:docMk/>
            <pc:sldMk cId="1990843852" sldId="307"/>
            <ac:cxnSpMk id="40" creationId="{08CB0C09-A963-594B-8F02-BE5AC9010513}"/>
          </ac:cxnSpMkLst>
        </pc:cxnChg>
        <pc:cxnChg chg="add mod">
          <ac:chgData name="Davis, James C" userId="84778d94-b1cc-4a48-87ce-749e1d7d6e72" providerId="ADAL" clId="{DB29CE5D-62DD-C948-A491-39174BD9880C}" dt="2022-01-14T18:54:18.488" v="1347" actId="1076"/>
          <ac:cxnSpMkLst>
            <pc:docMk/>
            <pc:sldMk cId="1990843852" sldId="307"/>
            <ac:cxnSpMk id="44" creationId="{8A8B32D2-91B3-D74E-B08B-ED8EAFCFECDF}"/>
          </ac:cxnSpMkLst>
        </pc:cxnChg>
      </pc:sldChg>
      <pc:sldChg chg="modSp new mod">
        <pc:chgData name="Davis, James C" userId="84778d94-b1cc-4a48-87ce-749e1d7d6e72" providerId="ADAL" clId="{DB29CE5D-62DD-C948-A491-39174BD9880C}" dt="2022-01-14T19:24:33.124" v="5024" actId="20577"/>
        <pc:sldMkLst>
          <pc:docMk/>
          <pc:sldMk cId="2004756536" sldId="308"/>
        </pc:sldMkLst>
        <pc:spChg chg="mod">
          <ac:chgData name="Davis, James C" userId="84778d94-b1cc-4a48-87ce-749e1d7d6e72" providerId="ADAL" clId="{DB29CE5D-62DD-C948-A491-39174BD9880C}" dt="2022-01-14T19:24:33.124" v="5024" actId="20577"/>
          <ac:spMkLst>
            <pc:docMk/>
            <pc:sldMk cId="2004756536" sldId="308"/>
            <ac:spMk id="2" creationId="{5E936539-1BEF-F94A-A018-904B2E1B2CA0}"/>
          </ac:spMkLst>
        </pc:spChg>
        <pc:spChg chg="mod">
          <ac:chgData name="Davis, James C" userId="84778d94-b1cc-4a48-87ce-749e1d7d6e72" providerId="ADAL" clId="{DB29CE5D-62DD-C948-A491-39174BD9880C}" dt="2022-01-14T19:12:09.297" v="3282" actId="20577"/>
          <ac:spMkLst>
            <pc:docMk/>
            <pc:sldMk cId="2004756536" sldId="308"/>
            <ac:spMk id="3" creationId="{0FC5162C-187F-4F48-8CE3-A1159E52753A}"/>
          </ac:spMkLst>
        </pc:spChg>
      </pc:sldChg>
      <pc:sldChg chg="addSp delSp modSp add mod modClrScheme modAnim chgLayout modNotesTx">
        <pc:chgData name="Davis, James C" userId="84778d94-b1cc-4a48-87ce-749e1d7d6e72" providerId="ADAL" clId="{DB29CE5D-62DD-C948-A491-39174BD9880C}" dt="2022-01-14T19:29:03.979" v="5523"/>
        <pc:sldMkLst>
          <pc:docMk/>
          <pc:sldMk cId="3168777664" sldId="309"/>
        </pc:sldMkLst>
        <pc:spChg chg="del mod ord">
          <ac:chgData name="Davis, James C" userId="84778d94-b1cc-4a48-87ce-749e1d7d6e72" providerId="ADAL" clId="{DB29CE5D-62DD-C948-A491-39174BD9880C}" dt="2022-01-14T19:12:29.030" v="3286" actId="700"/>
          <ac:spMkLst>
            <pc:docMk/>
            <pc:sldMk cId="3168777664" sldId="309"/>
            <ac:spMk id="2" creationId="{AE20676F-5E76-2341-A07E-1DB7CDC509DE}"/>
          </ac:spMkLst>
        </pc:spChg>
        <pc:spChg chg="mod ord">
          <ac:chgData name="Davis, James C" userId="84778d94-b1cc-4a48-87ce-749e1d7d6e72" providerId="ADAL" clId="{DB29CE5D-62DD-C948-A491-39174BD9880C}" dt="2022-01-14T19:12:29.030" v="3286" actId="700"/>
          <ac:spMkLst>
            <pc:docMk/>
            <pc:sldMk cId="3168777664" sldId="309"/>
            <ac:spMk id="3" creationId="{4E3F1A60-CE0B-BE4E-952B-AAEAA4FEC46E}"/>
          </ac:spMkLst>
        </pc:spChg>
        <pc:spChg chg="add mod ord">
          <ac:chgData name="Davis, James C" userId="84778d94-b1cc-4a48-87ce-749e1d7d6e72" providerId="ADAL" clId="{DB29CE5D-62DD-C948-A491-39174BD9880C}" dt="2022-01-14T19:12:49.134" v="3348" actId="20577"/>
          <ac:spMkLst>
            <pc:docMk/>
            <pc:sldMk cId="3168777664" sldId="309"/>
            <ac:spMk id="4" creationId="{521BB1D6-28A6-2746-A352-F6F141684958}"/>
          </ac:spMkLst>
        </pc:spChg>
        <pc:spChg chg="add del mod ord">
          <ac:chgData name="Davis, James C" userId="84778d94-b1cc-4a48-87ce-749e1d7d6e72" providerId="ADAL" clId="{DB29CE5D-62DD-C948-A491-39174BD9880C}" dt="2022-01-14T19:16:27.682" v="3349" actId="478"/>
          <ac:spMkLst>
            <pc:docMk/>
            <pc:sldMk cId="3168777664" sldId="309"/>
            <ac:spMk id="5" creationId="{7ABEF3FE-7334-9848-B82B-58045BFE11E8}"/>
          </ac:spMkLst>
        </pc:spChg>
        <pc:spChg chg="add mod">
          <ac:chgData name="Davis, James C" userId="84778d94-b1cc-4a48-87ce-749e1d7d6e72" providerId="ADAL" clId="{DB29CE5D-62DD-C948-A491-39174BD9880C}" dt="2022-01-14T19:28:44.159" v="5517" actId="1076"/>
          <ac:spMkLst>
            <pc:docMk/>
            <pc:sldMk cId="3168777664" sldId="309"/>
            <ac:spMk id="9" creationId="{FDC80A3B-D6FA-704E-AECE-3A0387D3D926}"/>
          </ac:spMkLst>
        </pc:spChg>
        <pc:spChg chg="add mod">
          <ac:chgData name="Davis, James C" userId="84778d94-b1cc-4a48-87ce-749e1d7d6e72" providerId="ADAL" clId="{DB29CE5D-62DD-C948-A491-39174BD9880C}" dt="2022-01-14T19:28:44.159" v="5517" actId="1076"/>
          <ac:spMkLst>
            <pc:docMk/>
            <pc:sldMk cId="3168777664" sldId="309"/>
            <ac:spMk id="13" creationId="{28046F4F-4EF6-B340-A7D4-E56851EF40C0}"/>
          </ac:spMkLst>
        </pc:spChg>
        <pc:spChg chg="add mod">
          <ac:chgData name="Davis, James C" userId="84778d94-b1cc-4a48-87ce-749e1d7d6e72" providerId="ADAL" clId="{DB29CE5D-62DD-C948-A491-39174BD9880C}" dt="2022-01-14T19:28:44.159" v="5517" actId="1076"/>
          <ac:spMkLst>
            <pc:docMk/>
            <pc:sldMk cId="3168777664" sldId="309"/>
            <ac:spMk id="14" creationId="{329AAC9E-BCE4-2945-B332-71F4D1F36E49}"/>
          </ac:spMkLst>
        </pc:spChg>
        <pc:picChg chg="add mod">
          <ac:chgData name="Davis, James C" userId="84778d94-b1cc-4a48-87ce-749e1d7d6e72" providerId="ADAL" clId="{DB29CE5D-62DD-C948-A491-39174BD9880C}" dt="2022-01-14T19:28:44.159" v="5517" actId="1076"/>
          <ac:picMkLst>
            <pc:docMk/>
            <pc:sldMk cId="3168777664" sldId="309"/>
            <ac:picMk id="6" creationId="{A5444EE9-5A0C-5F45-8AC8-A5B32A752AE8}"/>
          </ac:picMkLst>
        </pc:picChg>
        <pc:picChg chg="add mod">
          <ac:chgData name="Davis, James C" userId="84778d94-b1cc-4a48-87ce-749e1d7d6e72" providerId="ADAL" clId="{DB29CE5D-62DD-C948-A491-39174BD9880C}" dt="2022-01-14T19:28:46.554" v="5518" actId="1076"/>
          <ac:picMkLst>
            <pc:docMk/>
            <pc:sldMk cId="3168777664" sldId="309"/>
            <ac:picMk id="18" creationId="{1620B89B-53DD-B344-8195-1C4176945F88}"/>
          </ac:picMkLst>
        </pc:picChg>
        <pc:cxnChg chg="add mod">
          <ac:chgData name="Davis, James C" userId="84778d94-b1cc-4a48-87ce-749e1d7d6e72" providerId="ADAL" clId="{DB29CE5D-62DD-C948-A491-39174BD9880C}" dt="2022-01-14T19:28:44.159" v="5517" actId="1076"/>
          <ac:cxnSpMkLst>
            <pc:docMk/>
            <pc:sldMk cId="3168777664" sldId="309"/>
            <ac:cxnSpMk id="8" creationId="{02B8AF18-F5B5-244B-A279-29E6204378FB}"/>
          </ac:cxnSpMkLst>
        </pc:cxnChg>
        <pc:cxnChg chg="add mod">
          <ac:chgData name="Davis, James C" userId="84778d94-b1cc-4a48-87ce-749e1d7d6e72" providerId="ADAL" clId="{DB29CE5D-62DD-C948-A491-39174BD9880C}" dt="2022-01-14T19:28:44.159" v="5517" actId="1076"/>
          <ac:cxnSpMkLst>
            <pc:docMk/>
            <pc:sldMk cId="3168777664" sldId="309"/>
            <ac:cxnSpMk id="10" creationId="{58F27F21-3FCD-134A-9B0C-C2164D0C0B9C}"/>
          </ac:cxnSpMkLst>
        </pc:cxnChg>
        <pc:cxnChg chg="add mod">
          <ac:chgData name="Davis, James C" userId="84778d94-b1cc-4a48-87ce-749e1d7d6e72" providerId="ADAL" clId="{DB29CE5D-62DD-C948-A491-39174BD9880C}" dt="2022-01-14T19:28:44.159" v="5517" actId="1076"/>
          <ac:cxnSpMkLst>
            <pc:docMk/>
            <pc:sldMk cId="3168777664" sldId="309"/>
            <ac:cxnSpMk id="15" creationId="{2D16BB80-6BBC-3048-A562-B8C905BFA290}"/>
          </ac:cxnSpMkLst>
        </pc:cxnChg>
      </pc:sldChg>
      <pc:sldChg chg="new del">
        <pc:chgData name="Davis, James C" userId="84778d94-b1cc-4a48-87ce-749e1d7d6e72" providerId="ADAL" clId="{DB29CE5D-62DD-C948-A491-39174BD9880C}" dt="2022-01-14T19:12:24.985" v="3284" actId="2696"/>
        <pc:sldMkLst>
          <pc:docMk/>
          <pc:sldMk cId="3650944922" sldId="309"/>
        </pc:sldMkLst>
      </pc:sldChg>
      <pc:sldChg chg="addSp delSp modSp new mod modClrScheme chgLayout modNotesTx">
        <pc:chgData name="Davis, James C" userId="84778d94-b1cc-4a48-87ce-749e1d7d6e72" providerId="ADAL" clId="{DB29CE5D-62DD-C948-A491-39174BD9880C}" dt="2022-01-14T19:29:25.462" v="5588" actId="313"/>
        <pc:sldMkLst>
          <pc:docMk/>
          <pc:sldMk cId="3911292560" sldId="310"/>
        </pc:sldMkLst>
        <pc:spChg chg="del">
          <ac:chgData name="Davis, James C" userId="84778d94-b1cc-4a48-87ce-749e1d7d6e72" providerId="ADAL" clId="{DB29CE5D-62DD-C948-A491-39174BD9880C}" dt="2022-01-14T19:23:27.109" v="4969" actId="700"/>
          <ac:spMkLst>
            <pc:docMk/>
            <pc:sldMk cId="3911292560" sldId="310"/>
            <ac:spMk id="2" creationId="{507D55DA-ED09-AC49-9741-427570218B44}"/>
          </ac:spMkLst>
        </pc:spChg>
        <pc:spChg chg="del">
          <ac:chgData name="Davis, James C" userId="84778d94-b1cc-4a48-87ce-749e1d7d6e72" providerId="ADAL" clId="{DB29CE5D-62DD-C948-A491-39174BD9880C}" dt="2022-01-14T19:23:27.109" v="4969" actId="700"/>
          <ac:spMkLst>
            <pc:docMk/>
            <pc:sldMk cId="3911292560" sldId="310"/>
            <ac:spMk id="3" creationId="{8280D4AB-D0F1-0146-B12C-B1017E31DCBE}"/>
          </ac:spMkLst>
        </pc:spChg>
        <pc:spChg chg="mod ord">
          <ac:chgData name="Davis, James C" userId="84778d94-b1cc-4a48-87ce-749e1d7d6e72" providerId="ADAL" clId="{DB29CE5D-62DD-C948-A491-39174BD9880C}" dt="2022-01-14T19:23:27.109" v="4969" actId="700"/>
          <ac:spMkLst>
            <pc:docMk/>
            <pc:sldMk cId="3911292560" sldId="310"/>
            <ac:spMk id="4" creationId="{E03DD490-7CA0-3241-BC9B-43E627110669}"/>
          </ac:spMkLst>
        </pc:spChg>
        <pc:picChg chg="add mod">
          <ac:chgData name="Davis, James C" userId="84778d94-b1cc-4a48-87ce-749e1d7d6e72" providerId="ADAL" clId="{DB29CE5D-62DD-C948-A491-39174BD9880C}" dt="2022-01-14T19:23:52.895" v="4975" actId="1076"/>
          <ac:picMkLst>
            <pc:docMk/>
            <pc:sldMk cId="3911292560" sldId="310"/>
            <ac:picMk id="1026" creationId="{B3B4370D-C26A-DD49-9B7C-3448379EE2A7}"/>
          </ac:picMkLst>
        </pc:picChg>
        <pc:picChg chg="add mod">
          <ac:chgData name="Davis, James C" userId="84778d94-b1cc-4a48-87ce-749e1d7d6e72" providerId="ADAL" clId="{DB29CE5D-62DD-C948-A491-39174BD9880C}" dt="2022-01-14T19:24:00.827" v="4980" actId="1076"/>
          <ac:picMkLst>
            <pc:docMk/>
            <pc:sldMk cId="3911292560" sldId="310"/>
            <ac:picMk id="1028" creationId="{4DA3DE8B-721B-6744-8579-0DB0F8C038A1}"/>
          </ac:picMkLst>
        </pc:picChg>
      </pc:sldChg>
      <pc:sldChg chg="new del">
        <pc:chgData name="Davis, James C" userId="84778d94-b1cc-4a48-87ce-749e1d7d6e72" providerId="ADAL" clId="{DB29CE5D-62DD-C948-A491-39174BD9880C}" dt="2022-01-14T19:24:50.696" v="5026" actId="2696"/>
        <pc:sldMkLst>
          <pc:docMk/>
          <pc:sldMk cId="2260861023" sldId="311"/>
        </pc:sldMkLst>
      </pc:sldChg>
      <pc:sldChg chg="del">
        <pc:chgData name="Davis, James C" userId="84778d94-b1cc-4a48-87ce-749e1d7d6e72" providerId="ADAL" clId="{DB29CE5D-62DD-C948-A491-39174BD9880C}" dt="2022-01-14T18:30:47.394" v="139" actId="2696"/>
        <pc:sldMkLst>
          <pc:docMk/>
          <pc:sldMk cId="3813857377" sldId="314"/>
        </pc:sldMkLst>
      </pc:sldChg>
      <pc:sldChg chg="del">
        <pc:chgData name="Davis, James C" userId="84778d94-b1cc-4a48-87ce-749e1d7d6e72" providerId="ADAL" clId="{DB29CE5D-62DD-C948-A491-39174BD9880C}" dt="2022-01-14T18:30:47.394" v="139" actId="2696"/>
        <pc:sldMkLst>
          <pc:docMk/>
          <pc:sldMk cId="2261303456" sldId="315"/>
        </pc:sldMkLst>
      </pc:sldChg>
      <pc:sldChg chg="del">
        <pc:chgData name="Davis, James C" userId="84778d94-b1cc-4a48-87ce-749e1d7d6e72" providerId="ADAL" clId="{DB29CE5D-62DD-C948-A491-39174BD9880C}" dt="2022-01-14T18:30:47.394" v="139" actId="2696"/>
        <pc:sldMkLst>
          <pc:docMk/>
          <pc:sldMk cId="2636654752" sldId="316"/>
        </pc:sldMkLst>
      </pc:sldChg>
      <pc:sldChg chg="del">
        <pc:chgData name="Davis, James C" userId="84778d94-b1cc-4a48-87ce-749e1d7d6e72" providerId="ADAL" clId="{DB29CE5D-62DD-C948-A491-39174BD9880C}" dt="2022-01-14T18:30:47.394" v="139" actId="2696"/>
        <pc:sldMkLst>
          <pc:docMk/>
          <pc:sldMk cId="746412671" sldId="317"/>
        </pc:sldMkLst>
      </pc:sldChg>
      <pc:sldChg chg="add del">
        <pc:chgData name="Davis, James C" userId="84778d94-b1cc-4a48-87ce-749e1d7d6e72" providerId="ADAL" clId="{DB29CE5D-62DD-C948-A491-39174BD9880C}" dt="2022-01-14T18:31:23.672" v="142" actId="2696"/>
        <pc:sldMkLst>
          <pc:docMk/>
          <pc:sldMk cId="956169035" sldId="318"/>
        </pc:sldMkLst>
      </pc:sldChg>
      <pc:sldChg chg="add del">
        <pc:chgData name="Davis, James C" userId="84778d94-b1cc-4a48-87ce-749e1d7d6e72" providerId="ADAL" clId="{DB29CE5D-62DD-C948-A491-39174BD9880C}" dt="2022-01-14T18:31:23.672" v="142" actId="2696"/>
        <pc:sldMkLst>
          <pc:docMk/>
          <pc:sldMk cId="114692035" sldId="319"/>
        </pc:sldMkLst>
      </pc:sldChg>
      <pc:sldChg chg="add del">
        <pc:chgData name="Davis, James C" userId="84778d94-b1cc-4a48-87ce-749e1d7d6e72" providerId="ADAL" clId="{DB29CE5D-62DD-C948-A491-39174BD9880C}" dt="2022-01-14T18:31:23.672" v="142" actId="2696"/>
        <pc:sldMkLst>
          <pc:docMk/>
          <pc:sldMk cId="4240643415" sldId="320"/>
        </pc:sldMkLst>
      </pc:sldChg>
      <pc:sldChg chg="add del">
        <pc:chgData name="Davis, James C" userId="84778d94-b1cc-4a48-87ce-749e1d7d6e72" providerId="ADAL" clId="{DB29CE5D-62DD-C948-A491-39174BD9880C}" dt="2022-01-14T18:31:23.672" v="142" actId="2696"/>
        <pc:sldMkLst>
          <pc:docMk/>
          <pc:sldMk cId="3663324272" sldId="321"/>
        </pc:sldMkLst>
      </pc:sldChg>
      <pc:sldChg chg="add del">
        <pc:chgData name="Davis, James C" userId="84778d94-b1cc-4a48-87ce-749e1d7d6e72" providerId="ADAL" clId="{DB29CE5D-62DD-C948-A491-39174BD9880C}" dt="2022-01-14T18:31:23.672" v="142" actId="2696"/>
        <pc:sldMkLst>
          <pc:docMk/>
          <pc:sldMk cId="667433489" sldId="322"/>
        </pc:sldMkLst>
      </pc:sldChg>
      <pc:sldChg chg="add del">
        <pc:chgData name="Davis, James C" userId="84778d94-b1cc-4a48-87ce-749e1d7d6e72" providerId="ADAL" clId="{DB29CE5D-62DD-C948-A491-39174BD9880C}" dt="2022-01-14T18:31:23.672" v="142" actId="2696"/>
        <pc:sldMkLst>
          <pc:docMk/>
          <pc:sldMk cId="2762415982" sldId="323"/>
        </pc:sldMkLst>
      </pc:sldChg>
      <pc:sldChg chg="add del">
        <pc:chgData name="Davis, James C" userId="84778d94-b1cc-4a48-87ce-749e1d7d6e72" providerId="ADAL" clId="{DB29CE5D-62DD-C948-A491-39174BD9880C}" dt="2022-01-14T18:31:23.672" v="142" actId="2696"/>
        <pc:sldMkLst>
          <pc:docMk/>
          <pc:sldMk cId="668476349" sldId="324"/>
        </pc:sldMkLst>
      </pc:sldChg>
      <pc:sldChg chg="add del">
        <pc:chgData name="Davis, James C" userId="84778d94-b1cc-4a48-87ce-749e1d7d6e72" providerId="ADAL" clId="{DB29CE5D-62DD-C948-A491-39174BD9880C}" dt="2022-01-14T18:31:23.672" v="142" actId="2696"/>
        <pc:sldMkLst>
          <pc:docMk/>
          <pc:sldMk cId="145635251" sldId="325"/>
        </pc:sldMkLst>
      </pc:sldChg>
      <pc:sldChg chg="del">
        <pc:chgData name="Davis, James C" userId="84778d94-b1cc-4a48-87ce-749e1d7d6e72" providerId="ADAL" clId="{DB29CE5D-62DD-C948-A491-39174BD9880C}" dt="2022-01-14T18:30:47.394" v="139" actId="2696"/>
        <pc:sldMkLst>
          <pc:docMk/>
          <pc:sldMk cId="849455636" sldId="326"/>
        </pc:sldMkLst>
      </pc:sldChg>
      <pc:sldChg chg="delSp modSp add del mod">
        <pc:chgData name="Davis, James C" userId="84778d94-b1cc-4a48-87ce-749e1d7d6e72" providerId="ADAL" clId="{DB29CE5D-62DD-C948-A491-39174BD9880C}" dt="2022-01-14T19:29:11.508" v="5524" actId="2696"/>
        <pc:sldMkLst>
          <pc:docMk/>
          <pc:sldMk cId="1373760241" sldId="1125"/>
        </pc:sldMkLst>
        <pc:picChg chg="del mod modCrop">
          <ac:chgData name="Davis, James C" userId="84778d94-b1cc-4a48-87ce-749e1d7d6e72" providerId="ADAL" clId="{DB29CE5D-62DD-C948-A491-39174BD9880C}" dt="2022-01-14T19:28:32.364" v="5514" actId="21"/>
          <ac:picMkLst>
            <pc:docMk/>
            <pc:sldMk cId="1373760241" sldId="1125"/>
            <ac:picMk id="3" creationId="{7849D8DD-7A8E-D342-B356-969A0ACAD9B8}"/>
          </ac:picMkLst>
        </pc:picChg>
      </pc:sldChg>
      <pc:sldChg chg="modSp add del mod">
        <pc:chgData name="Davis, James C" userId="84778d94-b1cc-4a48-87ce-749e1d7d6e72" providerId="ADAL" clId="{DB29CE5D-62DD-C948-A491-39174BD9880C}" dt="2022-01-14T19:25:06.610" v="5047" actId="2696"/>
        <pc:sldMkLst>
          <pc:docMk/>
          <pc:sldMk cId="347775580" sldId="1126"/>
        </pc:sldMkLst>
        <pc:spChg chg="mod">
          <ac:chgData name="Davis, James C" userId="84778d94-b1cc-4a48-87ce-749e1d7d6e72" providerId="ADAL" clId="{DB29CE5D-62DD-C948-A491-39174BD9880C}" dt="2022-01-14T19:25:01.130" v="5046" actId="20577"/>
          <ac:spMkLst>
            <pc:docMk/>
            <pc:sldMk cId="347775580" sldId="1126"/>
            <ac:spMk id="7" creationId="{4454FDAE-F0B9-7B40-981E-93AE6D19CEDE}"/>
          </ac:spMkLst>
        </pc:spChg>
      </pc:sldChg>
      <pc:sldChg chg="addSp delSp modSp add mod delAnim modAnim modNotesTx">
        <pc:chgData name="Davis, James C" userId="84778d94-b1cc-4a48-87ce-749e1d7d6e72" providerId="ADAL" clId="{DB29CE5D-62DD-C948-A491-39174BD9880C}" dt="2022-01-14T19:28:10.099" v="5512" actId="20577"/>
        <pc:sldMkLst>
          <pc:docMk/>
          <pc:sldMk cId="3063446500" sldId="1126"/>
        </pc:sldMkLst>
        <pc:spChg chg="del">
          <ac:chgData name="Davis, James C" userId="84778d94-b1cc-4a48-87ce-749e1d7d6e72" providerId="ADAL" clId="{DB29CE5D-62DD-C948-A491-39174BD9880C}" dt="2022-01-14T19:25:24.337" v="5106" actId="478"/>
          <ac:spMkLst>
            <pc:docMk/>
            <pc:sldMk cId="3063446500" sldId="1126"/>
            <ac:spMk id="2" creationId="{2718B6B4-1940-4541-B5BB-0428DDB6E954}"/>
          </ac:spMkLst>
        </pc:spChg>
        <pc:spChg chg="mod">
          <ac:chgData name="Davis, James C" userId="84778d94-b1cc-4a48-87ce-749e1d7d6e72" providerId="ADAL" clId="{DB29CE5D-62DD-C948-A491-39174BD9880C}" dt="2022-01-14T19:25:16.491" v="5100" actId="20577"/>
          <ac:spMkLst>
            <pc:docMk/>
            <pc:sldMk cId="3063446500" sldId="1126"/>
            <ac:spMk id="7" creationId="{4454FDAE-F0B9-7B40-981E-93AE6D19CEDE}"/>
          </ac:spMkLst>
        </pc:spChg>
        <pc:spChg chg="mod">
          <ac:chgData name="Davis, James C" userId="84778d94-b1cc-4a48-87ce-749e1d7d6e72" providerId="ADAL" clId="{DB29CE5D-62DD-C948-A491-39174BD9880C}" dt="2022-01-14T19:27:26.336" v="5379" actId="1076"/>
          <ac:spMkLst>
            <pc:docMk/>
            <pc:sldMk cId="3063446500" sldId="1126"/>
            <ac:spMk id="9" creationId="{927402F7-3FC9-F546-80B7-9C235EE76B76}"/>
          </ac:spMkLst>
        </pc:spChg>
        <pc:spChg chg="mod">
          <ac:chgData name="Davis, James C" userId="84778d94-b1cc-4a48-87ce-749e1d7d6e72" providerId="ADAL" clId="{DB29CE5D-62DD-C948-A491-39174BD9880C}" dt="2022-01-14T19:27:26.336" v="5379" actId="1076"/>
          <ac:spMkLst>
            <pc:docMk/>
            <pc:sldMk cId="3063446500" sldId="1126"/>
            <ac:spMk id="10" creationId="{4AA64137-F30E-264C-9BA9-AA4606983738}"/>
          </ac:spMkLst>
        </pc:spChg>
        <pc:spChg chg="add mod">
          <ac:chgData name="Davis, James C" userId="84778d94-b1cc-4a48-87ce-749e1d7d6e72" providerId="ADAL" clId="{DB29CE5D-62DD-C948-A491-39174BD9880C}" dt="2022-01-14T19:28:10.099" v="5512" actId="20577"/>
          <ac:spMkLst>
            <pc:docMk/>
            <pc:sldMk cId="3063446500" sldId="1126"/>
            <ac:spMk id="11" creationId="{29D6931B-D21D-9A4F-8914-F15034935B4F}"/>
          </ac:spMkLst>
        </pc:spChg>
        <pc:spChg chg="mod">
          <ac:chgData name="Davis, James C" userId="84778d94-b1cc-4a48-87ce-749e1d7d6e72" providerId="ADAL" clId="{DB29CE5D-62DD-C948-A491-39174BD9880C}" dt="2022-01-14T19:27:26.336" v="5379" actId="1076"/>
          <ac:spMkLst>
            <pc:docMk/>
            <pc:sldMk cId="3063446500" sldId="1126"/>
            <ac:spMk id="12" creationId="{7B995F1B-61AA-E34A-AFFA-92D509EA6F8B}"/>
          </ac:spMkLst>
        </pc:spChg>
        <pc:spChg chg="add mod">
          <ac:chgData name="Davis, James C" userId="84778d94-b1cc-4a48-87ce-749e1d7d6e72" providerId="ADAL" clId="{DB29CE5D-62DD-C948-A491-39174BD9880C}" dt="2022-01-14T19:27:56.410" v="5498" actId="20577"/>
          <ac:spMkLst>
            <pc:docMk/>
            <pc:sldMk cId="3063446500" sldId="1126"/>
            <ac:spMk id="27" creationId="{39476450-F8BB-A94A-9F9F-5DB3EC72DF2D}"/>
          </ac:spMkLst>
        </pc:spChg>
        <pc:spChg chg="mod">
          <ac:chgData name="Davis, James C" userId="84778d94-b1cc-4a48-87ce-749e1d7d6e72" providerId="ADAL" clId="{DB29CE5D-62DD-C948-A491-39174BD9880C}" dt="2022-01-14T19:27:26.336" v="5379" actId="1076"/>
          <ac:spMkLst>
            <pc:docMk/>
            <pc:sldMk cId="3063446500" sldId="1126"/>
            <ac:spMk id="30" creationId="{AFDA7C51-BC5B-714A-A760-543FA957E8F2}"/>
          </ac:spMkLst>
        </pc:spChg>
        <pc:spChg chg="mod">
          <ac:chgData name="Davis, James C" userId="84778d94-b1cc-4a48-87ce-749e1d7d6e72" providerId="ADAL" clId="{DB29CE5D-62DD-C948-A491-39174BD9880C}" dt="2022-01-14T19:27:26.336" v="5379" actId="1076"/>
          <ac:spMkLst>
            <pc:docMk/>
            <pc:sldMk cId="3063446500" sldId="1126"/>
            <ac:spMk id="36" creationId="{C230A851-986F-7A45-929D-D42A329D9488}"/>
          </ac:spMkLst>
        </pc:spChg>
        <pc:picChg chg="del">
          <ac:chgData name="Davis, James C" userId="84778d94-b1cc-4a48-87ce-749e1d7d6e72" providerId="ADAL" clId="{DB29CE5D-62DD-C948-A491-39174BD9880C}" dt="2022-01-14T19:25:21.312" v="5104" actId="478"/>
          <ac:picMkLst>
            <pc:docMk/>
            <pc:sldMk cId="3063446500" sldId="1126"/>
            <ac:picMk id="16" creationId="{08B7D8CA-E130-2F4D-915B-D2333DE297EC}"/>
          </ac:picMkLst>
        </pc:picChg>
        <pc:picChg chg="del">
          <ac:chgData name="Davis, James C" userId="84778d94-b1cc-4a48-87ce-749e1d7d6e72" providerId="ADAL" clId="{DB29CE5D-62DD-C948-A491-39174BD9880C}" dt="2022-01-14T19:25:19.683" v="5102" actId="478"/>
          <ac:picMkLst>
            <pc:docMk/>
            <pc:sldMk cId="3063446500" sldId="1126"/>
            <ac:picMk id="57" creationId="{D108DA2F-3F43-A04A-9120-98EBCF2BA206}"/>
          </ac:picMkLst>
        </pc:picChg>
        <pc:picChg chg="del">
          <ac:chgData name="Davis, James C" userId="84778d94-b1cc-4a48-87ce-749e1d7d6e72" providerId="ADAL" clId="{DB29CE5D-62DD-C948-A491-39174BD9880C}" dt="2022-01-14T19:25:22.429" v="5105" actId="478"/>
          <ac:picMkLst>
            <pc:docMk/>
            <pc:sldMk cId="3063446500" sldId="1126"/>
            <ac:picMk id="80" creationId="{2415C9D5-2862-EA40-9B1C-218C3367383E}"/>
          </ac:picMkLst>
        </pc:picChg>
        <pc:picChg chg="del">
          <ac:chgData name="Davis, James C" userId="84778d94-b1cc-4a48-87ce-749e1d7d6e72" providerId="ADAL" clId="{DB29CE5D-62DD-C948-A491-39174BD9880C}" dt="2022-01-14T19:25:18.199" v="5101" actId="478"/>
          <ac:picMkLst>
            <pc:docMk/>
            <pc:sldMk cId="3063446500" sldId="1126"/>
            <ac:picMk id="1029" creationId="{885672FF-197F-854B-89D0-A4D890AE10AD}"/>
          </ac:picMkLst>
        </pc:picChg>
        <pc:picChg chg="del">
          <ac:chgData name="Davis, James C" userId="84778d94-b1cc-4a48-87ce-749e1d7d6e72" providerId="ADAL" clId="{DB29CE5D-62DD-C948-A491-39174BD9880C}" dt="2022-01-14T19:25:20.942" v="5103" actId="478"/>
          <ac:picMkLst>
            <pc:docMk/>
            <pc:sldMk cId="3063446500" sldId="1126"/>
            <ac:picMk id="1039" creationId="{3739DF84-04F6-A840-BB91-6F9954867FA5}"/>
          </ac:picMkLst>
        </pc:picChg>
        <pc:cxnChg chg="mod">
          <ac:chgData name="Davis, James C" userId="84778d94-b1cc-4a48-87ce-749e1d7d6e72" providerId="ADAL" clId="{DB29CE5D-62DD-C948-A491-39174BD9880C}" dt="2022-01-14T19:27:26.336" v="5379" actId="1076"/>
          <ac:cxnSpMkLst>
            <pc:docMk/>
            <pc:sldMk cId="3063446500" sldId="1126"/>
            <ac:cxnSpMk id="14" creationId="{2E8CC548-120E-9546-BE4E-4247D03D33F9}"/>
          </ac:cxnSpMkLst>
        </pc:cxnChg>
        <pc:cxnChg chg="mod">
          <ac:chgData name="Davis, James C" userId="84778d94-b1cc-4a48-87ce-749e1d7d6e72" providerId="ADAL" clId="{DB29CE5D-62DD-C948-A491-39174BD9880C}" dt="2022-01-14T19:27:26.336" v="5379" actId="1076"/>
          <ac:cxnSpMkLst>
            <pc:docMk/>
            <pc:sldMk cId="3063446500" sldId="1126"/>
            <ac:cxnSpMk id="15" creationId="{A6166F8E-4B6D-2E4D-9FB5-85E53A6AB403}"/>
          </ac:cxnSpMkLst>
        </pc:cxnChg>
        <pc:cxnChg chg="mod">
          <ac:chgData name="Davis, James C" userId="84778d94-b1cc-4a48-87ce-749e1d7d6e72" providerId="ADAL" clId="{DB29CE5D-62DD-C948-A491-39174BD9880C}" dt="2022-01-14T19:27:26.336" v="5379" actId="1076"/>
          <ac:cxnSpMkLst>
            <pc:docMk/>
            <pc:sldMk cId="3063446500" sldId="1126"/>
            <ac:cxnSpMk id="37" creationId="{3C672F16-9C43-E94D-A0DD-0F3CE0292012}"/>
          </ac:cxnSpMkLst>
        </pc:cxnChg>
        <pc:cxnChg chg="mod">
          <ac:chgData name="Davis, James C" userId="84778d94-b1cc-4a48-87ce-749e1d7d6e72" providerId="ADAL" clId="{DB29CE5D-62DD-C948-A491-39174BD9880C}" dt="2022-01-14T19:27:26.336" v="5379" actId="1076"/>
          <ac:cxnSpMkLst>
            <pc:docMk/>
            <pc:sldMk cId="3063446500" sldId="1126"/>
            <ac:cxnSpMk id="40" creationId="{08CB0C09-A963-594B-8F02-BE5AC9010513}"/>
          </ac:cxnSpMkLst>
        </pc:cxnChg>
        <pc:cxnChg chg="mod">
          <ac:chgData name="Davis, James C" userId="84778d94-b1cc-4a48-87ce-749e1d7d6e72" providerId="ADAL" clId="{DB29CE5D-62DD-C948-A491-39174BD9880C}" dt="2022-01-14T19:27:26.336" v="5379" actId="1076"/>
          <ac:cxnSpMkLst>
            <pc:docMk/>
            <pc:sldMk cId="3063446500" sldId="1126"/>
            <ac:cxnSpMk id="44" creationId="{8A8B32D2-91B3-D74E-B08B-ED8EAFCFECDF}"/>
          </ac:cxnSpMkLst>
        </pc:cxnChg>
      </pc:sldChg>
      <pc:sldMasterChg chg="delSp mod modSldLayout">
        <pc:chgData name="Davis, James C" userId="84778d94-b1cc-4a48-87ce-749e1d7d6e72" providerId="ADAL" clId="{DB29CE5D-62DD-C948-A491-39174BD9880C}" dt="2022-01-14T18:36:10.132" v="293" actId="478"/>
        <pc:sldMasterMkLst>
          <pc:docMk/>
          <pc:sldMasterMk cId="3595336832" sldId="2147483708"/>
        </pc:sldMasterMkLst>
        <pc:spChg chg="del">
          <ac:chgData name="Davis, James C" userId="84778d94-b1cc-4a48-87ce-749e1d7d6e72" providerId="ADAL" clId="{DB29CE5D-62DD-C948-A491-39174BD9880C}" dt="2022-01-14T18:36:10.132" v="293" actId="478"/>
          <ac:spMkLst>
            <pc:docMk/>
            <pc:sldMasterMk cId="3595336832" sldId="2147483708"/>
            <ac:spMk id="4" creationId="{ED2C2BF6-1E4A-5E43-AD74-73E00B5111F5}"/>
          </ac:spMkLst>
        </pc:spChg>
        <pc:sldLayoutChg chg="delSp mod">
          <pc:chgData name="Davis, James C" userId="84778d94-b1cc-4a48-87ce-749e1d7d6e72" providerId="ADAL" clId="{DB29CE5D-62DD-C948-A491-39174BD9880C}" dt="2022-01-14T18:36:02.961" v="290" actId="478"/>
          <pc:sldLayoutMkLst>
            <pc:docMk/>
            <pc:sldMasterMk cId="3595336832" sldId="2147483708"/>
            <pc:sldLayoutMk cId="574188406" sldId="2147483725"/>
          </pc:sldLayoutMkLst>
          <pc:spChg chg="del">
            <ac:chgData name="Davis, James C" userId="84778d94-b1cc-4a48-87ce-749e1d7d6e72" providerId="ADAL" clId="{DB29CE5D-62DD-C948-A491-39174BD9880C}" dt="2022-01-14T18:36:02.961" v="290" actId="478"/>
            <ac:spMkLst>
              <pc:docMk/>
              <pc:sldMasterMk cId="3595336832" sldId="2147483708"/>
              <pc:sldLayoutMk cId="574188406" sldId="2147483725"/>
              <ac:spMk id="8" creationId="{16B6E011-40BE-8046-8468-0882C252FB11}"/>
            </ac:spMkLst>
          </pc:spChg>
        </pc:sldLayoutChg>
        <pc:sldLayoutChg chg="delSp mod">
          <pc:chgData name="Davis, James C" userId="84778d94-b1cc-4a48-87ce-749e1d7d6e72" providerId="ADAL" clId="{DB29CE5D-62DD-C948-A491-39174BD9880C}" dt="2022-01-14T18:36:08.193" v="292" actId="478"/>
          <pc:sldLayoutMkLst>
            <pc:docMk/>
            <pc:sldMasterMk cId="3595336832" sldId="2147483708"/>
            <pc:sldLayoutMk cId="4232609549" sldId="2147483726"/>
          </pc:sldLayoutMkLst>
          <pc:spChg chg="del">
            <ac:chgData name="Davis, James C" userId="84778d94-b1cc-4a48-87ce-749e1d7d6e72" providerId="ADAL" clId="{DB29CE5D-62DD-C948-A491-39174BD9880C}" dt="2022-01-14T18:36:08.193" v="292" actId="478"/>
            <ac:spMkLst>
              <pc:docMk/>
              <pc:sldMasterMk cId="3595336832" sldId="2147483708"/>
              <pc:sldLayoutMk cId="4232609549" sldId="2147483726"/>
              <ac:spMk id="9" creationId="{7E98C3D8-3F18-294D-BC15-DAD7A71D10D0}"/>
            </ac:spMkLst>
          </pc:spChg>
        </pc:sldLayoutChg>
        <pc:sldLayoutChg chg="delSp mod">
          <pc:chgData name="Davis, James C" userId="84778d94-b1cc-4a48-87ce-749e1d7d6e72" providerId="ADAL" clId="{DB29CE5D-62DD-C948-A491-39174BD9880C}" dt="2022-01-14T18:35:55.132" v="285" actId="478"/>
          <pc:sldLayoutMkLst>
            <pc:docMk/>
            <pc:sldMasterMk cId="3595336832" sldId="2147483708"/>
            <pc:sldLayoutMk cId="3328718115" sldId="2147483728"/>
          </pc:sldLayoutMkLst>
          <pc:spChg chg="del">
            <ac:chgData name="Davis, James C" userId="84778d94-b1cc-4a48-87ce-749e1d7d6e72" providerId="ADAL" clId="{DB29CE5D-62DD-C948-A491-39174BD9880C}" dt="2022-01-14T18:35:55.132" v="285" actId="478"/>
            <ac:spMkLst>
              <pc:docMk/>
              <pc:sldMasterMk cId="3595336832" sldId="2147483708"/>
              <pc:sldLayoutMk cId="3328718115" sldId="2147483728"/>
              <ac:spMk id="6" creationId="{730C1C66-EBAA-5D4F-83E8-D4883227002E}"/>
            </ac:spMkLst>
          </pc:spChg>
        </pc:sldLayoutChg>
        <pc:sldLayoutChg chg="delSp mod">
          <pc:chgData name="Davis, James C" userId="84778d94-b1cc-4a48-87ce-749e1d7d6e72" providerId="ADAL" clId="{DB29CE5D-62DD-C948-A491-39174BD9880C}" dt="2022-01-14T18:35:53.479" v="284" actId="478"/>
          <pc:sldLayoutMkLst>
            <pc:docMk/>
            <pc:sldMasterMk cId="3595336832" sldId="2147483708"/>
            <pc:sldLayoutMk cId="694698316" sldId="2147483729"/>
          </pc:sldLayoutMkLst>
          <pc:spChg chg="del">
            <ac:chgData name="Davis, James C" userId="84778d94-b1cc-4a48-87ce-749e1d7d6e72" providerId="ADAL" clId="{DB29CE5D-62DD-C948-A491-39174BD9880C}" dt="2022-01-14T18:35:53.479" v="284" actId="478"/>
            <ac:spMkLst>
              <pc:docMk/>
              <pc:sldMasterMk cId="3595336832" sldId="2147483708"/>
              <pc:sldLayoutMk cId="694698316" sldId="2147483729"/>
              <ac:spMk id="8" creationId="{4C95A3D3-9422-F94B-88A6-DA6F752EBD36}"/>
            </ac:spMkLst>
          </pc:spChg>
        </pc:sldLayoutChg>
        <pc:sldLayoutChg chg="delSp mod">
          <pc:chgData name="Davis, James C" userId="84778d94-b1cc-4a48-87ce-749e1d7d6e72" providerId="ADAL" clId="{DB29CE5D-62DD-C948-A491-39174BD9880C}" dt="2022-01-14T18:35:51.562" v="283" actId="478"/>
          <pc:sldLayoutMkLst>
            <pc:docMk/>
            <pc:sldMasterMk cId="3595336832" sldId="2147483708"/>
            <pc:sldLayoutMk cId="2909255550" sldId="2147483730"/>
          </pc:sldLayoutMkLst>
          <pc:spChg chg="del">
            <ac:chgData name="Davis, James C" userId="84778d94-b1cc-4a48-87ce-749e1d7d6e72" providerId="ADAL" clId="{DB29CE5D-62DD-C948-A491-39174BD9880C}" dt="2022-01-14T18:35:51.562" v="283" actId="478"/>
            <ac:spMkLst>
              <pc:docMk/>
              <pc:sldMasterMk cId="3595336832" sldId="2147483708"/>
              <pc:sldLayoutMk cId="2909255550" sldId="2147483730"/>
              <ac:spMk id="7" creationId="{CE221D15-9197-8147-A8D2-2E293BE6328C}"/>
            </ac:spMkLst>
          </pc:spChg>
        </pc:sldLayoutChg>
        <pc:sldLayoutChg chg="delSp mod">
          <pc:chgData name="Davis, James C" userId="84778d94-b1cc-4a48-87ce-749e1d7d6e72" providerId="ADAL" clId="{DB29CE5D-62DD-C948-A491-39174BD9880C}" dt="2022-01-14T18:35:56.831" v="286" actId="478"/>
          <pc:sldLayoutMkLst>
            <pc:docMk/>
            <pc:sldMasterMk cId="3595336832" sldId="2147483708"/>
            <pc:sldLayoutMk cId="72169177" sldId="2147483731"/>
          </pc:sldLayoutMkLst>
          <pc:spChg chg="del">
            <ac:chgData name="Davis, James C" userId="84778d94-b1cc-4a48-87ce-749e1d7d6e72" providerId="ADAL" clId="{DB29CE5D-62DD-C948-A491-39174BD9880C}" dt="2022-01-14T18:35:56.831" v="286" actId="478"/>
            <ac:spMkLst>
              <pc:docMk/>
              <pc:sldMasterMk cId="3595336832" sldId="2147483708"/>
              <pc:sldLayoutMk cId="72169177" sldId="2147483731"/>
              <ac:spMk id="10" creationId="{155B5403-0314-3347-9C77-E87B1B472AE1}"/>
            </ac:spMkLst>
          </pc:spChg>
        </pc:sldLayoutChg>
        <pc:sldLayoutChg chg="delSp mod">
          <pc:chgData name="Davis, James C" userId="84778d94-b1cc-4a48-87ce-749e1d7d6e72" providerId="ADAL" clId="{DB29CE5D-62DD-C948-A491-39174BD9880C}" dt="2022-01-14T18:35:58.375" v="287" actId="478"/>
          <pc:sldLayoutMkLst>
            <pc:docMk/>
            <pc:sldMasterMk cId="3595336832" sldId="2147483708"/>
            <pc:sldLayoutMk cId="1735298232" sldId="2147483732"/>
          </pc:sldLayoutMkLst>
          <pc:spChg chg="del">
            <ac:chgData name="Davis, James C" userId="84778d94-b1cc-4a48-87ce-749e1d7d6e72" providerId="ADAL" clId="{DB29CE5D-62DD-C948-A491-39174BD9880C}" dt="2022-01-14T18:35:58.375" v="287" actId="478"/>
            <ac:spMkLst>
              <pc:docMk/>
              <pc:sldMasterMk cId="3595336832" sldId="2147483708"/>
              <pc:sldLayoutMk cId="1735298232" sldId="2147483732"/>
              <ac:spMk id="5" creationId="{7C04EA8D-862F-A44A-A52B-443A80D8CBF3}"/>
            </ac:spMkLst>
          </pc:spChg>
        </pc:sldLayoutChg>
        <pc:sldLayoutChg chg="delSp mod">
          <pc:chgData name="Davis, James C" userId="84778d94-b1cc-4a48-87ce-749e1d7d6e72" providerId="ADAL" clId="{DB29CE5D-62DD-C948-A491-39174BD9880C}" dt="2022-01-14T18:36:00.094" v="288" actId="478"/>
          <pc:sldLayoutMkLst>
            <pc:docMk/>
            <pc:sldMasterMk cId="3595336832" sldId="2147483708"/>
            <pc:sldLayoutMk cId="2822395168" sldId="2147483733"/>
          </pc:sldLayoutMkLst>
          <pc:spChg chg="del">
            <ac:chgData name="Davis, James C" userId="84778d94-b1cc-4a48-87ce-749e1d7d6e72" providerId="ADAL" clId="{DB29CE5D-62DD-C948-A491-39174BD9880C}" dt="2022-01-14T18:36:00.094" v="288" actId="478"/>
            <ac:spMkLst>
              <pc:docMk/>
              <pc:sldMasterMk cId="3595336832" sldId="2147483708"/>
              <pc:sldLayoutMk cId="2822395168" sldId="2147483733"/>
              <ac:spMk id="13" creationId="{962F2F96-5767-394C-88B6-118C4FD40191}"/>
            </ac:spMkLst>
          </pc:spChg>
        </pc:sldLayoutChg>
        <pc:sldLayoutChg chg="delSp mod">
          <pc:chgData name="Davis, James C" userId="84778d94-b1cc-4a48-87ce-749e1d7d6e72" providerId="ADAL" clId="{DB29CE5D-62DD-C948-A491-39174BD9880C}" dt="2022-01-14T18:36:01.175" v="289" actId="478"/>
          <pc:sldLayoutMkLst>
            <pc:docMk/>
            <pc:sldMasterMk cId="3595336832" sldId="2147483708"/>
            <pc:sldLayoutMk cId="669961557" sldId="2147483734"/>
          </pc:sldLayoutMkLst>
          <pc:spChg chg="del">
            <ac:chgData name="Davis, James C" userId="84778d94-b1cc-4a48-87ce-749e1d7d6e72" providerId="ADAL" clId="{DB29CE5D-62DD-C948-A491-39174BD9880C}" dt="2022-01-14T18:36:01.175" v="289" actId="478"/>
            <ac:spMkLst>
              <pc:docMk/>
              <pc:sldMasterMk cId="3595336832" sldId="2147483708"/>
              <pc:sldLayoutMk cId="669961557" sldId="2147483734"/>
              <ac:spMk id="10" creationId="{B9698D2E-F613-8044-B802-D08B43548D18}"/>
            </ac:spMkLst>
          </pc:spChg>
        </pc:sldLayoutChg>
        <pc:sldLayoutChg chg="delSp mod">
          <pc:chgData name="Davis, James C" userId="84778d94-b1cc-4a48-87ce-749e1d7d6e72" providerId="ADAL" clId="{DB29CE5D-62DD-C948-A491-39174BD9880C}" dt="2022-01-14T18:36:04.829" v="291" actId="478"/>
          <pc:sldLayoutMkLst>
            <pc:docMk/>
            <pc:sldMasterMk cId="3595336832" sldId="2147483708"/>
            <pc:sldLayoutMk cId="2625959151" sldId="2147483735"/>
          </pc:sldLayoutMkLst>
          <pc:spChg chg="del">
            <ac:chgData name="Davis, James C" userId="84778d94-b1cc-4a48-87ce-749e1d7d6e72" providerId="ADAL" clId="{DB29CE5D-62DD-C948-A491-39174BD9880C}" dt="2022-01-14T18:36:04.829" v="291" actId="478"/>
            <ac:spMkLst>
              <pc:docMk/>
              <pc:sldMasterMk cId="3595336832" sldId="2147483708"/>
              <pc:sldLayoutMk cId="2625959151" sldId="2147483735"/>
              <ac:spMk id="12" creationId="{DD7C59FB-79EF-424C-94A9-B665EDD1C9A2}"/>
            </ac:spMkLst>
          </pc:spChg>
        </pc:sldLayoutChg>
      </pc:sldMasterChg>
    </pc:docChg>
  </pc:docChgLst>
  <pc:docChgLst>
    <pc:chgData name="Davis, James C" userId="84778d94-b1cc-4a48-87ce-749e1d7d6e72" providerId="ADAL" clId="{C14DB7CD-7651-3F4B-808B-357F93D977C1}"/>
    <pc:docChg chg="undo custSel addSld delSld modSld">
      <pc:chgData name="Davis, James C" userId="84778d94-b1cc-4a48-87ce-749e1d7d6e72" providerId="ADAL" clId="{C14DB7CD-7651-3F4B-808B-357F93D977C1}" dt="2020-09-02T11:46:04.271" v="2692" actId="208"/>
      <pc:docMkLst>
        <pc:docMk/>
      </pc:docMkLst>
      <pc:sldChg chg="addSp modSp mod">
        <pc:chgData name="Davis, James C" userId="84778d94-b1cc-4a48-87ce-749e1d7d6e72" providerId="ADAL" clId="{C14DB7CD-7651-3F4B-808B-357F93D977C1}" dt="2020-09-01T19:08:47.301" v="79" actId="113"/>
        <pc:sldMkLst>
          <pc:docMk/>
          <pc:sldMk cId="681153070" sldId="263"/>
        </pc:sldMkLst>
        <pc:spChg chg="mod">
          <ac:chgData name="Davis, James C" userId="84778d94-b1cc-4a48-87ce-749e1d7d6e72" providerId="ADAL" clId="{C14DB7CD-7651-3F4B-808B-357F93D977C1}" dt="2020-09-01T19:08:30.566" v="55" actId="20577"/>
          <ac:spMkLst>
            <pc:docMk/>
            <pc:sldMk cId="681153070" sldId="263"/>
            <ac:spMk id="2" creationId="{7A610390-B9F9-1640-9974-0C21350E01C9}"/>
          </ac:spMkLst>
        </pc:spChg>
        <pc:spChg chg="mod">
          <ac:chgData name="Davis, James C" userId="84778d94-b1cc-4a48-87ce-749e1d7d6e72" providerId="ADAL" clId="{C14DB7CD-7651-3F4B-808B-357F93D977C1}" dt="2020-09-01T19:08:14.729" v="13" actId="20577"/>
          <ac:spMkLst>
            <pc:docMk/>
            <pc:sldMk cId="681153070" sldId="263"/>
            <ac:spMk id="3" creationId="{089D1F61-B74F-FD46-9676-D29849AD2577}"/>
          </ac:spMkLst>
        </pc:spChg>
        <pc:spChg chg="add mod">
          <ac:chgData name="Davis, James C" userId="84778d94-b1cc-4a48-87ce-749e1d7d6e72" providerId="ADAL" clId="{C14DB7CD-7651-3F4B-808B-357F93D977C1}" dt="2020-09-01T19:08:47.301" v="79" actId="113"/>
          <ac:spMkLst>
            <pc:docMk/>
            <pc:sldMk cId="681153070" sldId="263"/>
            <ac:spMk id="4" creationId="{D801D185-CF82-8649-AA67-5EE943981CCF}"/>
          </ac:spMkLst>
        </pc:spChg>
      </pc:sldChg>
      <pc:sldChg chg="modSp mod">
        <pc:chgData name="Davis, James C" userId="84778d94-b1cc-4a48-87ce-749e1d7d6e72" providerId="ADAL" clId="{C14DB7CD-7651-3F4B-808B-357F93D977C1}" dt="2020-09-01T19:12:03.093" v="324" actId="20577"/>
        <pc:sldMkLst>
          <pc:docMk/>
          <pc:sldMk cId="4268083898" sldId="264"/>
        </pc:sldMkLst>
        <pc:spChg chg="mod">
          <ac:chgData name="Davis, James C" userId="84778d94-b1cc-4a48-87ce-749e1d7d6e72" providerId="ADAL" clId="{C14DB7CD-7651-3F4B-808B-357F93D977C1}" dt="2020-09-01T19:12:03.093" v="324" actId="20577"/>
          <ac:spMkLst>
            <pc:docMk/>
            <pc:sldMk cId="4268083898" sldId="264"/>
            <ac:spMk id="2" creationId="{1EBAB61F-537F-FC4D-BDFF-36A0819BCD5B}"/>
          </ac:spMkLst>
        </pc:spChg>
        <pc:spChg chg="mod">
          <ac:chgData name="Davis, James C" userId="84778d94-b1cc-4a48-87ce-749e1d7d6e72" providerId="ADAL" clId="{C14DB7CD-7651-3F4B-808B-357F93D977C1}" dt="2020-09-01T19:10:50.974" v="203" actId="20577"/>
          <ac:spMkLst>
            <pc:docMk/>
            <pc:sldMk cId="4268083898" sldId="264"/>
            <ac:spMk id="3" creationId="{C9A584C7-FB3C-6D44-8B7E-26AB6FD58CB9}"/>
          </ac:spMkLst>
        </pc:spChg>
      </pc:sldChg>
      <pc:sldChg chg="del">
        <pc:chgData name="Davis, James C" userId="84778d94-b1cc-4a48-87ce-749e1d7d6e72" providerId="ADAL" clId="{C14DB7CD-7651-3F4B-808B-357F93D977C1}" dt="2020-09-01T19:19:52.934" v="696" actId="2696"/>
        <pc:sldMkLst>
          <pc:docMk/>
          <pc:sldMk cId="2255461419" sldId="265"/>
        </pc:sldMkLst>
      </pc:sldChg>
      <pc:sldChg chg="modSp add mod">
        <pc:chgData name="Davis, James C" userId="84778d94-b1cc-4a48-87ce-749e1d7d6e72" providerId="ADAL" clId="{C14DB7CD-7651-3F4B-808B-357F93D977C1}" dt="2020-09-02T11:26:21.111" v="2394" actId="114"/>
        <pc:sldMkLst>
          <pc:docMk/>
          <pc:sldMk cId="438814055" sldId="266"/>
        </pc:sldMkLst>
        <pc:spChg chg="mod">
          <ac:chgData name="Davis, James C" userId="84778d94-b1cc-4a48-87ce-749e1d7d6e72" providerId="ADAL" clId="{C14DB7CD-7651-3F4B-808B-357F93D977C1}" dt="2020-09-02T11:26:21.111" v="2394" actId="114"/>
          <ac:spMkLst>
            <pc:docMk/>
            <pc:sldMk cId="438814055" sldId="266"/>
            <ac:spMk id="2" creationId="{1EBAB61F-537F-FC4D-BDFF-36A0819BCD5B}"/>
          </ac:spMkLst>
        </pc:spChg>
        <pc:spChg chg="mod">
          <ac:chgData name="Davis, James C" userId="84778d94-b1cc-4a48-87ce-749e1d7d6e72" providerId="ADAL" clId="{C14DB7CD-7651-3F4B-808B-357F93D977C1}" dt="2020-09-01T19:15:35.511" v="495" actId="20577"/>
          <ac:spMkLst>
            <pc:docMk/>
            <pc:sldMk cId="438814055" sldId="266"/>
            <ac:spMk id="3" creationId="{C9A584C7-FB3C-6D44-8B7E-26AB6FD58CB9}"/>
          </ac:spMkLst>
        </pc:spChg>
      </pc:sldChg>
      <pc:sldChg chg="add del">
        <pc:chgData name="Davis, James C" userId="84778d94-b1cc-4a48-87ce-749e1d7d6e72" providerId="ADAL" clId="{C14DB7CD-7651-3F4B-808B-357F93D977C1}" dt="2020-09-01T19:08:57.911" v="81"/>
        <pc:sldMkLst>
          <pc:docMk/>
          <pc:sldMk cId="2137072857" sldId="266"/>
        </pc:sldMkLst>
      </pc:sldChg>
      <pc:sldChg chg="addSp modSp add mod">
        <pc:chgData name="Davis, James C" userId="84778d94-b1cc-4a48-87ce-749e1d7d6e72" providerId="ADAL" clId="{C14DB7CD-7651-3F4B-808B-357F93D977C1}" dt="2020-09-02T11:46:04.271" v="2692" actId="208"/>
        <pc:sldMkLst>
          <pc:docMk/>
          <pc:sldMk cId="2677217343" sldId="267"/>
        </pc:sldMkLst>
        <pc:spChg chg="mod">
          <ac:chgData name="Davis, James C" userId="84778d94-b1cc-4a48-87ce-749e1d7d6e72" providerId="ADAL" clId="{C14DB7CD-7651-3F4B-808B-357F93D977C1}" dt="2020-09-02T11:45:23.222" v="2688" actId="20577"/>
          <ac:spMkLst>
            <pc:docMk/>
            <pc:sldMk cId="2677217343" sldId="267"/>
            <ac:spMk id="2" creationId="{1EBAB61F-537F-FC4D-BDFF-36A0819BCD5B}"/>
          </ac:spMkLst>
        </pc:spChg>
        <pc:spChg chg="mod">
          <ac:chgData name="Davis, James C" userId="84778d94-b1cc-4a48-87ce-749e1d7d6e72" providerId="ADAL" clId="{C14DB7CD-7651-3F4B-808B-357F93D977C1}" dt="2020-09-02T11:26:27.515" v="2400" actId="20577"/>
          <ac:spMkLst>
            <pc:docMk/>
            <pc:sldMk cId="2677217343" sldId="267"/>
            <ac:spMk id="3" creationId="{C9A584C7-FB3C-6D44-8B7E-26AB6FD58CB9}"/>
          </ac:spMkLst>
        </pc:spChg>
        <pc:picChg chg="add mod">
          <ac:chgData name="Davis, James C" userId="84778d94-b1cc-4a48-87ce-749e1d7d6e72" providerId="ADAL" clId="{C14DB7CD-7651-3F4B-808B-357F93D977C1}" dt="2020-09-02T11:46:04.271" v="2692" actId="208"/>
          <ac:picMkLst>
            <pc:docMk/>
            <pc:sldMk cId="2677217343" sldId="267"/>
            <ac:picMk id="5" creationId="{A1A3750D-20E8-A64D-A247-93572D6CDDB5}"/>
          </ac:picMkLst>
        </pc:picChg>
      </pc:sldChg>
      <pc:sldChg chg="modSp add mod">
        <pc:chgData name="Davis, James C" userId="84778d94-b1cc-4a48-87ce-749e1d7d6e72" providerId="ADAL" clId="{C14DB7CD-7651-3F4B-808B-357F93D977C1}" dt="2020-09-01T19:27:27.570" v="1223" actId="20577"/>
        <pc:sldMkLst>
          <pc:docMk/>
          <pc:sldMk cId="1662926313" sldId="268"/>
        </pc:sldMkLst>
        <pc:spChg chg="mod">
          <ac:chgData name="Davis, James C" userId="84778d94-b1cc-4a48-87ce-749e1d7d6e72" providerId="ADAL" clId="{C14DB7CD-7651-3F4B-808B-357F93D977C1}" dt="2020-09-01T19:27:27.570" v="1223" actId="20577"/>
          <ac:spMkLst>
            <pc:docMk/>
            <pc:sldMk cId="1662926313" sldId="268"/>
            <ac:spMk id="2" creationId="{1EBAB61F-537F-FC4D-BDFF-36A0819BCD5B}"/>
          </ac:spMkLst>
        </pc:spChg>
        <pc:spChg chg="mod">
          <ac:chgData name="Davis, James C" userId="84778d94-b1cc-4a48-87ce-749e1d7d6e72" providerId="ADAL" clId="{C14DB7CD-7651-3F4B-808B-357F93D977C1}" dt="2020-09-01T19:20:09.941" v="721" actId="20577"/>
          <ac:spMkLst>
            <pc:docMk/>
            <pc:sldMk cId="1662926313" sldId="268"/>
            <ac:spMk id="3" creationId="{C9A584C7-FB3C-6D44-8B7E-26AB6FD58CB9}"/>
          </ac:spMkLst>
        </pc:spChg>
      </pc:sldChg>
      <pc:sldChg chg="modSp add mod">
        <pc:chgData name="Davis, James C" userId="84778d94-b1cc-4a48-87ce-749e1d7d6e72" providerId="ADAL" clId="{C14DB7CD-7651-3F4B-808B-357F93D977C1}" dt="2020-09-02T11:35:41.318" v="2449" actId="20577"/>
        <pc:sldMkLst>
          <pc:docMk/>
          <pc:sldMk cId="38258049" sldId="269"/>
        </pc:sldMkLst>
        <pc:spChg chg="mod">
          <ac:chgData name="Davis, James C" userId="84778d94-b1cc-4a48-87ce-749e1d7d6e72" providerId="ADAL" clId="{C14DB7CD-7651-3F4B-808B-357F93D977C1}" dt="2020-09-02T11:35:41.318" v="2449" actId="20577"/>
          <ac:spMkLst>
            <pc:docMk/>
            <pc:sldMk cId="38258049" sldId="269"/>
            <ac:spMk id="2" creationId="{1EBAB61F-537F-FC4D-BDFF-36A0819BCD5B}"/>
          </ac:spMkLst>
        </pc:spChg>
        <pc:spChg chg="mod">
          <ac:chgData name="Davis, James C" userId="84778d94-b1cc-4a48-87ce-749e1d7d6e72" providerId="ADAL" clId="{C14DB7CD-7651-3F4B-808B-357F93D977C1}" dt="2020-09-01T20:58:03.245" v="2150" actId="20577"/>
          <ac:spMkLst>
            <pc:docMk/>
            <pc:sldMk cId="38258049" sldId="269"/>
            <ac:spMk id="3" creationId="{C9A584C7-FB3C-6D44-8B7E-26AB6FD58CB9}"/>
          </ac:spMkLst>
        </pc:spChg>
      </pc:sldChg>
      <pc:sldChg chg="addSp delSp modSp add mod">
        <pc:chgData name="Davis, James C" userId="84778d94-b1cc-4a48-87ce-749e1d7d6e72" providerId="ADAL" clId="{C14DB7CD-7651-3F4B-808B-357F93D977C1}" dt="2020-09-01T19:26:09.542" v="962" actId="1076"/>
        <pc:sldMkLst>
          <pc:docMk/>
          <pc:sldMk cId="3153948506" sldId="270"/>
        </pc:sldMkLst>
        <pc:spChg chg="del">
          <ac:chgData name="Davis, James C" userId="84778d94-b1cc-4a48-87ce-749e1d7d6e72" providerId="ADAL" clId="{C14DB7CD-7651-3F4B-808B-357F93D977C1}" dt="2020-09-01T19:22:53.063" v="952" actId="478"/>
          <ac:spMkLst>
            <pc:docMk/>
            <pc:sldMk cId="3153948506" sldId="270"/>
            <ac:spMk id="2" creationId="{85247CDD-CFCB-D54C-895B-28088B937656}"/>
          </ac:spMkLst>
        </pc:spChg>
        <pc:spChg chg="mod">
          <ac:chgData name="Davis, James C" userId="84778d94-b1cc-4a48-87ce-749e1d7d6e72" providerId="ADAL" clId="{C14DB7CD-7651-3F4B-808B-357F93D977C1}" dt="2020-09-01T19:22:51.239" v="951" actId="20577"/>
          <ac:spMkLst>
            <pc:docMk/>
            <pc:sldMk cId="3153948506" sldId="270"/>
            <ac:spMk id="3" creationId="{2CE51328-FD0C-0847-B6A8-1E0950B96002}"/>
          </ac:spMkLst>
        </pc:spChg>
        <pc:picChg chg="add mod">
          <ac:chgData name="Davis, James C" userId="84778d94-b1cc-4a48-87ce-749e1d7d6e72" providerId="ADAL" clId="{C14DB7CD-7651-3F4B-808B-357F93D977C1}" dt="2020-09-01T19:26:04.918" v="959" actId="1076"/>
          <ac:picMkLst>
            <pc:docMk/>
            <pc:sldMk cId="3153948506" sldId="270"/>
            <ac:picMk id="5" creationId="{16B8AEAC-FEBC-944A-AC81-10346520AA62}"/>
          </ac:picMkLst>
        </pc:picChg>
        <pc:picChg chg="add mod">
          <ac:chgData name="Davis, James C" userId="84778d94-b1cc-4a48-87ce-749e1d7d6e72" providerId="ADAL" clId="{C14DB7CD-7651-3F4B-808B-357F93D977C1}" dt="2020-09-01T19:26:09.542" v="962" actId="1076"/>
          <ac:picMkLst>
            <pc:docMk/>
            <pc:sldMk cId="3153948506" sldId="270"/>
            <ac:picMk id="6" creationId="{7A46E83F-8CC2-7048-A376-0CB4D9234C36}"/>
          </ac:picMkLst>
        </pc:picChg>
      </pc:sldChg>
      <pc:sldChg chg="modSp add mod">
        <pc:chgData name="Davis, James C" userId="84778d94-b1cc-4a48-87ce-749e1d7d6e72" providerId="ADAL" clId="{C14DB7CD-7651-3F4B-808B-357F93D977C1}" dt="2020-09-01T19:28:27.032" v="1312" actId="20577"/>
        <pc:sldMkLst>
          <pc:docMk/>
          <pc:sldMk cId="3105053862" sldId="271"/>
        </pc:sldMkLst>
        <pc:spChg chg="mod">
          <ac:chgData name="Davis, James C" userId="84778d94-b1cc-4a48-87ce-749e1d7d6e72" providerId="ADAL" clId="{C14DB7CD-7651-3F4B-808B-357F93D977C1}" dt="2020-09-01T19:28:27.032" v="1312" actId="20577"/>
          <ac:spMkLst>
            <pc:docMk/>
            <pc:sldMk cId="3105053862" sldId="271"/>
            <ac:spMk id="2" creationId="{1EBAB61F-537F-FC4D-BDFF-36A0819BCD5B}"/>
          </ac:spMkLst>
        </pc:spChg>
        <pc:spChg chg="mod">
          <ac:chgData name="Davis, James C" userId="84778d94-b1cc-4a48-87ce-749e1d7d6e72" providerId="ADAL" clId="{C14DB7CD-7651-3F4B-808B-357F93D977C1}" dt="2020-09-01T19:26:54.815" v="1112" actId="20577"/>
          <ac:spMkLst>
            <pc:docMk/>
            <pc:sldMk cId="3105053862" sldId="271"/>
            <ac:spMk id="3" creationId="{C9A584C7-FB3C-6D44-8B7E-26AB6FD58CB9}"/>
          </ac:spMkLst>
        </pc:spChg>
      </pc:sldChg>
      <pc:sldChg chg="modSp add mod">
        <pc:chgData name="Davis, James C" userId="84778d94-b1cc-4a48-87ce-749e1d7d6e72" providerId="ADAL" clId="{C14DB7CD-7651-3F4B-808B-357F93D977C1}" dt="2020-09-01T20:58:58.907" v="2375" actId="20577"/>
        <pc:sldMkLst>
          <pc:docMk/>
          <pc:sldMk cId="1272424385" sldId="272"/>
        </pc:sldMkLst>
        <pc:spChg chg="mod">
          <ac:chgData name="Davis, James C" userId="84778d94-b1cc-4a48-87ce-749e1d7d6e72" providerId="ADAL" clId="{C14DB7CD-7651-3F4B-808B-357F93D977C1}" dt="2020-09-01T20:58:58.907" v="2375" actId="20577"/>
          <ac:spMkLst>
            <pc:docMk/>
            <pc:sldMk cId="1272424385" sldId="272"/>
            <ac:spMk id="2" creationId="{1EBAB61F-537F-FC4D-BDFF-36A0819BCD5B}"/>
          </ac:spMkLst>
        </pc:spChg>
        <pc:spChg chg="mod">
          <ac:chgData name="Davis, James C" userId="84778d94-b1cc-4a48-87ce-749e1d7d6e72" providerId="ADAL" clId="{C14DB7CD-7651-3F4B-808B-357F93D977C1}" dt="2020-09-01T20:58:07.114" v="2165" actId="20577"/>
          <ac:spMkLst>
            <pc:docMk/>
            <pc:sldMk cId="1272424385" sldId="272"/>
            <ac:spMk id="3" creationId="{C9A584C7-FB3C-6D44-8B7E-26AB6FD58CB9}"/>
          </ac:spMkLst>
        </pc:spChg>
      </pc:sldChg>
    </pc:docChg>
  </pc:docChgLst>
  <pc:docChgLst>
    <pc:chgData name="Davis, James C" userId="84778d94-b1cc-4a48-87ce-749e1d7d6e72" providerId="ADAL" clId="{F64E047D-D894-FB43-BA58-A5B829A28D81}"/>
    <pc:docChg chg="undo custSel modSld modMainMaster">
      <pc:chgData name="Davis, James C" userId="84778d94-b1cc-4a48-87ce-749e1d7d6e72" providerId="ADAL" clId="{F64E047D-D894-FB43-BA58-A5B829A28D81}" dt="2021-01-20T13:41:18.497" v="150" actId="1076"/>
      <pc:docMkLst>
        <pc:docMk/>
      </pc:docMkLst>
      <pc:sldChg chg="addSp delSp modSp mod">
        <pc:chgData name="Davis, James C" userId="84778d94-b1cc-4a48-87ce-749e1d7d6e72" providerId="ADAL" clId="{F64E047D-D894-FB43-BA58-A5B829A28D81}" dt="2021-01-20T13:41:18.497" v="150" actId="1076"/>
        <pc:sldMkLst>
          <pc:docMk/>
          <pc:sldMk cId="681153070" sldId="263"/>
        </pc:sldMkLst>
        <pc:spChg chg="mod">
          <ac:chgData name="Davis, James C" userId="84778d94-b1cc-4a48-87ce-749e1d7d6e72" providerId="ADAL" clId="{F64E047D-D894-FB43-BA58-A5B829A28D81}" dt="2021-01-20T13:41:18.497" v="150" actId="1076"/>
          <ac:spMkLst>
            <pc:docMk/>
            <pc:sldMk cId="681153070" sldId="263"/>
            <ac:spMk id="2" creationId="{7A610390-B9F9-1640-9974-0C21350E01C9}"/>
          </ac:spMkLst>
        </pc:spChg>
        <pc:spChg chg="mod">
          <ac:chgData name="Davis, James C" userId="84778d94-b1cc-4a48-87ce-749e1d7d6e72" providerId="ADAL" clId="{F64E047D-D894-FB43-BA58-A5B829A28D81}" dt="2021-01-20T13:41:15.001" v="149" actId="1076"/>
          <ac:spMkLst>
            <pc:docMk/>
            <pc:sldMk cId="681153070" sldId="263"/>
            <ac:spMk id="3" creationId="{089D1F61-B74F-FD46-9676-D29849AD2577}"/>
          </ac:spMkLst>
        </pc:spChg>
        <pc:spChg chg="add del mod">
          <ac:chgData name="Davis, James C" userId="84778d94-b1cc-4a48-87ce-749e1d7d6e72" providerId="ADAL" clId="{F64E047D-D894-FB43-BA58-A5B829A28D81}" dt="2021-01-20T13:36:03.186" v="4"/>
          <ac:spMkLst>
            <pc:docMk/>
            <pc:sldMk cId="681153070" sldId="263"/>
            <ac:spMk id="4" creationId="{CDA0492D-5485-3844-8614-FEF52EBE2934}"/>
          </ac:spMkLst>
        </pc:spChg>
        <pc:spChg chg="add mod">
          <ac:chgData name="Davis, James C" userId="84778d94-b1cc-4a48-87ce-749e1d7d6e72" providerId="ADAL" clId="{F64E047D-D894-FB43-BA58-A5B829A28D81}" dt="2021-01-20T13:40:06.120" v="71"/>
          <ac:spMkLst>
            <pc:docMk/>
            <pc:sldMk cId="681153070" sldId="263"/>
            <ac:spMk id="5" creationId="{7B6724EB-AACE-8F4E-A434-96EEE2AD8594}"/>
          </ac:spMkLst>
        </pc:spChg>
        <pc:spChg chg="add mod">
          <ac:chgData name="Davis, James C" userId="84778d94-b1cc-4a48-87ce-749e1d7d6e72" providerId="ADAL" clId="{F64E047D-D894-FB43-BA58-A5B829A28D81}" dt="2021-01-20T13:40:06.120" v="71"/>
          <ac:spMkLst>
            <pc:docMk/>
            <pc:sldMk cId="681153070" sldId="263"/>
            <ac:spMk id="6" creationId="{97B22D48-A395-DA43-BD56-73B6F8BCBF40}"/>
          </ac:spMkLst>
        </pc:spChg>
      </pc:sldChg>
      <pc:sldChg chg="addSp delSp modSp">
        <pc:chgData name="Davis, James C" userId="84778d94-b1cc-4a48-87ce-749e1d7d6e72" providerId="ADAL" clId="{F64E047D-D894-FB43-BA58-A5B829A28D81}" dt="2021-01-20T13:40:06.120" v="71"/>
        <pc:sldMkLst>
          <pc:docMk/>
          <pc:sldMk cId="4268083898" sldId="264"/>
        </pc:sldMkLst>
        <pc:spChg chg="del">
          <ac:chgData name="Davis, James C" userId="84778d94-b1cc-4a48-87ce-749e1d7d6e72" providerId="ADAL" clId="{F64E047D-D894-FB43-BA58-A5B829A28D81}" dt="2021-01-20T13:36:03.186" v="4"/>
          <ac:spMkLst>
            <pc:docMk/>
            <pc:sldMk cId="4268083898" sldId="264"/>
            <ac:spMk id="4" creationId="{957242C7-4E02-7346-9C72-0510920661AF}"/>
          </ac:spMkLst>
        </pc:spChg>
        <pc:spChg chg="add mod">
          <ac:chgData name="Davis, James C" userId="84778d94-b1cc-4a48-87ce-749e1d7d6e72" providerId="ADAL" clId="{F64E047D-D894-FB43-BA58-A5B829A28D81}" dt="2021-01-20T13:40:06.120" v="71"/>
          <ac:spMkLst>
            <pc:docMk/>
            <pc:sldMk cId="4268083898" sldId="264"/>
            <ac:spMk id="5" creationId="{68B7A39E-BE4F-0647-94DF-48DE6F8E91BC}"/>
          </ac:spMkLst>
        </pc:spChg>
        <pc:spChg chg="add mod">
          <ac:chgData name="Davis, James C" userId="84778d94-b1cc-4a48-87ce-749e1d7d6e72" providerId="ADAL" clId="{F64E047D-D894-FB43-BA58-A5B829A28D81}" dt="2021-01-20T13:40:06.120" v="71"/>
          <ac:spMkLst>
            <pc:docMk/>
            <pc:sldMk cId="4268083898" sldId="264"/>
            <ac:spMk id="6" creationId="{D7D6982B-AA78-BF4B-AC26-840CE54832D5}"/>
          </ac:spMkLst>
        </pc:spChg>
      </pc:sldChg>
      <pc:sldChg chg="addSp delSp modSp">
        <pc:chgData name="Davis, James C" userId="84778d94-b1cc-4a48-87ce-749e1d7d6e72" providerId="ADAL" clId="{F64E047D-D894-FB43-BA58-A5B829A28D81}" dt="2021-01-20T13:40:06.120" v="71"/>
        <pc:sldMkLst>
          <pc:docMk/>
          <pc:sldMk cId="438814055" sldId="266"/>
        </pc:sldMkLst>
        <pc:spChg chg="del">
          <ac:chgData name="Davis, James C" userId="84778d94-b1cc-4a48-87ce-749e1d7d6e72" providerId="ADAL" clId="{F64E047D-D894-FB43-BA58-A5B829A28D81}" dt="2021-01-20T13:36:03.186" v="4"/>
          <ac:spMkLst>
            <pc:docMk/>
            <pc:sldMk cId="438814055" sldId="266"/>
            <ac:spMk id="4" creationId="{957242C7-4E02-7346-9C72-0510920661AF}"/>
          </ac:spMkLst>
        </pc:spChg>
        <pc:spChg chg="add mod">
          <ac:chgData name="Davis, James C" userId="84778d94-b1cc-4a48-87ce-749e1d7d6e72" providerId="ADAL" clId="{F64E047D-D894-FB43-BA58-A5B829A28D81}" dt="2021-01-20T13:40:06.120" v="71"/>
          <ac:spMkLst>
            <pc:docMk/>
            <pc:sldMk cId="438814055" sldId="266"/>
            <ac:spMk id="5" creationId="{4C0C250F-9E35-9B45-82CF-3AC64D04E9FE}"/>
          </ac:spMkLst>
        </pc:spChg>
        <pc:spChg chg="add mod">
          <ac:chgData name="Davis, James C" userId="84778d94-b1cc-4a48-87ce-749e1d7d6e72" providerId="ADAL" clId="{F64E047D-D894-FB43-BA58-A5B829A28D81}" dt="2021-01-20T13:40:06.120" v="71"/>
          <ac:spMkLst>
            <pc:docMk/>
            <pc:sldMk cId="438814055" sldId="266"/>
            <ac:spMk id="6" creationId="{B49D1232-3C24-CE45-AA7E-CC23016683CC}"/>
          </ac:spMkLst>
        </pc:spChg>
      </pc:sldChg>
      <pc:sldChg chg="addSp delSp modSp">
        <pc:chgData name="Davis, James C" userId="84778d94-b1cc-4a48-87ce-749e1d7d6e72" providerId="ADAL" clId="{F64E047D-D894-FB43-BA58-A5B829A28D81}" dt="2021-01-20T13:40:06.120" v="71"/>
        <pc:sldMkLst>
          <pc:docMk/>
          <pc:sldMk cId="2677217343" sldId="267"/>
        </pc:sldMkLst>
        <pc:spChg chg="del">
          <ac:chgData name="Davis, James C" userId="84778d94-b1cc-4a48-87ce-749e1d7d6e72" providerId="ADAL" clId="{F64E047D-D894-FB43-BA58-A5B829A28D81}" dt="2021-01-20T13:36:03.186" v="4"/>
          <ac:spMkLst>
            <pc:docMk/>
            <pc:sldMk cId="2677217343" sldId="267"/>
            <ac:spMk id="4" creationId="{957242C7-4E02-7346-9C72-0510920661AF}"/>
          </ac:spMkLst>
        </pc:spChg>
        <pc:spChg chg="add mod">
          <ac:chgData name="Davis, James C" userId="84778d94-b1cc-4a48-87ce-749e1d7d6e72" providerId="ADAL" clId="{F64E047D-D894-FB43-BA58-A5B829A28D81}" dt="2021-01-20T13:40:06.120" v="71"/>
          <ac:spMkLst>
            <pc:docMk/>
            <pc:sldMk cId="2677217343" sldId="267"/>
            <ac:spMk id="6" creationId="{F92042F9-6E30-A84B-8701-31EE1D500859}"/>
          </ac:spMkLst>
        </pc:spChg>
        <pc:spChg chg="add mod">
          <ac:chgData name="Davis, James C" userId="84778d94-b1cc-4a48-87ce-749e1d7d6e72" providerId="ADAL" clId="{F64E047D-D894-FB43-BA58-A5B829A28D81}" dt="2021-01-20T13:40:06.120" v="71"/>
          <ac:spMkLst>
            <pc:docMk/>
            <pc:sldMk cId="2677217343" sldId="267"/>
            <ac:spMk id="7" creationId="{B06CFFA2-DA1E-B343-9C77-947BF8D6CEAE}"/>
          </ac:spMkLst>
        </pc:spChg>
      </pc:sldChg>
      <pc:sldChg chg="addSp delSp modSp">
        <pc:chgData name="Davis, James C" userId="84778d94-b1cc-4a48-87ce-749e1d7d6e72" providerId="ADAL" clId="{F64E047D-D894-FB43-BA58-A5B829A28D81}" dt="2021-01-20T13:40:06.120" v="71"/>
        <pc:sldMkLst>
          <pc:docMk/>
          <pc:sldMk cId="1662926313" sldId="268"/>
        </pc:sldMkLst>
        <pc:spChg chg="del">
          <ac:chgData name="Davis, James C" userId="84778d94-b1cc-4a48-87ce-749e1d7d6e72" providerId="ADAL" clId="{F64E047D-D894-FB43-BA58-A5B829A28D81}" dt="2021-01-20T13:36:03.186" v="4"/>
          <ac:spMkLst>
            <pc:docMk/>
            <pc:sldMk cId="1662926313" sldId="268"/>
            <ac:spMk id="4" creationId="{957242C7-4E02-7346-9C72-0510920661AF}"/>
          </ac:spMkLst>
        </pc:spChg>
        <pc:spChg chg="add mod">
          <ac:chgData name="Davis, James C" userId="84778d94-b1cc-4a48-87ce-749e1d7d6e72" providerId="ADAL" clId="{F64E047D-D894-FB43-BA58-A5B829A28D81}" dt="2021-01-20T13:40:06.120" v="71"/>
          <ac:spMkLst>
            <pc:docMk/>
            <pc:sldMk cId="1662926313" sldId="268"/>
            <ac:spMk id="5" creationId="{7D93F685-B37E-A548-A191-B190528FFD10}"/>
          </ac:spMkLst>
        </pc:spChg>
        <pc:spChg chg="add mod">
          <ac:chgData name="Davis, James C" userId="84778d94-b1cc-4a48-87ce-749e1d7d6e72" providerId="ADAL" clId="{F64E047D-D894-FB43-BA58-A5B829A28D81}" dt="2021-01-20T13:40:06.120" v="71"/>
          <ac:spMkLst>
            <pc:docMk/>
            <pc:sldMk cId="1662926313" sldId="268"/>
            <ac:spMk id="6" creationId="{8347D28A-2CD5-6842-A3E2-E0FED956E535}"/>
          </ac:spMkLst>
        </pc:spChg>
      </pc:sldChg>
      <pc:sldChg chg="addSp delSp modSp">
        <pc:chgData name="Davis, James C" userId="84778d94-b1cc-4a48-87ce-749e1d7d6e72" providerId="ADAL" clId="{F64E047D-D894-FB43-BA58-A5B829A28D81}" dt="2021-01-20T13:40:06.120" v="71"/>
        <pc:sldMkLst>
          <pc:docMk/>
          <pc:sldMk cId="38258049" sldId="269"/>
        </pc:sldMkLst>
        <pc:spChg chg="del">
          <ac:chgData name="Davis, James C" userId="84778d94-b1cc-4a48-87ce-749e1d7d6e72" providerId="ADAL" clId="{F64E047D-D894-FB43-BA58-A5B829A28D81}" dt="2021-01-20T13:36:03.186" v="4"/>
          <ac:spMkLst>
            <pc:docMk/>
            <pc:sldMk cId="38258049" sldId="269"/>
            <ac:spMk id="4" creationId="{957242C7-4E02-7346-9C72-0510920661AF}"/>
          </ac:spMkLst>
        </pc:spChg>
        <pc:spChg chg="add mod">
          <ac:chgData name="Davis, James C" userId="84778d94-b1cc-4a48-87ce-749e1d7d6e72" providerId="ADAL" clId="{F64E047D-D894-FB43-BA58-A5B829A28D81}" dt="2021-01-20T13:40:06.120" v="71"/>
          <ac:spMkLst>
            <pc:docMk/>
            <pc:sldMk cId="38258049" sldId="269"/>
            <ac:spMk id="5" creationId="{026B4902-3A64-5940-93DA-66BD7DD1C1BC}"/>
          </ac:spMkLst>
        </pc:spChg>
        <pc:spChg chg="add mod">
          <ac:chgData name="Davis, James C" userId="84778d94-b1cc-4a48-87ce-749e1d7d6e72" providerId="ADAL" clId="{F64E047D-D894-FB43-BA58-A5B829A28D81}" dt="2021-01-20T13:40:06.120" v="71"/>
          <ac:spMkLst>
            <pc:docMk/>
            <pc:sldMk cId="38258049" sldId="269"/>
            <ac:spMk id="6" creationId="{F4E592DE-B81F-DD47-9350-5927C8FF660E}"/>
          </ac:spMkLst>
        </pc:spChg>
      </pc:sldChg>
      <pc:sldChg chg="addSp delSp modSp">
        <pc:chgData name="Davis, James C" userId="84778d94-b1cc-4a48-87ce-749e1d7d6e72" providerId="ADAL" clId="{F64E047D-D894-FB43-BA58-A5B829A28D81}" dt="2021-01-20T13:40:06.120" v="71"/>
        <pc:sldMkLst>
          <pc:docMk/>
          <pc:sldMk cId="3153948506" sldId="270"/>
        </pc:sldMkLst>
        <pc:spChg chg="add mod">
          <ac:chgData name="Davis, James C" userId="84778d94-b1cc-4a48-87ce-749e1d7d6e72" providerId="ADAL" clId="{F64E047D-D894-FB43-BA58-A5B829A28D81}" dt="2021-01-20T13:40:06.120" v="71"/>
          <ac:spMkLst>
            <pc:docMk/>
            <pc:sldMk cId="3153948506" sldId="270"/>
            <ac:spMk id="2" creationId="{373B7D98-50AF-8A42-BC4D-A26797751115}"/>
          </ac:spMkLst>
        </pc:spChg>
        <pc:spChg chg="del">
          <ac:chgData name="Davis, James C" userId="84778d94-b1cc-4a48-87ce-749e1d7d6e72" providerId="ADAL" clId="{F64E047D-D894-FB43-BA58-A5B829A28D81}" dt="2021-01-20T13:36:03.186" v="4"/>
          <ac:spMkLst>
            <pc:docMk/>
            <pc:sldMk cId="3153948506" sldId="270"/>
            <ac:spMk id="4" creationId="{D2C65421-C5FA-4048-9A25-A77A59D0F0BC}"/>
          </ac:spMkLst>
        </pc:spChg>
        <pc:spChg chg="add mod">
          <ac:chgData name="Davis, James C" userId="84778d94-b1cc-4a48-87ce-749e1d7d6e72" providerId="ADAL" clId="{F64E047D-D894-FB43-BA58-A5B829A28D81}" dt="2021-01-20T13:40:06.120" v="71"/>
          <ac:spMkLst>
            <pc:docMk/>
            <pc:sldMk cId="3153948506" sldId="270"/>
            <ac:spMk id="7" creationId="{E24A1C77-221C-604E-8CFA-B28959B77A97}"/>
          </ac:spMkLst>
        </pc:spChg>
      </pc:sldChg>
      <pc:sldChg chg="addSp delSp modSp">
        <pc:chgData name="Davis, James C" userId="84778d94-b1cc-4a48-87ce-749e1d7d6e72" providerId="ADAL" clId="{F64E047D-D894-FB43-BA58-A5B829A28D81}" dt="2021-01-20T13:40:06.120" v="71"/>
        <pc:sldMkLst>
          <pc:docMk/>
          <pc:sldMk cId="3105053862" sldId="271"/>
        </pc:sldMkLst>
        <pc:spChg chg="del">
          <ac:chgData name="Davis, James C" userId="84778d94-b1cc-4a48-87ce-749e1d7d6e72" providerId="ADAL" clId="{F64E047D-D894-FB43-BA58-A5B829A28D81}" dt="2021-01-20T13:36:03.186" v="4"/>
          <ac:spMkLst>
            <pc:docMk/>
            <pc:sldMk cId="3105053862" sldId="271"/>
            <ac:spMk id="4" creationId="{957242C7-4E02-7346-9C72-0510920661AF}"/>
          </ac:spMkLst>
        </pc:spChg>
        <pc:spChg chg="add mod">
          <ac:chgData name="Davis, James C" userId="84778d94-b1cc-4a48-87ce-749e1d7d6e72" providerId="ADAL" clId="{F64E047D-D894-FB43-BA58-A5B829A28D81}" dt="2021-01-20T13:40:06.120" v="71"/>
          <ac:spMkLst>
            <pc:docMk/>
            <pc:sldMk cId="3105053862" sldId="271"/>
            <ac:spMk id="5" creationId="{421C8077-677D-7C47-B4EC-4D0B88B8DB17}"/>
          </ac:spMkLst>
        </pc:spChg>
        <pc:spChg chg="add mod">
          <ac:chgData name="Davis, James C" userId="84778d94-b1cc-4a48-87ce-749e1d7d6e72" providerId="ADAL" clId="{F64E047D-D894-FB43-BA58-A5B829A28D81}" dt="2021-01-20T13:40:06.120" v="71"/>
          <ac:spMkLst>
            <pc:docMk/>
            <pc:sldMk cId="3105053862" sldId="271"/>
            <ac:spMk id="6" creationId="{7FF96FBC-4F98-4E45-AD23-8B4F21A24CE2}"/>
          </ac:spMkLst>
        </pc:spChg>
      </pc:sldChg>
      <pc:sldChg chg="addSp delSp modSp">
        <pc:chgData name="Davis, James C" userId="84778d94-b1cc-4a48-87ce-749e1d7d6e72" providerId="ADAL" clId="{F64E047D-D894-FB43-BA58-A5B829A28D81}" dt="2021-01-20T13:40:06.120" v="71"/>
        <pc:sldMkLst>
          <pc:docMk/>
          <pc:sldMk cId="1272424385" sldId="272"/>
        </pc:sldMkLst>
        <pc:spChg chg="del">
          <ac:chgData name="Davis, James C" userId="84778d94-b1cc-4a48-87ce-749e1d7d6e72" providerId="ADAL" clId="{F64E047D-D894-FB43-BA58-A5B829A28D81}" dt="2021-01-20T13:36:03.186" v="4"/>
          <ac:spMkLst>
            <pc:docMk/>
            <pc:sldMk cId="1272424385" sldId="272"/>
            <ac:spMk id="4" creationId="{957242C7-4E02-7346-9C72-0510920661AF}"/>
          </ac:spMkLst>
        </pc:spChg>
        <pc:spChg chg="add mod">
          <ac:chgData name="Davis, James C" userId="84778d94-b1cc-4a48-87ce-749e1d7d6e72" providerId="ADAL" clId="{F64E047D-D894-FB43-BA58-A5B829A28D81}" dt="2021-01-20T13:40:06.120" v="71"/>
          <ac:spMkLst>
            <pc:docMk/>
            <pc:sldMk cId="1272424385" sldId="272"/>
            <ac:spMk id="5" creationId="{D96F492F-2A5F-4243-8A18-B8D157E24CA5}"/>
          </ac:spMkLst>
        </pc:spChg>
        <pc:spChg chg="add mod">
          <ac:chgData name="Davis, James C" userId="84778d94-b1cc-4a48-87ce-749e1d7d6e72" providerId="ADAL" clId="{F64E047D-D894-FB43-BA58-A5B829A28D81}" dt="2021-01-20T13:40:06.120" v="71"/>
          <ac:spMkLst>
            <pc:docMk/>
            <pc:sldMk cId="1272424385" sldId="272"/>
            <ac:spMk id="6" creationId="{15AF9833-6418-2A4D-8CD4-FFDC4729B44C}"/>
          </ac:spMkLst>
        </pc:spChg>
      </pc:sldChg>
      <pc:sldMasterChg chg="addSp delSp modSp mod modSldLayout">
        <pc:chgData name="Davis, James C" userId="84778d94-b1cc-4a48-87ce-749e1d7d6e72" providerId="ADAL" clId="{F64E047D-D894-FB43-BA58-A5B829A28D81}" dt="2021-01-20T13:39:52.106" v="70"/>
        <pc:sldMasterMkLst>
          <pc:docMk/>
          <pc:sldMasterMk cId="3595336832" sldId="2147483708"/>
        </pc:sldMasterMkLst>
        <pc:spChg chg="add mod">
          <ac:chgData name="Davis, James C" userId="84778d94-b1cc-4a48-87ce-749e1d7d6e72" providerId="ADAL" clId="{F64E047D-D894-FB43-BA58-A5B829A28D81}" dt="2021-01-20T13:39:23.459" v="55" actId="20577"/>
          <ac:spMkLst>
            <pc:docMk/>
            <pc:sldMasterMk cId="3595336832" sldId="2147483708"/>
            <ac:spMk id="4" creationId="{ED2C2BF6-1E4A-5E43-AD74-73E00B5111F5}"/>
          </ac:spMkLst>
        </pc:spChg>
        <pc:spChg chg="add mod">
          <ac:chgData name="Davis, James C" userId="84778d94-b1cc-4a48-87ce-749e1d7d6e72" providerId="ADAL" clId="{F64E047D-D894-FB43-BA58-A5B829A28D81}" dt="2021-01-20T13:39:15.590" v="34"/>
          <ac:spMkLst>
            <pc:docMk/>
            <pc:sldMasterMk cId="3595336832" sldId="2147483708"/>
            <ac:spMk id="5" creationId="{00ABD288-7B20-F443-BAE8-CBAAD13A4649}"/>
          </ac:spMkLst>
        </pc:spChg>
        <pc:spChg chg="del mod">
          <ac:chgData name="Davis, James C" userId="84778d94-b1cc-4a48-87ce-749e1d7d6e72" providerId="ADAL" clId="{F64E047D-D894-FB43-BA58-A5B829A28D81}" dt="2021-01-20T13:36:06.840" v="5" actId="478"/>
          <ac:spMkLst>
            <pc:docMk/>
            <pc:sldMasterMk cId="3595336832" sldId="2147483708"/>
            <ac:spMk id="6" creationId="{00000000-0000-0000-0000-000000000000}"/>
          </ac:spMkLst>
        </pc:spChg>
        <pc:picChg chg="mod">
          <ac:chgData name="Davis, James C" userId="84778d94-b1cc-4a48-87ce-749e1d7d6e72" providerId="ADAL" clId="{F64E047D-D894-FB43-BA58-A5B829A28D81}" dt="2021-01-20T13:37:46.639" v="32" actId="1076"/>
          <ac:picMkLst>
            <pc:docMk/>
            <pc:sldMasterMk cId="3595336832" sldId="2147483708"/>
            <ac:picMk id="8" creationId="{C6965342-B6F4-4E4D-AE27-465DB42B2B52}"/>
          </ac:picMkLst>
        </pc:picChg>
        <pc:sldLayoutChg chg="addSp delSp mod">
          <pc:chgData name="Davis, James C" userId="84778d94-b1cc-4a48-87ce-749e1d7d6e72" providerId="ADAL" clId="{F64E047D-D894-FB43-BA58-A5B829A28D81}" dt="2021-01-20T13:36:59.748" v="25" actId="478"/>
          <pc:sldLayoutMkLst>
            <pc:docMk/>
            <pc:sldMasterMk cId="3595336832" sldId="2147483708"/>
            <pc:sldLayoutMk cId="2463502173" sldId="2147483709"/>
          </pc:sldLayoutMkLst>
          <pc:spChg chg="del">
            <ac:chgData name="Davis, James C" userId="84778d94-b1cc-4a48-87ce-749e1d7d6e72" providerId="ADAL" clId="{F64E047D-D894-FB43-BA58-A5B829A28D81}" dt="2021-01-20T13:36:59.748" v="25" actId="478"/>
            <ac:spMkLst>
              <pc:docMk/>
              <pc:sldMasterMk cId="3595336832" sldId="2147483708"/>
              <pc:sldLayoutMk cId="2463502173" sldId="2147483709"/>
              <ac:spMk id="9" creationId="{00000000-0000-0000-0000-000000000000}"/>
            </ac:spMkLst>
          </pc:spChg>
          <pc:picChg chg="add del">
            <ac:chgData name="Davis, James C" userId="84778d94-b1cc-4a48-87ce-749e1d7d6e72" providerId="ADAL" clId="{F64E047D-D894-FB43-BA58-A5B829A28D81}" dt="2021-01-20T13:36:57.689" v="24" actId="478"/>
            <ac:picMkLst>
              <pc:docMk/>
              <pc:sldMasterMk cId="3595336832" sldId="2147483708"/>
              <pc:sldLayoutMk cId="2463502173" sldId="2147483709"/>
              <ac:picMk id="25" creationId="{B39FD579-3334-AA49-8C7F-768033BE0C6B}"/>
            </ac:picMkLst>
          </pc:picChg>
        </pc:sldLayoutChg>
        <pc:sldLayoutChg chg="addSp delSp modSp mod">
          <pc:chgData name="Davis, James C" userId="84778d94-b1cc-4a48-87ce-749e1d7d6e72" providerId="ADAL" clId="{F64E047D-D894-FB43-BA58-A5B829A28D81}" dt="2021-01-20T13:39:48.160" v="66"/>
          <pc:sldLayoutMkLst>
            <pc:docMk/>
            <pc:sldMasterMk cId="3595336832" sldId="2147483708"/>
            <pc:sldLayoutMk cId="1406754891" sldId="2147483720"/>
          </pc:sldLayoutMkLst>
          <pc:spChg chg="add mod">
            <ac:chgData name="Davis, James C" userId="84778d94-b1cc-4a48-87ce-749e1d7d6e72" providerId="ADAL" clId="{F64E047D-D894-FB43-BA58-A5B829A28D81}" dt="2021-01-20T13:39:48.160" v="66"/>
            <ac:spMkLst>
              <pc:docMk/>
              <pc:sldMasterMk cId="3595336832" sldId="2147483708"/>
              <pc:sldLayoutMk cId="1406754891" sldId="2147483720"/>
              <ac:spMk id="8" creationId="{B26B2E09-9A81-1042-9C6F-C9616B2F54FE}"/>
            </ac:spMkLst>
          </pc:spChg>
          <pc:spChg chg="add mod">
            <ac:chgData name="Davis, James C" userId="84778d94-b1cc-4a48-87ce-749e1d7d6e72" providerId="ADAL" clId="{F64E047D-D894-FB43-BA58-A5B829A28D81}" dt="2021-01-20T13:39:48.160" v="66"/>
            <ac:spMkLst>
              <pc:docMk/>
              <pc:sldMasterMk cId="3595336832" sldId="2147483708"/>
              <pc:sldLayoutMk cId="1406754891" sldId="2147483720"/>
              <ac:spMk id="9" creationId="{44A82EC6-E211-BD41-BE03-BC086B8288C7}"/>
            </ac:spMkLst>
          </pc:spChg>
          <pc:spChg chg="del">
            <ac:chgData name="Davis, James C" userId="84778d94-b1cc-4a48-87ce-749e1d7d6e72" providerId="ADAL" clId="{F64E047D-D894-FB43-BA58-A5B829A28D81}" dt="2021-01-20T13:37:02.277" v="26" actId="478"/>
            <ac:spMkLst>
              <pc:docMk/>
              <pc:sldMasterMk cId="3595336832" sldId="2147483708"/>
              <pc:sldLayoutMk cId="1406754891" sldId="2147483720"/>
              <ac:spMk id="29" creationId="{49E8753C-A442-034F-B0F4-92D22B3247FE}"/>
            </ac:spMkLst>
          </pc:spChg>
        </pc:sldLayoutChg>
        <pc:sldLayoutChg chg="addSp delSp modSp mod">
          <pc:chgData name="Davis, James C" userId="84778d94-b1cc-4a48-87ce-749e1d7d6e72" providerId="ADAL" clId="{F64E047D-D894-FB43-BA58-A5B829A28D81}" dt="2021-01-20T13:39:49.211" v="67"/>
          <pc:sldLayoutMkLst>
            <pc:docMk/>
            <pc:sldMasterMk cId="3595336832" sldId="2147483708"/>
            <pc:sldLayoutMk cId="1815464052" sldId="2147483721"/>
          </pc:sldLayoutMkLst>
          <pc:spChg chg="add mod">
            <ac:chgData name="Davis, James C" userId="84778d94-b1cc-4a48-87ce-749e1d7d6e72" providerId="ADAL" clId="{F64E047D-D894-FB43-BA58-A5B829A28D81}" dt="2021-01-20T13:39:49.211" v="67"/>
            <ac:spMkLst>
              <pc:docMk/>
              <pc:sldMasterMk cId="3595336832" sldId="2147483708"/>
              <pc:sldLayoutMk cId="1815464052" sldId="2147483721"/>
              <ac:spMk id="9" creationId="{604E88AE-4DDB-7848-8BFC-689AB08950FE}"/>
            </ac:spMkLst>
          </pc:spChg>
          <pc:spChg chg="add mod">
            <ac:chgData name="Davis, James C" userId="84778d94-b1cc-4a48-87ce-749e1d7d6e72" providerId="ADAL" clId="{F64E047D-D894-FB43-BA58-A5B829A28D81}" dt="2021-01-20T13:39:49.211" v="67"/>
            <ac:spMkLst>
              <pc:docMk/>
              <pc:sldMasterMk cId="3595336832" sldId="2147483708"/>
              <pc:sldLayoutMk cId="1815464052" sldId="2147483721"/>
              <ac:spMk id="11" creationId="{A80B4ADB-F607-2245-8FB1-ECFA5F9282E1}"/>
            </ac:spMkLst>
          </pc:spChg>
          <pc:spChg chg="del">
            <ac:chgData name="Davis, James C" userId="84778d94-b1cc-4a48-87ce-749e1d7d6e72" providerId="ADAL" clId="{F64E047D-D894-FB43-BA58-A5B829A28D81}" dt="2021-01-20T13:37:09.229" v="27" actId="478"/>
            <ac:spMkLst>
              <pc:docMk/>
              <pc:sldMasterMk cId="3595336832" sldId="2147483708"/>
              <pc:sldLayoutMk cId="1815464052" sldId="2147483721"/>
              <ac:spMk id="24" creationId="{50D54855-2B56-7D4D-BC1F-BBB8B58B9663}"/>
            </ac:spMkLst>
          </pc:spChg>
        </pc:sldLayoutChg>
        <pc:sldLayoutChg chg="addSp delSp modSp mod">
          <pc:chgData name="Davis, James C" userId="84778d94-b1cc-4a48-87ce-749e1d7d6e72" providerId="ADAL" clId="{F64E047D-D894-FB43-BA58-A5B829A28D81}" dt="2021-01-20T13:39:50.736" v="68"/>
          <pc:sldLayoutMkLst>
            <pc:docMk/>
            <pc:sldMasterMk cId="3595336832" sldId="2147483708"/>
            <pc:sldLayoutMk cId="4186258001" sldId="2147483722"/>
          </pc:sldLayoutMkLst>
          <pc:spChg chg="add mod">
            <ac:chgData name="Davis, James C" userId="84778d94-b1cc-4a48-87ce-749e1d7d6e72" providerId="ADAL" clId="{F64E047D-D894-FB43-BA58-A5B829A28D81}" dt="2021-01-20T13:39:50.736" v="68"/>
            <ac:spMkLst>
              <pc:docMk/>
              <pc:sldMasterMk cId="3595336832" sldId="2147483708"/>
              <pc:sldLayoutMk cId="4186258001" sldId="2147483722"/>
              <ac:spMk id="7" creationId="{2A56429C-6FAE-3948-90B5-12153EA6B79A}"/>
            </ac:spMkLst>
          </pc:spChg>
          <pc:spChg chg="add mod">
            <ac:chgData name="Davis, James C" userId="84778d94-b1cc-4a48-87ce-749e1d7d6e72" providerId="ADAL" clId="{F64E047D-D894-FB43-BA58-A5B829A28D81}" dt="2021-01-20T13:39:50.736" v="68"/>
            <ac:spMkLst>
              <pc:docMk/>
              <pc:sldMasterMk cId="3595336832" sldId="2147483708"/>
              <pc:sldLayoutMk cId="4186258001" sldId="2147483722"/>
              <ac:spMk id="8" creationId="{9E2E1FAD-26E8-1347-8D53-549E835DE206}"/>
            </ac:spMkLst>
          </pc:spChg>
          <pc:spChg chg="del">
            <ac:chgData name="Davis, James C" userId="84778d94-b1cc-4a48-87ce-749e1d7d6e72" providerId="ADAL" clId="{F64E047D-D894-FB43-BA58-A5B829A28D81}" dt="2021-01-20T13:37:11.472" v="28" actId="478"/>
            <ac:spMkLst>
              <pc:docMk/>
              <pc:sldMasterMk cId="3595336832" sldId="2147483708"/>
              <pc:sldLayoutMk cId="4186258001" sldId="2147483722"/>
              <ac:spMk id="21" creationId="{14A543BD-A296-7346-B649-5BA64898AF2C}"/>
            </ac:spMkLst>
          </pc:spChg>
        </pc:sldLayoutChg>
        <pc:sldLayoutChg chg="addSp delSp modSp mod">
          <pc:chgData name="Davis, James C" userId="84778d94-b1cc-4a48-87ce-749e1d7d6e72" providerId="ADAL" clId="{F64E047D-D894-FB43-BA58-A5B829A28D81}" dt="2021-01-20T13:39:51.452" v="69"/>
          <pc:sldLayoutMkLst>
            <pc:docMk/>
            <pc:sldMasterMk cId="3595336832" sldId="2147483708"/>
            <pc:sldLayoutMk cId="2707393526" sldId="2147483723"/>
          </pc:sldLayoutMkLst>
          <pc:spChg chg="add mod">
            <ac:chgData name="Davis, James C" userId="84778d94-b1cc-4a48-87ce-749e1d7d6e72" providerId="ADAL" clId="{F64E047D-D894-FB43-BA58-A5B829A28D81}" dt="2021-01-20T13:39:51.452" v="69"/>
            <ac:spMkLst>
              <pc:docMk/>
              <pc:sldMasterMk cId="3595336832" sldId="2147483708"/>
              <pc:sldLayoutMk cId="2707393526" sldId="2147483723"/>
              <ac:spMk id="10" creationId="{D069DDFF-7A5A-2F4E-B4E3-860E92D12BF8}"/>
            </ac:spMkLst>
          </pc:spChg>
          <pc:spChg chg="add mod">
            <ac:chgData name="Davis, James C" userId="84778d94-b1cc-4a48-87ce-749e1d7d6e72" providerId="ADAL" clId="{F64E047D-D894-FB43-BA58-A5B829A28D81}" dt="2021-01-20T13:39:51.452" v="69"/>
            <ac:spMkLst>
              <pc:docMk/>
              <pc:sldMasterMk cId="3595336832" sldId="2147483708"/>
              <pc:sldLayoutMk cId="2707393526" sldId="2147483723"/>
              <ac:spMk id="11" creationId="{014B5E51-5508-B040-A7DB-BEB27306C8CA}"/>
            </ac:spMkLst>
          </pc:spChg>
          <pc:spChg chg="del">
            <ac:chgData name="Davis, James C" userId="84778d94-b1cc-4a48-87ce-749e1d7d6e72" providerId="ADAL" clId="{F64E047D-D894-FB43-BA58-A5B829A28D81}" dt="2021-01-20T13:37:13.462" v="29" actId="478"/>
            <ac:spMkLst>
              <pc:docMk/>
              <pc:sldMasterMk cId="3595336832" sldId="2147483708"/>
              <pc:sldLayoutMk cId="2707393526" sldId="2147483723"/>
              <ac:spMk id="26" creationId="{8E13B548-F076-CF46-A887-15D7D4869738}"/>
            </ac:spMkLst>
          </pc:spChg>
        </pc:sldLayoutChg>
        <pc:sldLayoutChg chg="addSp delSp modSp mod">
          <pc:chgData name="Davis, James C" userId="84778d94-b1cc-4a48-87ce-749e1d7d6e72" providerId="ADAL" clId="{F64E047D-D894-FB43-BA58-A5B829A28D81}" dt="2021-01-20T13:39:52.106" v="70"/>
          <pc:sldLayoutMkLst>
            <pc:docMk/>
            <pc:sldMasterMk cId="3595336832" sldId="2147483708"/>
            <pc:sldLayoutMk cId="69532377" sldId="2147483724"/>
          </pc:sldLayoutMkLst>
          <pc:spChg chg="add mod">
            <ac:chgData name="Davis, James C" userId="84778d94-b1cc-4a48-87ce-749e1d7d6e72" providerId="ADAL" clId="{F64E047D-D894-FB43-BA58-A5B829A28D81}" dt="2021-01-20T13:39:52.106" v="70"/>
            <ac:spMkLst>
              <pc:docMk/>
              <pc:sldMasterMk cId="3595336832" sldId="2147483708"/>
              <pc:sldLayoutMk cId="69532377" sldId="2147483724"/>
              <ac:spMk id="8" creationId="{19A77649-773F-A440-9DB2-280E1D970BDF}"/>
            </ac:spMkLst>
          </pc:spChg>
          <pc:spChg chg="add mod">
            <ac:chgData name="Davis, James C" userId="84778d94-b1cc-4a48-87ce-749e1d7d6e72" providerId="ADAL" clId="{F64E047D-D894-FB43-BA58-A5B829A28D81}" dt="2021-01-20T13:39:52.106" v="70"/>
            <ac:spMkLst>
              <pc:docMk/>
              <pc:sldMasterMk cId="3595336832" sldId="2147483708"/>
              <pc:sldLayoutMk cId="69532377" sldId="2147483724"/>
              <ac:spMk id="9" creationId="{ED0EF5FB-C2A8-AC4E-A6D4-F04BB1C8DA88}"/>
            </ac:spMkLst>
          </pc:spChg>
          <pc:spChg chg="del">
            <ac:chgData name="Davis, James C" userId="84778d94-b1cc-4a48-87ce-749e1d7d6e72" providerId="ADAL" clId="{F64E047D-D894-FB43-BA58-A5B829A28D81}" dt="2021-01-20T13:37:15.741" v="30" actId="478"/>
            <ac:spMkLst>
              <pc:docMk/>
              <pc:sldMasterMk cId="3595336832" sldId="2147483708"/>
              <pc:sldLayoutMk cId="69532377" sldId="2147483724"/>
              <ac:spMk id="23" creationId="{ACFC5D5C-1C9B-F148-A910-72ADDA93ABF0}"/>
            </ac:spMkLst>
          </pc:spChg>
        </pc:sldLayoutChg>
        <pc:sldLayoutChg chg="addSp delSp modSp mod">
          <pc:chgData name="Davis, James C" userId="84778d94-b1cc-4a48-87ce-749e1d7d6e72" providerId="ADAL" clId="{F64E047D-D894-FB43-BA58-A5B829A28D81}" dt="2021-01-20T13:39:46.057" v="65"/>
          <pc:sldLayoutMkLst>
            <pc:docMk/>
            <pc:sldMasterMk cId="3595336832" sldId="2147483708"/>
            <pc:sldLayoutMk cId="574188406" sldId="2147483725"/>
          </pc:sldLayoutMkLst>
          <pc:spChg chg="add mod">
            <ac:chgData name="Davis, James C" userId="84778d94-b1cc-4a48-87ce-749e1d7d6e72" providerId="ADAL" clId="{F64E047D-D894-FB43-BA58-A5B829A28D81}" dt="2021-01-20T13:39:46.057" v="65"/>
            <ac:spMkLst>
              <pc:docMk/>
              <pc:sldMasterMk cId="3595336832" sldId="2147483708"/>
              <pc:sldLayoutMk cId="574188406" sldId="2147483725"/>
              <ac:spMk id="8" creationId="{16B6E011-40BE-8046-8468-0882C252FB11}"/>
            </ac:spMkLst>
          </pc:spChg>
          <pc:spChg chg="add mod">
            <ac:chgData name="Davis, James C" userId="84778d94-b1cc-4a48-87ce-749e1d7d6e72" providerId="ADAL" clId="{F64E047D-D894-FB43-BA58-A5B829A28D81}" dt="2021-01-20T13:39:46.057" v="65"/>
            <ac:spMkLst>
              <pc:docMk/>
              <pc:sldMasterMk cId="3595336832" sldId="2147483708"/>
              <pc:sldLayoutMk cId="574188406" sldId="2147483725"/>
              <ac:spMk id="9" creationId="{B9D6C85B-3217-C348-9016-4234B383851F}"/>
            </ac:spMkLst>
          </pc:spChg>
          <pc:spChg chg="add del mod">
            <ac:chgData name="Davis, James C" userId="84778d94-b1cc-4a48-87ce-749e1d7d6e72" providerId="ADAL" clId="{F64E047D-D894-FB43-BA58-A5B829A28D81}" dt="2021-01-20T13:36:48.701" v="20" actId="478"/>
            <ac:spMkLst>
              <pc:docMk/>
              <pc:sldMasterMk cId="3595336832" sldId="2147483708"/>
              <pc:sldLayoutMk cId="574188406" sldId="2147483725"/>
              <ac:spMk id="21" creationId="{14A543BD-A296-7346-B649-5BA64898AF2C}"/>
            </ac:spMkLst>
          </pc:spChg>
        </pc:sldLayoutChg>
        <pc:sldLayoutChg chg="addSp delSp modSp mod">
          <pc:chgData name="Davis, James C" userId="84778d94-b1cc-4a48-87ce-749e1d7d6e72" providerId="ADAL" clId="{F64E047D-D894-FB43-BA58-A5B829A28D81}" dt="2021-01-20T13:39:34.489" v="56"/>
          <pc:sldLayoutMkLst>
            <pc:docMk/>
            <pc:sldMasterMk cId="3595336832" sldId="2147483708"/>
            <pc:sldLayoutMk cId="4232609549" sldId="2147483726"/>
          </pc:sldLayoutMkLst>
          <pc:spChg chg="add mod">
            <ac:chgData name="Davis, James C" userId="84778d94-b1cc-4a48-87ce-749e1d7d6e72" providerId="ADAL" clId="{F64E047D-D894-FB43-BA58-A5B829A28D81}" dt="2021-01-20T13:39:34.489" v="56"/>
            <ac:spMkLst>
              <pc:docMk/>
              <pc:sldMasterMk cId="3595336832" sldId="2147483708"/>
              <pc:sldLayoutMk cId="4232609549" sldId="2147483726"/>
              <ac:spMk id="9" creationId="{7E98C3D8-3F18-294D-BC15-DAD7A71D10D0}"/>
            </ac:spMkLst>
          </pc:spChg>
          <pc:spChg chg="add mod">
            <ac:chgData name="Davis, James C" userId="84778d94-b1cc-4a48-87ce-749e1d7d6e72" providerId="ADAL" clId="{F64E047D-D894-FB43-BA58-A5B829A28D81}" dt="2021-01-20T13:39:34.489" v="56"/>
            <ac:spMkLst>
              <pc:docMk/>
              <pc:sldMasterMk cId="3595336832" sldId="2147483708"/>
              <pc:sldLayoutMk cId="4232609549" sldId="2147483726"/>
              <ac:spMk id="10" creationId="{5F3C42A2-A875-7F49-9930-886B64F2621A}"/>
            </ac:spMkLst>
          </pc:spChg>
          <pc:spChg chg="del">
            <ac:chgData name="Davis, James C" userId="84778d94-b1cc-4a48-87ce-749e1d7d6e72" providerId="ADAL" clId="{F64E047D-D894-FB43-BA58-A5B829A28D81}" dt="2021-01-20T13:36:22.695" v="7" actId="478"/>
            <ac:spMkLst>
              <pc:docMk/>
              <pc:sldMasterMk cId="3595336832" sldId="2147483708"/>
              <pc:sldLayoutMk cId="4232609549" sldId="2147483726"/>
              <ac:spMk id="16" creationId="{1991DBEA-463E-0543-8703-1617F14E9D1E}"/>
            </ac:spMkLst>
          </pc:spChg>
        </pc:sldLayoutChg>
        <pc:sldLayoutChg chg="addSp delSp modSp mod">
          <pc:chgData name="Davis, James C" userId="84778d94-b1cc-4a48-87ce-749e1d7d6e72" providerId="ADAL" clId="{F64E047D-D894-FB43-BA58-A5B829A28D81}" dt="2021-01-20T13:39:36.931" v="57"/>
          <pc:sldLayoutMkLst>
            <pc:docMk/>
            <pc:sldMasterMk cId="3595336832" sldId="2147483708"/>
            <pc:sldLayoutMk cId="3328718115" sldId="2147483728"/>
          </pc:sldLayoutMkLst>
          <pc:spChg chg="add mod">
            <ac:chgData name="Davis, James C" userId="84778d94-b1cc-4a48-87ce-749e1d7d6e72" providerId="ADAL" clId="{F64E047D-D894-FB43-BA58-A5B829A28D81}" dt="2021-01-20T13:39:36.931" v="57"/>
            <ac:spMkLst>
              <pc:docMk/>
              <pc:sldMasterMk cId="3595336832" sldId="2147483708"/>
              <pc:sldLayoutMk cId="3328718115" sldId="2147483728"/>
              <ac:spMk id="6" creationId="{730C1C66-EBAA-5D4F-83E8-D4883227002E}"/>
            </ac:spMkLst>
          </pc:spChg>
          <pc:spChg chg="add mod">
            <ac:chgData name="Davis, James C" userId="84778d94-b1cc-4a48-87ce-749e1d7d6e72" providerId="ADAL" clId="{F64E047D-D894-FB43-BA58-A5B829A28D81}" dt="2021-01-20T13:39:36.931" v="57"/>
            <ac:spMkLst>
              <pc:docMk/>
              <pc:sldMasterMk cId="3595336832" sldId="2147483708"/>
              <pc:sldLayoutMk cId="3328718115" sldId="2147483728"/>
              <ac:spMk id="7" creationId="{010635A2-0953-8C4C-807B-9F1EE80A1BFB}"/>
            </ac:spMkLst>
          </pc:spChg>
          <pc:spChg chg="del">
            <ac:chgData name="Davis, James C" userId="84778d94-b1cc-4a48-87ce-749e1d7d6e72" providerId="ADAL" clId="{F64E047D-D894-FB43-BA58-A5B829A28D81}" dt="2021-01-20T13:36:20.147" v="6" actId="478"/>
            <ac:spMkLst>
              <pc:docMk/>
              <pc:sldMasterMk cId="3595336832" sldId="2147483708"/>
              <pc:sldLayoutMk cId="3328718115" sldId="2147483728"/>
              <ac:spMk id="9" creationId="{4403002C-B894-EA4E-9F9C-C47945496723}"/>
            </ac:spMkLst>
          </pc:spChg>
        </pc:sldLayoutChg>
        <pc:sldLayoutChg chg="addSp delSp modSp mod">
          <pc:chgData name="Davis, James C" userId="84778d94-b1cc-4a48-87ce-749e1d7d6e72" providerId="ADAL" clId="{F64E047D-D894-FB43-BA58-A5B829A28D81}" dt="2021-01-20T13:39:37.934" v="58"/>
          <pc:sldLayoutMkLst>
            <pc:docMk/>
            <pc:sldMasterMk cId="3595336832" sldId="2147483708"/>
            <pc:sldLayoutMk cId="694698316" sldId="2147483729"/>
          </pc:sldLayoutMkLst>
          <pc:spChg chg="del">
            <ac:chgData name="Davis, James C" userId="84778d94-b1cc-4a48-87ce-749e1d7d6e72" providerId="ADAL" clId="{F64E047D-D894-FB43-BA58-A5B829A28D81}" dt="2021-01-20T13:36:26.445" v="8" actId="478"/>
            <ac:spMkLst>
              <pc:docMk/>
              <pc:sldMasterMk cId="3595336832" sldId="2147483708"/>
              <pc:sldLayoutMk cId="694698316" sldId="2147483729"/>
              <ac:spMk id="2" creationId="{63EE7B0E-2C93-BA42-B420-3285D7F3E908}"/>
            </ac:spMkLst>
          </pc:spChg>
          <pc:spChg chg="add mod">
            <ac:chgData name="Davis, James C" userId="84778d94-b1cc-4a48-87ce-749e1d7d6e72" providerId="ADAL" clId="{F64E047D-D894-FB43-BA58-A5B829A28D81}" dt="2021-01-20T13:39:37.934" v="58"/>
            <ac:spMkLst>
              <pc:docMk/>
              <pc:sldMasterMk cId="3595336832" sldId="2147483708"/>
              <pc:sldLayoutMk cId="694698316" sldId="2147483729"/>
              <ac:spMk id="8" creationId="{4C95A3D3-9422-F94B-88A6-DA6F752EBD36}"/>
            </ac:spMkLst>
          </pc:spChg>
          <pc:spChg chg="add mod">
            <ac:chgData name="Davis, James C" userId="84778d94-b1cc-4a48-87ce-749e1d7d6e72" providerId="ADAL" clId="{F64E047D-D894-FB43-BA58-A5B829A28D81}" dt="2021-01-20T13:39:37.934" v="58"/>
            <ac:spMkLst>
              <pc:docMk/>
              <pc:sldMasterMk cId="3595336832" sldId="2147483708"/>
              <pc:sldLayoutMk cId="694698316" sldId="2147483729"/>
              <ac:spMk id="9" creationId="{3596EAF3-2266-1C40-896A-50BCE8F3A592}"/>
            </ac:spMkLst>
          </pc:spChg>
        </pc:sldLayoutChg>
        <pc:sldLayoutChg chg="addSp modSp">
          <pc:chgData name="Davis, James C" userId="84778d94-b1cc-4a48-87ce-749e1d7d6e72" providerId="ADAL" clId="{F64E047D-D894-FB43-BA58-A5B829A28D81}" dt="2021-01-20T13:39:38.908" v="59"/>
          <pc:sldLayoutMkLst>
            <pc:docMk/>
            <pc:sldMasterMk cId="3595336832" sldId="2147483708"/>
            <pc:sldLayoutMk cId="2909255550" sldId="2147483730"/>
          </pc:sldLayoutMkLst>
          <pc:spChg chg="add mod">
            <ac:chgData name="Davis, James C" userId="84778d94-b1cc-4a48-87ce-749e1d7d6e72" providerId="ADAL" clId="{F64E047D-D894-FB43-BA58-A5B829A28D81}" dt="2021-01-20T13:39:38.908" v="59"/>
            <ac:spMkLst>
              <pc:docMk/>
              <pc:sldMasterMk cId="3595336832" sldId="2147483708"/>
              <pc:sldLayoutMk cId="2909255550" sldId="2147483730"/>
              <ac:spMk id="7" creationId="{CE221D15-9197-8147-A8D2-2E293BE6328C}"/>
            </ac:spMkLst>
          </pc:spChg>
          <pc:spChg chg="add mod">
            <ac:chgData name="Davis, James C" userId="84778d94-b1cc-4a48-87ce-749e1d7d6e72" providerId="ADAL" clId="{F64E047D-D894-FB43-BA58-A5B829A28D81}" dt="2021-01-20T13:39:38.908" v="59"/>
            <ac:spMkLst>
              <pc:docMk/>
              <pc:sldMasterMk cId="3595336832" sldId="2147483708"/>
              <pc:sldLayoutMk cId="2909255550" sldId="2147483730"/>
              <ac:spMk id="8" creationId="{8B85C08C-FD8D-C643-B13D-155D9A63D59A}"/>
            </ac:spMkLst>
          </pc:spChg>
        </pc:sldLayoutChg>
        <pc:sldLayoutChg chg="addSp delSp modSp mod">
          <pc:chgData name="Davis, James C" userId="84778d94-b1cc-4a48-87ce-749e1d7d6e72" providerId="ADAL" clId="{F64E047D-D894-FB43-BA58-A5B829A28D81}" dt="2021-01-20T13:39:39.965" v="60"/>
          <pc:sldLayoutMkLst>
            <pc:docMk/>
            <pc:sldMasterMk cId="3595336832" sldId="2147483708"/>
            <pc:sldLayoutMk cId="72169177" sldId="2147483731"/>
          </pc:sldLayoutMkLst>
          <pc:spChg chg="del">
            <ac:chgData name="Davis, James C" userId="84778d94-b1cc-4a48-87ce-749e1d7d6e72" providerId="ADAL" clId="{F64E047D-D894-FB43-BA58-A5B829A28D81}" dt="2021-01-20T13:36:29.993" v="9" actId="478"/>
            <ac:spMkLst>
              <pc:docMk/>
              <pc:sldMasterMk cId="3595336832" sldId="2147483708"/>
              <pc:sldLayoutMk cId="72169177" sldId="2147483731"/>
              <ac:spMk id="2" creationId="{62769056-9B24-3340-82FF-6C6B5739D9BC}"/>
            </ac:spMkLst>
          </pc:spChg>
          <pc:spChg chg="add mod">
            <ac:chgData name="Davis, James C" userId="84778d94-b1cc-4a48-87ce-749e1d7d6e72" providerId="ADAL" clId="{F64E047D-D894-FB43-BA58-A5B829A28D81}" dt="2021-01-20T13:39:39.965" v="60"/>
            <ac:spMkLst>
              <pc:docMk/>
              <pc:sldMasterMk cId="3595336832" sldId="2147483708"/>
              <pc:sldLayoutMk cId="72169177" sldId="2147483731"/>
              <ac:spMk id="10" creationId="{155B5403-0314-3347-9C77-E87B1B472AE1}"/>
            </ac:spMkLst>
          </pc:spChg>
          <pc:spChg chg="add mod">
            <ac:chgData name="Davis, James C" userId="84778d94-b1cc-4a48-87ce-749e1d7d6e72" providerId="ADAL" clId="{F64E047D-D894-FB43-BA58-A5B829A28D81}" dt="2021-01-20T13:39:39.965" v="60"/>
            <ac:spMkLst>
              <pc:docMk/>
              <pc:sldMasterMk cId="3595336832" sldId="2147483708"/>
              <pc:sldLayoutMk cId="72169177" sldId="2147483731"/>
              <ac:spMk id="11" creationId="{9B355AFC-141A-4E45-A581-13630ADD3A56}"/>
            </ac:spMkLst>
          </pc:spChg>
        </pc:sldLayoutChg>
        <pc:sldLayoutChg chg="addSp delSp modSp mod">
          <pc:chgData name="Davis, James C" userId="84778d94-b1cc-4a48-87ce-749e1d7d6e72" providerId="ADAL" clId="{F64E047D-D894-FB43-BA58-A5B829A28D81}" dt="2021-01-20T13:39:40.728" v="61"/>
          <pc:sldLayoutMkLst>
            <pc:docMk/>
            <pc:sldMasterMk cId="3595336832" sldId="2147483708"/>
            <pc:sldLayoutMk cId="1735298232" sldId="2147483732"/>
          </pc:sldLayoutMkLst>
          <pc:spChg chg="del">
            <ac:chgData name="Davis, James C" userId="84778d94-b1cc-4a48-87ce-749e1d7d6e72" providerId="ADAL" clId="{F64E047D-D894-FB43-BA58-A5B829A28D81}" dt="2021-01-20T13:36:33.070" v="10" actId="478"/>
            <ac:spMkLst>
              <pc:docMk/>
              <pc:sldMasterMk cId="3595336832" sldId="2147483708"/>
              <pc:sldLayoutMk cId="1735298232" sldId="2147483732"/>
              <ac:spMk id="2" creationId="{CE36F63A-CE5C-9B40-933E-022B0D8B1C6B}"/>
            </ac:spMkLst>
          </pc:spChg>
          <pc:spChg chg="add mod">
            <ac:chgData name="Davis, James C" userId="84778d94-b1cc-4a48-87ce-749e1d7d6e72" providerId="ADAL" clId="{F64E047D-D894-FB43-BA58-A5B829A28D81}" dt="2021-01-20T13:39:40.728" v="61"/>
            <ac:spMkLst>
              <pc:docMk/>
              <pc:sldMasterMk cId="3595336832" sldId="2147483708"/>
              <pc:sldLayoutMk cId="1735298232" sldId="2147483732"/>
              <ac:spMk id="5" creationId="{7C04EA8D-862F-A44A-A52B-443A80D8CBF3}"/>
            </ac:spMkLst>
          </pc:spChg>
          <pc:spChg chg="add mod">
            <ac:chgData name="Davis, James C" userId="84778d94-b1cc-4a48-87ce-749e1d7d6e72" providerId="ADAL" clId="{F64E047D-D894-FB43-BA58-A5B829A28D81}" dt="2021-01-20T13:39:40.728" v="61"/>
            <ac:spMkLst>
              <pc:docMk/>
              <pc:sldMasterMk cId="3595336832" sldId="2147483708"/>
              <pc:sldLayoutMk cId="1735298232" sldId="2147483732"/>
              <ac:spMk id="7" creationId="{6ABDBE64-F9E8-B742-A7A4-414B9EF73E5D}"/>
            </ac:spMkLst>
          </pc:spChg>
        </pc:sldLayoutChg>
        <pc:sldLayoutChg chg="addSp delSp modSp mod">
          <pc:chgData name="Davis, James C" userId="84778d94-b1cc-4a48-87ce-749e1d7d6e72" providerId="ADAL" clId="{F64E047D-D894-FB43-BA58-A5B829A28D81}" dt="2021-01-20T13:39:42.918" v="62"/>
          <pc:sldLayoutMkLst>
            <pc:docMk/>
            <pc:sldMasterMk cId="3595336832" sldId="2147483708"/>
            <pc:sldLayoutMk cId="2822395168" sldId="2147483733"/>
          </pc:sldLayoutMkLst>
          <pc:spChg chg="del">
            <ac:chgData name="Davis, James C" userId="84778d94-b1cc-4a48-87ce-749e1d7d6e72" providerId="ADAL" clId="{F64E047D-D894-FB43-BA58-A5B829A28D81}" dt="2021-01-20T13:36:35.207" v="11" actId="478"/>
            <ac:spMkLst>
              <pc:docMk/>
              <pc:sldMasterMk cId="3595336832" sldId="2147483708"/>
              <pc:sldLayoutMk cId="2822395168" sldId="2147483733"/>
              <ac:spMk id="2" creationId="{67FB7F21-D986-DE48-8D0B-E206BB744136}"/>
            </ac:spMkLst>
          </pc:spChg>
          <pc:spChg chg="add mod">
            <ac:chgData name="Davis, James C" userId="84778d94-b1cc-4a48-87ce-749e1d7d6e72" providerId="ADAL" clId="{F64E047D-D894-FB43-BA58-A5B829A28D81}" dt="2021-01-20T13:39:42.918" v="62"/>
            <ac:spMkLst>
              <pc:docMk/>
              <pc:sldMasterMk cId="3595336832" sldId="2147483708"/>
              <pc:sldLayoutMk cId="2822395168" sldId="2147483733"/>
              <ac:spMk id="13" creationId="{962F2F96-5767-394C-88B6-118C4FD40191}"/>
            </ac:spMkLst>
          </pc:spChg>
          <pc:spChg chg="add mod">
            <ac:chgData name="Davis, James C" userId="84778d94-b1cc-4a48-87ce-749e1d7d6e72" providerId="ADAL" clId="{F64E047D-D894-FB43-BA58-A5B829A28D81}" dt="2021-01-20T13:39:42.918" v="62"/>
            <ac:spMkLst>
              <pc:docMk/>
              <pc:sldMasterMk cId="3595336832" sldId="2147483708"/>
              <pc:sldLayoutMk cId="2822395168" sldId="2147483733"/>
              <ac:spMk id="14" creationId="{A66D64DC-EDD3-FD46-B93B-F8B818A43FD0}"/>
            </ac:spMkLst>
          </pc:spChg>
        </pc:sldLayoutChg>
        <pc:sldLayoutChg chg="addSp delSp modSp mod">
          <pc:chgData name="Davis, James C" userId="84778d94-b1cc-4a48-87ce-749e1d7d6e72" providerId="ADAL" clId="{F64E047D-D894-FB43-BA58-A5B829A28D81}" dt="2021-01-20T13:39:43.540" v="63"/>
          <pc:sldLayoutMkLst>
            <pc:docMk/>
            <pc:sldMasterMk cId="3595336832" sldId="2147483708"/>
            <pc:sldLayoutMk cId="669961557" sldId="2147483734"/>
          </pc:sldLayoutMkLst>
          <pc:spChg chg="del">
            <ac:chgData name="Davis, James C" userId="84778d94-b1cc-4a48-87ce-749e1d7d6e72" providerId="ADAL" clId="{F64E047D-D894-FB43-BA58-A5B829A28D81}" dt="2021-01-20T13:36:37.677" v="12" actId="478"/>
            <ac:spMkLst>
              <pc:docMk/>
              <pc:sldMasterMk cId="3595336832" sldId="2147483708"/>
              <pc:sldLayoutMk cId="669961557" sldId="2147483734"/>
              <ac:spMk id="9" creationId="{0A566D20-E8C7-904C-94FE-895061C60765}"/>
            </ac:spMkLst>
          </pc:spChg>
          <pc:spChg chg="add mod">
            <ac:chgData name="Davis, James C" userId="84778d94-b1cc-4a48-87ce-749e1d7d6e72" providerId="ADAL" clId="{F64E047D-D894-FB43-BA58-A5B829A28D81}" dt="2021-01-20T13:39:43.540" v="63"/>
            <ac:spMkLst>
              <pc:docMk/>
              <pc:sldMasterMk cId="3595336832" sldId="2147483708"/>
              <pc:sldLayoutMk cId="669961557" sldId="2147483734"/>
              <ac:spMk id="10" creationId="{B9698D2E-F613-8044-B802-D08B43548D18}"/>
            </ac:spMkLst>
          </pc:spChg>
          <pc:spChg chg="add mod">
            <ac:chgData name="Davis, James C" userId="84778d94-b1cc-4a48-87ce-749e1d7d6e72" providerId="ADAL" clId="{F64E047D-D894-FB43-BA58-A5B829A28D81}" dt="2021-01-20T13:39:43.540" v="63"/>
            <ac:spMkLst>
              <pc:docMk/>
              <pc:sldMasterMk cId="3595336832" sldId="2147483708"/>
              <pc:sldLayoutMk cId="669961557" sldId="2147483734"/>
              <ac:spMk id="11" creationId="{68A78BD7-835C-4B42-B0A0-24D4E1AA390B}"/>
            </ac:spMkLst>
          </pc:spChg>
        </pc:sldLayoutChg>
        <pc:sldLayoutChg chg="addSp delSp modSp mod">
          <pc:chgData name="Davis, James C" userId="84778d94-b1cc-4a48-87ce-749e1d7d6e72" providerId="ADAL" clId="{F64E047D-D894-FB43-BA58-A5B829A28D81}" dt="2021-01-20T13:39:44.337" v="64"/>
          <pc:sldLayoutMkLst>
            <pc:docMk/>
            <pc:sldMasterMk cId="3595336832" sldId="2147483708"/>
            <pc:sldLayoutMk cId="2625959151" sldId="2147483735"/>
          </pc:sldLayoutMkLst>
          <pc:spChg chg="add del">
            <ac:chgData name="Davis, James C" userId="84778d94-b1cc-4a48-87ce-749e1d7d6e72" providerId="ADAL" clId="{F64E047D-D894-FB43-BA58-A5B829A28D81}" dt="2021-01-20T13:36:46.269" v="19" actId="478"/>
            <ac:spMkLst>
              <pc:docMk/>
              <pc:sldMasterMk cId="3595336832" sldId="2147483708"/>
              <pc:sldLayoutMk cId="2625959151" sldId="2147483735"/>
              <ac:spMk id="2" creationId="{3DEA9EA1-F1A5-094D-9902-BECC17F58D5D}"/>
            </ac:spMkLst>
          </pc:spChg>
          <pc:spChg chg="add mod">
            <ac:chgData name="Davis, James C" userId="84778d94-b1cc-4a48-87ce-749e1d7d6e72" providerId="ADAL" clId="{F64E047D-D894-FB43-BA58-A5B829A28D81}" dt="2021-01-20T13:39:44.337" v="64"/>
            <ac:spMkLst>
              <pc:docMk/>
              <pc:sldMasterMk cId="3595336832" sldId="2147483708"/>
              <pc:sldLayoutMk cId="2625959151" sldId="2147483735"/>
              <ac:spMk id="12" creationId="{DD7C59FB-79EF-424C-94A9-B665EDD1C9A2}"/>
            </ac:spMkLst>
          </pc:spChg>
          <pc:spChg chg="add mod">
            <ac:chgData name="Davis, James C" userId="84778d94-b1cc-4a48-87ce-749e1d7d6e72" providerId="ADAL" clId="{F64E047D-D894-FB43-BA58-A5B829A28D81}" dt="2021-01-20T13:39:44.337" v="64"/>
            <ac:spMkLst>
              <pc:docMk/>
              <pc:sldMasterMk cId="3595336832" sldId="2147483708"/>
              <pc:sldLayoutMk cId="2625959151" sldId="2147483735"/>
              <ac:spMk id="13" creationId="{218A7F7C-A154-3640-88AE-9E855B94CC38}"/>
            </ac:spMkLst>
          </pc:spChg>
        </pc:sldLayoutChg>
      </pc:sldMasterChg>
    </pc:docChg>
  </pc:docChgLst>
  <pc:docChgLst>
    <pc:chgData name="Davis, James C" userId="84778d94-b1cc-4a48-87ce-749e1d7d6e72" providerId="ADAL" clId="{86766AFC-65D4-7042-B2F2-A1C7D778F58B}"/>
    <pc:docChg chg="modSld modMainMaster">
      <pc:chgData name="Davis, James C" userId="84778d94-b1cc-4a48-87ce-749e1d7d6e72" providerId="ADAL" clId="{86766AFC-65D4-7042-B2F2-A1C7D778F58B}" dt="2020-08-23T19:14:05.505" v="13" actId="208"/>
      <pc:docMkLst>
        <pc:docMk/>
      </pc:docMkLst>
      <pc:sldChg chg="addSp delSp modSp mod">
        <pc:chgData name="Davis, James C" userId="84778d94-b1cc-4a48-87ce-749e1d7d6e72" providerId="ADAL" clId="{86766AFC-65D4-7042-B2F2-A1C7D778F58B}" dt="2020-08-22T00:52:29.354" v="11"/>
        <pc:sldMkLst>
          <pc:docMk/>
          <pc:sldMk cId="681153070" sldId="263"/>
        </pc:sldMkLst>
        <pc:spChg chg="mod">
          <ac:chgData name="Davis, James C" userId="84778d94-b1cc-4a48-87ce-749e1d7d6e72" providerId="ADAL" clId="{86766AFC-65D4-7042-B2F2-A1C7D778F58B}" dt="2020-08-22T00:50:56.611" v="8" actId="20577"/>
          <ac:spMkLst>
            <pc:docMk/>
            <pc:sldMk cId="681153070" sldId="263"/>
            <ac:spMk id="3" creationId="{089D1F61-B74F-FD46-9676-D29849AD2577}"/>
          </ac:spMkLst>
        </pc:spChg>
        <pc:spChg chg="add del mod">
          <ac:chgData name="Davis, James C" userId="84778d94-b1cc-4a48-87ce-749e1d7d6e72" providerId="ADAL" clId="{86766AFC-65D4-7042-B2F2-A1C7D778F58B}" dt="2020-08-22T00:52:29.354" v="11"/>
          <ac:spMkLst>
            <pc:docMk/>
            <pc:sldMk cId="681153070" sldId="263"/>
            <ac:spMk id="4" creationId="{CB3A787E-D00E-A84A-A93A-572AAC9CD3EF}"/>
          </ac:spMkLst>
        </pc:spChg>
      </pc:sldChg>
      <pc:sldMasterChg chg="modSldLayout">
        <pc:chgData name="Davis, James C" userId="84778d94-b1cc-4a48-87ce-749e1d7d6e72" providerId="ADAL" clId="{86766AFC-65D4-7042-B2F2-A1C7D778F58B}" dt="2020-08-23T19:14:05.505" v="13" actId="208"/>
        <pc:sldMasterMkLst>
          <pc:docMk/>
          <pc:sldMasterMk cId="3595336832" sldId="2147483708"/>
        </pc:sldMasterMkLst>
        <pc:sldLayoutChg chg="modSp mod">
          <pc:chgData name="Davis, James C" userId="84778d94-b1cc-4a48-87ce-749e1d7d6e72" providerId="ADAL" clId="{86766AFC-65D4-7042-B2F2-A1C7D778F58B}" dt="2020-08-23T19:14:05.505" v="13" actId="208"/>
          <pc:sldLayoutMkLst>
            <pc:docMk/>
            <pc:sldMasterMk cId="3595336832" sldId="2147483708"/>
            <pc:sldLayoutMk cId="2909255550" sldId="2147483730"/>
          </pc:sldLayoutMkLst>
          <pc:spChg chg="mod">
            <ac:chgData name="Davis, James C" userId="84778d94-b1cc-4a48-87ce-749e1d7d6e72" providerId="ADAL" clId="{86766AFC-65D4-7042-B2F2-A1C7D778F58B}" dt="2020-08-23T19:14:05.505" v="13" actId="208"/>
            <ac:spMkLst>
              <pc:docMk/>
              <pc:sldMasterMk cId="3595336832" sldId="2147483708"/>
              <pc:sldLayoutMk cId="2909255550" sldId="2147483730"/>
              <ac:spMk id="5" creationId="{5A7CBECB-F891-1E49-A038-D12E9EBD544E}"/>
            </ac:spMkLst>
          </pc:spChg>
          <pc:spChg chg="mod">
            <ac:chgData name="Davis, James C" userId="84778d94-b1cc-4a48-87ce-749e1d7d6e72" providerId="ADAL" clId="{86766AFC-65D4-7042-B2F2-A1C7D778F58B}" dt="2020-08-23T19:14:05.505" v="13" actId="208"/>
            <ac:spMkLst>
              <pc:docMk/>
              <pc:sldMasterMk cId="3595336832" sldId="2147483708"/>
              <pc:sldLayoutMk cId="2909255550" sldId="2147483730"/>
              <ac:spMk id="6" creationId="{A0F4931F-670B-5345-A445-E4A05AED83C7}"/>
            </ac:spMkLst>
          </pc:spChg>
        </pc:sldLayoutChg>
        <pc:sldLayoutChg chg="modSp mod">
          <pc:chgData name="Davis, James C" userId="84778d94-b1cc-4a48-87ce-749e1d7d6e72" providerId="ADAL" clId="{86766AFC-65D4-7042-B2F2-A1C7D778F58B}" dt="2020-08-22T00:50:30.920" v="0" actId="208"/>
          <pc:sldLayoutMkLst>
            <pc:docMk/>
            <pc:sldMasterMk cId="3595336832" sldId="2147483708"/>
            <pc:sldLayoutMk cId="1735298232" sldId="2147483732"/>
          </pc:sldLayoutMkLst>
          <pc:spChg chg="mod">
            <ac:chgData name="Davis, James C" userId="84778d94-b1cc-4a48-87ce-749e1d7d6e72" providerId="ADAL" clId="{86766AFC-65D4-7042-B2F2-A1C7D778F58B}" dt="2020-08-22T00:50:30.920" v="0" actId="208"/>
            <ac:spMkLst>
              <pc:docMk/>
              <pc:sldMasterMk cId="3595336832" sldId="2147483708"/>
              <pc:sldLayoutMk cId="1735298232" sldId="2147483732"/>
              <ac:spMk id="4" creationId="{E355375E-B5F3-774A-87F7-3A95BA8BDF7B}"/>
            </ac:spMkLst>
          </pc:spChg>
          <pc:spChg chg="mod">
            <ac:chgData name="Davis, James C" userId="84778d94-b1cc-4a48-87ce-749e1d7d6e72" providerId="ADAL" clId="{86766AFC-65D4-7042-B2F2-A1C7D778F58B}" dt="2020-08-22T00:50:30.920" v="0" actId="208"/>
            <ac:spMkLst>
              <pc:docMk/>
              <pc:sldMasterMk cId="3595336832" sldId="2147483708"/>
              <pc:sldLayoutMk cId="1735298232" sldId="2147483732"/>
              <ac:spMk id="6" creationId="{5FBB5167-3962-F644-A1B0-164B48533467}"/>
            </ac:spMkLst>
          </pc:spChg>
        </pc:sldLayoutChg>
        <pc:sldLayoutChg chg="modSp mod">
          <pc:chgData name="Davis, James C" userId="84778d94-b1cc-4a48-87ce-749e1d7d6e72" providerId="ADAL" clId="{86766AFC-65D4-7042-B2F2-A1C7D778F58B}" dt="2020-08-22T00:50:36.215" v="1" actId="208"/>
          <pc:sldLayoutMkLst>
            <pc:docMk/>
            <pc:sldMasterMk cId="3595336832" sldId="2147483708"/>
            <pc:sldLayoutMk cId="2822395168" sldId="2147483733"/>
          </pc:sldLayoutMkLst>
          <pc:spChg chg="mod">
            <ac:chgData name="Davis, James C" userId="84778d94-b1cc-4a48-87ce-749e1d7d6e72" providerId="ADAL" clId="{86766AFC-65D4-7042-B2F2-A1C7D778F58B}" dt="2020-08-22T00:50:36.215" v="1" actId="208"/>
            <ac:spMkLst>
              <pc:docMk/>
              <pc:sldMasterMk cId="3595336832" sldId="2147483708"/>
              <pc:sldLayoutMk cId="2822395168" sldId="2147483733"/>
              <ac:spMk id="4" creationId="{E355375E-B5F3-774A-87F7-3A95BA8BDF7B}"/>
            </ac:spMkLst>
          </pc:spChg>
          <pc:spChg chg="mod">
            <ac:chgData name="Davis, James C" userId="84778d94-b1cc-4a48-87ce-749e1d7d6e72" providerId="ADAL" clId="{86766AFC-65D4-7042-B2F2-A1C7D778F58B}" dt="2020-08-22T00:50:36.215" v="1" actId="208"/>
            <ac:spMkLst>
              <pc:docMk/>
              <pc:sldMasterMk cId="3595336832" sldId="2147483708"/>
              <pc:sldLayoutMk cId="2822395168" sldId="2147483733"/>
              <ac:spMk id="6" creationId="{5FBB5167-3962-F644-A1B0-164B48533467}"/>
            </ac:spMkLst>
          </pc:spChg>
        </pc:sldLayoutChg>
        <pc:sldLayoutChg chg="modSp mod">
          <pc:chgData name="Davis, James C" userId="84778d94-b1cc-4a48-87ce-749e1d7d6e72" providerId="ADAL" clId="{86766AFC-65D4-7042-B2F2-A1C7D778F58B}" dt="2020-08-22T00:50:45.995" v="2" actId="208"/>
          <pc:sldLayoutMkLst>
            <pc:docMk/>
            <pc:sldMasterMk cId="3595336832" sldId="2147483708"/>
            <pc:sldLayoutMk cId="669961557" sldId="2147483734"/>
          </pc:sldLayoutMkLst>
          <pc:spChg chg="mod">
            <ac:chgData name="Davis, James C" userId="84778d94-b1cc-4a48-87ce-749e1d7d6e72" providerId="ADAL" clId="{86766AFC-65D4-7042-B2F2-A1C7D778F58B}" dt="2020-08-22T00:50:45.995" v="2" actId="208"/>
            <ac:spMkLst>
              <pc:docMk/>
              <pc:sldMasterMk cId="3595336832" sldId="2147483708"/>
              <pc:sldLayoutMk cId="669961557" sldId="2147483734"/>
              <ac:spMk id="7" creationId="{00379C94-9660-514E-8573-54286DE89411}"/>
            </ac:spMkLst>
          </pc:spChg>
          <pc:spChg chg="mod">
            <ac:chgData name="Davis, James C" userId="84778d94-b1cc-4a48-87ce-749e1d7d6e72" providerId="ADAL" clId="{86766AFC-65D4-7042-B2F2-A1C7D778F58B}" dt="2020-08-22T00:50:45.995" v="2" actId="208"/>
            <ac:spMkLst>
              <pc:docMk/>
              <pc:sldMasterMk cId="3595336832" sldId="2147483708"/>
              <pc:sldLayoutMk cId="669961557" sldId="2147483734"/>
              <ac:spMk id="8" creationId="{D15DDF22-1F41-F644-A1F1-7ADD56BDE3A3}"/>
            </ac:spMkLst>
          </pc:spChg>
        </pc:sldLayoutChg>
      </pc:sldMasterChg>
    </pc:docChg>
  </pc:docChgLst>
  <pc:docChgLst>
    <pc:chgData name="Davis, James C" userId="84778d94-b1cc-4a48-87ce-749e1d7d6e72" providerId="ADAL" clId="{F34A572B-B339-3E4C-9E1D-418C02B7A68D}"/>
    <pc:docChg chg="undo redo custSel addSld delSld modSld">
      <pc:chgData name="Davis, James C" userId="84778d94-b1cc-4a48-87ce-749e1d7d6e72" providerId="ADAL" clId="{F34A572B-B339-3E4C-9E1D-418C02B7A68D}" dt="2021-01-22T19:19:26.824" v="10590" actId="20577"/>
      <pc:docMkLst>
        <pc:docMk/>
      </pc:docMkLst>
      <pc:sldChg chg="modSp mod">
        <pc:chgData name="Davis, James C" userId="84778d94-b1cc-4a48-87ce-749e1d7d6e72" providerId="ADAL" clId="{F34A572B-B339-3E4C-9E1D-418C02B7A68D}" dt="2021-01-22T18:55:39.882" v="8784" actId="20577"/>
        <pc:sldMkLst>
          <pc:docMk/>
          <pc:sldMk cId="3667608206" sldId="279"/>
        </pc:sldMkLst>
        <pc:spChg chg="mod">
          <ac:chgData name="Davis, James C" userId="84778d94-b1cc-4a48-87ce-749e1d7d6e72" providerId="ADAL" clId="{F34A572B-B339-3E4C-9E1D-418C02B7A68D}" dt="2021-01-22T18:55:39.882" v="8784" actId="20577"/>
          <ac:spMkLst>
            <pc:docMk/>
            <pc:sldMk cId="3667608206" sldId="279"/>
            <ac:spMk id="2" creationId="{1EBAB61F-537F-FC4D-BDFF-36A0819BCD5B}"/>
          </ac:spMkLst>
        </pc:spChg>
        <pc:spChg chg="mod">
          <ac:chgData name="Davis, James C" userId="84778d94-b1cc-4a48-87ce-749e1d7d6e72" providerId="ADAL" clId="{F34A572B-B339-3E4C-9E1D-418C02B7A68D}" dt="2021-01-21T20:05:22.288" v="341" actId="20577"/>
          <ac:spMkLst>
            <pc:docMk/>
            <pc:sldMk cId="3667608206" sldId="279"/>
            <ac:spMk id="3" creationId="{C9A584C7-FB3C-6D44-8B7E-26AB6FD58CB9}"/>
          </ac:spMkLst>
        </pc:spChg>
      </pc:sldChg>
      <pc:sldChg chg="modSp mod">
        <pc:chgData name="Davis, James C" userId="84778d94-b1cc-4a48-87ce-749e1d7d6e72" providerId="ADAL" clId="{F34A572B-B339-3E4C-9E1D-418C02B7A68D}" dt="2021-01-21T20:06:26.215" v="473" actId="20577"/>
        <pc:sldMkLst>
          <pc:docMk/>
          <pc:sldMk cId="1418201393" sldId="282"/>
        </pc:sldMkLst>
        <pc:spChg chg="mod">
          <ac:chgData name="Davis, James C" userId="84778d94-b1cc-4a48-87ce-749e1d7d6e72" providerId="ADAL" clId="{F34A572B-B339-3E4C-9E1D-418C02B7A68D}" dt="2021-01-21T20:06:26.215" v="473" actId="20577"/>
          <ac:spMkLst>
            <pc:docMk/>
            <pc:sldMk cId="1418201393" sldId="282"/>
            <ac:spMk id="2" creationId="{246150C2-24AA-9E43-A463-B984D7666A5B}"/>
          </ac:spMkLst>
        </pc:spChg>
      </pc:sldChg>
      <pc:sldChg chg="modSp modAnim">
        <pc:chgData name="Davis, James C" userId="84778d94-b1cc-4a48-87ce-749e1d7d6e72" providerId="ADAL" clId="{F34A572B-B339-3E4C-9E1D-418C02B7A68D}" dt="2021-01-21T20:22:10.338" v="748" actId="20577"/>
        <pc:sldMkLst>
          <pc:docMk/>
          <pc:sldMk cId="2581208006" sldId="283"/>
        </pc:sldMkLst>
        <pc:spChg chg="mod">
          <ac:chgData name="Davis, James C" userId="84778d94-b1cc-4a48-87ce-749e1d7d6e72" providerId="ADAL" clId="{F34A572B-B339-3E4C-9E1D-418C02B7A68D}" dt="2021-01-21T20:22:10.338" v="748" actId="20577"/>
          <ac:spMkLst>
            <pc:docMk/>
            <pc:sldMk cId="2581208006" sldId="283"/>
            <ac:spMk id="8" creationId="{FF45325E-7143-2D4E-8C98-B33B651D7675}"/>
          </ac:spMkLst>
        </pc:spChg>
      </pc:sldChg>
      <pc:sldChg chg="modSp mod">
        <pc:chgData name="Davis, James C" userId="84778d94-b1cc-4a48-87ce-749e1d7d6e72" providerId="ADAL" clId="{F34A572B-B339-3E4C-9E1D-418C02B7A68D}" dt="2021-01-20T18:59:39.277" v="334" actId="6549"/>
        <pc:sldMkLst>
          <pc:docMk/>
          <pc:sldMk cId="363774714" sldId="284"/>
        </pc:sldMkLst>
        <pc:spChg chg="mod">
          <ac:chgData name="Davis, James C" userId="84778d94-b1cc-4a48-87ce-749e1d7d6e72" providerId="ADAL" clId="{F34A572B-B339-3E4C-9E1D-418C02B7A68D}" dt="2021-01-20T18:59:39.277" v="334" actId="6549"/>
          <ac:spMkLst>
            <pc:docMk/>
            <pc:sldMk cId="363774714" sldId="284"/>
            <ac:spMk id="2" creationId="{1EBAB61F-537F-FC4D-BDFF-36A0819BCD5B}"/>
          </ac:spMkLst>
        </pc:spChg>
      </pc:sldChg>
      <pc:sldChg chg="addSp modSp mod modAnim">
        <pc:chgData name="Davis, James C" userId="84778d94-b1cc-4a48-87ce-749e1d7d6e72" providerId="ADAL" clId="{F34A572B-B339-3E4C-9E1D-418C02B7A68D}" dt="2021-01-20T18:59:22.768" v="282"/>
        <pc:sldMkLst>
          <pc:docMk/>
          <pc:sldMk cId="3869765905" sldId="287"/>
        </pc:sldMkLst>
        <pc:spChg chg="mod">
          <ac:chgData name="Davis, James C" userId="84778d94-b1cc-4a48-87ce-749e1d7d6e72" providerId="ADAL" clId="{F34A572B-B339-3E4C-9E1D-418C02B7A68D}" dt="2021-01-20T18:58:49.702" v="272" actId="1076"/>
          <ac:spMkLst>
            <pc:docMk/>
            <pc:sldMk cId="3869765905" sldId="287"/>
            <ac:spMk id="5" creationId="{015D9B40-1A57-924A-8E49-1FC0E96112C4}"/>
          </ac:spMkLst>
        </pc:spChg>
        <pc:spChg chg="add mod">
          <ac:chgData name="Davis, James C" userId="84778d94-b1cc-4a48-87ce-749e1d7d6e72" providerId="ADAL" clId="{F34A572B-B339-3E4C-9E1D-418C02B7A68D}" dt="2021-01-20T18:59:16.603" v="281" actId="20577"/>
          <ac:spMkLst>
            <pc:docMk/>
            <pc:sldMk cId="3869765905" sldId="287"/>
            <ac:spMk id="6" creationId="{0CFD2FF7-EC0A-0940-8332-6B8FAE9D5751}"/>
          </ac:spMkLst>
        </pc:spChg>
        <pc:picChg chg="mod">
          <ac:chgData name="Davis, James C" userId="84778d94-b1cc-4a48-87ce-749e1d7d6e72" providerId="ADAL" clId="{F34A572B-B339-3E4C-9E1D-418C02B7A68D}" dt="2021-01-20T18:58:49.702" v="272" actId="1076"/>
          <ac:picMkLst>
            <pc:docMk/>
            <pc:sldMk cId="3869765905" sldId="287"/>
            <ac:picMk id="4" creationId="{BBCF0933-9280-E343-9C66-50C2DD5637C5}"/>
          </ac:picMkLst>
        </pc:picChg>
      </pc:sldChg>
      <pc:sldChg chg="modSp">
        <pc:chgData name="Davis, James C" userId="84778d94-b1cc-4a48-87ce-749e1d7d6e72" providerId="ADAL" clId="{F34A572B-B339-3E4C-9E1D-418C02B7A68D}" dt="2021-01-20T18:57:58.740" v="265" actId="20577"/>
        <pc:sldMkLst>
          <pc:docMk/>
          <pc:sldMk cId="903108232" sldId="295"/>
        </pc:sldMkLst>
        <pc:spChg chg="mod">
          <ac:chgData name="Davis, James C" userId="84778d94-b1cc-4a48-87ce-749e1d7d6e72" providerId="ADAL" clId="{F34A572B-B339-3E4C-9E1D-418C02B7A68D}" dt="2021-01-20T18:57:58.740" v="265" actId="20577"/>
          <ac:spMkLst>
            <pc:docMk/>
            <pc:sldMk cId="903108232" sldId="295"/>
            <ac:spMk id="17" creationId="{0464978D-AA86-3441-8E01-4943CC152612}"/>
          </ac:spMkLst>
        </pc:spChg>
      </pc:sldChg>
      <pc:sldChg chg="modSp add mod modNotesTx">
        <pc:chgData name="Davis, James C" userId="84778d94-b1cc-4a48-87ce-749e1d7d6e72" providerId="ADAL" clId="{F34A572B-B339-3E4C-9E1D-418C02B7A68D}" dt="2021-01-20T16:37:06.985" v="220" actId="20577"/>
        <pc:sldMkLst>
          <pc:docMk/>
          <pc:sldMk cId="554715540" sldId="296"/>
        </pc:sldMkLst>
        <pc:spChg chg="mod">
          <ac:chgData name="Davis, James C" userId="84778d94-b1cc-4a48-87ce-749e1d7d6e72" providerId="ADAL" clId="{F34A572B-B339-3E4C-9E1D-418C02B7A68D}" dt="2021-01-20T16:37:06.985" v="220" actId="20577"/>
          <ac:spMkLst>
            <pc:docMk/>
            <pc:sldMk cId="554715540" sldId="296"/>
            <ac:spMk id="2" creationId="{1EBAB61F-537F-FC4D-BDFF-36A0819BCD5B}"/>
          </ac:spMkLst>
        </pc:spChg>
      </pc:sldChg>
      <pc:sldChg chg="modSp add del mod">
        <pc:chgData name="Davis, James C" userId="84778d94-b1cc-4a48-87ce-749e1d7d6e72" providerId="ADAL" clId="{F34A572B-B339-3E4C-9E1D-418C02B7A68D}" dt="2021-01-20T16:36:25.565" v="125" actId="2696"/>
        <pc:sldMkLst>
          <pc:docMk/>
          <pc:sldMk cId="3744933738" sldId="296"/>
        </pc:sldMkLst>
        <pc:spChg chg="mod">
          <ac:chgData name="Davis, James C" userId="84778d94-b1cc-4a48-87ce-749e1d7d6e72" providerId="ADAL" clId="{F34A572B-B339-3E4C-9E1D-418C02B7A68D}" dt="2021-01-20T16:36:20.646" v="124" actId="20577"/>
          <ac:spMkLst>
            <pc:docMk/>
            <pc:sldMk cId="3744933738" sldId="296"/>
            <ac:spMk id="2" creationId="{1EBAB61F-537F-FC4D-BDFF-36A0819BCD5B}"/>
          </ac:spMkLst>
        </pc:spChg>
        <pc:spChg chg="mod">
          <ac:chgData name="Davis, James C" userId="84778d94-b1cc-4a48-87ce-749e1d7d6e72" providerId="ADAL" clId="{F34A572B-B339-3E4C-9E1D-418C02B7A68D}" dt="2021-01-20T16:36:03.541" v="22" actId="20577"/>
          <ac:spMkLst>
            <pc:docMk/>
            <pc:sldMk cId="3744933738" sldId="296"/>
            <ac:spMk id="3" creationId="{C9A584C7-FB3C-6D44-8B7E-26AB6FD58CB9}"/>
          </ac:spMkLst>
        </pc:spChg>
      </pc:sldChg>
      <pc:sldChg chg="modSp add mod">
        <pc:chgData name="Davis, James C" userId="84778d94-b1cc-4a48-87ce-749e1d7d6e72" providerId="ADAL" clId="{F34A572B-B339-3E4C-9E1D-418C02B7A68D}" dt="2021-01-21T20:50:13.530" v="2801" actId="14100"/>
        <pc:sldMkLst>
          <pc:docMk/>
          <pc:sldMk cId="1154032174" sldId="297"/>
        </pc:sldMkLst>
        <pc:spChg chg="mod">
          <ac:chgData name="Davis, James C" userId="84778d94-b1cc-4a48-87ce-749e1d7d6e72" providerId="ADAL" clId="{F34A572B-B339-3E4C-9E1D-418C02B7A68D}" dt="2021-01-21T20:50:13.530" v="2801" actId="14100"/>
          <ac:spMkLst>
            <pc:docMk/>
            <pc:sldMk cId="1154032174" sldId="297"/>
            <ac:spMk id="2" creationId="{246150C2-24AA-9E43-A463-B984D7666A5B}"/>
          </ac:spMkLst>
        </pc:spChg>
      </pc:sldChg>
      <pc:sldChg chg="addSp delSp modSp add mod">
        <pc:chgData name="Davis, James C" userId="84778d94-b1cc-4a48-87ce-749e1d7d6e72" providerId="ADAL" clId="{F34A572B-B339-3E4C-9E1D-418C02B7A68D}" dt="2021-01-22T19:03:44.413" v="9022"/>
        <pc:sldMkLst>
          <pc:docMk/>
          <pc:sldMk cId="2732403294" sldId="298"/>
        </pc:sldMkLst>
        <pc:spChg chg="mod">
          <ac:chgData name="Davis, James C" userId="84778d94-b1cc-4a48-87ce-749e1d7d6e72" providerId="ADAL" clId="{F34A572B-B339-3E4C-9E1D-418C02B7A68D}" dt="2021-01-22T18:40:04.123" v="7788" actId="1076"/>
          <ac:spMkLst>
            <pc:docMk/>
            <pc:sldMk cId="2732403294" sldId="298"/>
            <ac:spMk id="2" creationId="{246150C2-24AA-9E43-A463-B984D7666A5B}"/>
          </ac:spMkLst>
        </pc:spChg>
        <pc:spChg chg="add del mod">
          <ac:chgData name="Davis, James C" userId="84778d94-b1cc-4a48-87ce-749e1d7d6e72" providerId="ADAL" clId="{F34A572B-B339-3E4C-9E1D-418C02B7A68D}" dt="2021-01-22T19:03:44.413" v="9022"/>
          <ac:spMkLst>
            <pc:docMk/>
            <pc:sldMk cId="2732403294" sldId="298"/>
            <ac:spMk id="5" creationId="{3C74C590-9381-404A-832D-12E5B6A10CF2}"/>
          </ac:spMkLst>
        </pc:spChg>
      </pc:sldChg>
      <pc:sldChg chg="addSp delSp modSp add mod delAnim modAnim modNotesTx">
        <pc:chgData name="Davis, James C" userId="84778d94-b1cc-4a48-87ce-749e1d7d6e72" providerId="ADAL" clId="{F34A572B-B339-3E4C-9E1D-418C02B7A68D}" dt="2021-01-21T21:04:25.504" v="4582" actId="20577"/>
        <pc:sldMkLst>
          <pc:docMk/>
          <pc:sldMk cId="3573893736" sldId="299"/>
        </pc:sldMkLst>
        <pc:spChg chg="add del mod">
          <ac:chgData name="Davis, James C" userId="84778d94-b1cc-4a48-87ce-749e1d7d6e72" providerId="ADAL" clId="{F34A572B-B339-3E4C-9E1D-418C02B7A68D}" dt="2021-01-21T20:08:20.817" v="682" actId="478"/>
          <ac:spMkLst>
            <pc:docMk/>
            <pc:sldMk cId="3573893736" sldId="299"/>
            <ac:spMk id="3" creationId="{59F41FB5-43AD-7B40-B892-399D35437FEE}"/>
          </ac:spMkLst>
        </pc:spChg>
        <pc:spChg chg="add mod">
          <ac:chgData name="Davis, James C" userId="84778d94-b1cc-4a48-87ce-749e1d7d6e72" providerId="ADAL" clId="{F34A572B-B339-3E4C-9E1D-418C02B7A68D}" dt="2021-01-21T20:27:07.437" v="1431" actId="1076"/>
          <ac:spMkLst>
            <pc:docMk/>
            <pc:sldMk cId="3573893736" sldId="299"/>
            <ac:spMk id="4" creationId="{8FD4F5EE-F04A-EB4E-B34A-0BA411347C64}"/>
          </ac:spMkLst>
        </pc:spChg>
        <pc:spChg chg="mod">
          <ac:chgData name="Davis, James C" userId="84778d94-b1cc-4a48-87ce-749e1d7d6e72" providerId="ADAL" clId="{F34A572B-B339-3E4C-9E1D-418C02B7A68D}" dt="2021-01-21T20:33:47.308" v="1628" actId="1076"/>
          <ac:spMkLst>
            <pc:docMk/>
            <pc:sldMk cId="3573893736" sldId="299"/>
            <ac:spMk id="5" creationId="{4C0C250F-9E35-9B45-82CF-3AC64D04E9FE}"/>
          </ac:spMkLst>
        </pc:spChg>
        <pc:spChg chg="mod">
          <ac:chgData name="Davis, James C" userId="84778d94-b1cc-4a48-87ce-749e1d7d6e72" providerId="ADAL" clId="{F34A572B-B339-3E4C-9E1D-418C02B7A68D}" dt="2021-01-21T20:33:50.581" v="1631" actId="1076"/>
          <ac:spMkLst>
            <pc:docMk/>
            <pc:sldMk cId="3573893736" sldId="299"/>
            <ac:spMk id="6" creationId="{B49D1232-3C24-CE45-AA7E-CC23016683CC}"/>
          </ac:spMkLst>
        </pc:spChg>
        <pc:spChg chg="mod">
          <ac:chgData name="Davis, James C" userId="84778d94-b1cc-4a48-87ce-749e1d7d6e72" providerId="ADAL" clId="{F34A572B-B339-3E4C-9E1D-418C02B7A68D}" dt="2021-01-21T20:07:50.209" v="616" actId="20577"/>
          <ac:spMkLst>
            <pc:docMk/>
            <pc:sldMk cId="3573893736" sldId="299"/>
            <ac:spMk id="7" creationId="{F8AE1030-6CA8-D94F-AEA2-FCE11A49B43C}"/>
          </ac:spMkLst>
        </pc:spChg>
        <pc:spChg chg="del">
          <ac:chgData name="Davis, James C" userId="84778d94-b1cc-4a48-87ce-749e1d7d6e72" providerId="ADAL" clId="{F34A572B-B339-3E4C-9E1D-418C02B7A68D}" dt="2021-01-21T20:07:42.726" v="587" actId="478"/>
          <ac:spMkLst>
            <pc:docMk/>
            <pc:sldMk cId="3573893736" sldId="299"/>
            <ac:spMk id="8" creationId="{FF45325E-7143-2D4E-8C98-B33B651D7675}"/>
          </ac:spMkLst>
        </pc:spChg>
        <pc:spChg chg="add mod">
          <ac:chgData name="Davis, James C" userId="84778d94-b1cc-4a48-87ce-749e1d7d6e72" providerId="ADAL" clId="{F34A572B-B339-3E4C-9E1D-418C02B7A68D}" dt="2021-01-21T20:27:03.792" v="1430" actId="1076"/>
          <ac:spMkLst>
            <pc:docMk/>
            <pc:sldMk cId="3573893736" sldId="299"/>
            <ac:spMk id="11" creationId="{D801CF41-C5DE-DD4F-98C4-1345E1059F60}"/>
          </ac:spMkLst>
        </pc:spChg>
        <pc:spChg chg="add mod">
          <ac:chgData name="Davis, James C" userId="84778d94-b1cc-4a48-87ce-749e1d7d6e72" providerId="ADAL" clId="{F34A572B-B339-3E4C-9E1D-418C02B7A68D}" dt="2021-01-21T20:33:26.070" v="1622" actId="20577"/>
          <ac:spMkLst>
            <pc:docMk/>
            <pc:sldMk cId="3573893736" sldId="299"/>
            <ac:spMk id="13" creationId="{9A0352EF-D7CF-B04C-BD23-6E8709A334CB}"/>
          </ac:spMkLst>
        </pc:spChg>
        <pc:spChg chg="add mod">
          <ac:chgData name="Davis, James C" userId="84778d94-b1cc-4a48-87ce-749e1d7d6e72" providerId="ADAL" clId="{F34A572B-B339-3E4C-9E1D-418C02B7A68D}" dt="2021-01-21T20:33:58.193" v="1633" actId="1076"/>
          <ac:spMkLst>
            <pc:docMk/>
            <pc:sldMk cId="3573893736" sldId="299"/>
            <ac:spMk id="14" creationId="{54AB5443-D029-0449-8EE4-89225FAF7931}"/>
          </ac:spMkLst>
        </pc:spChg>
        <pc:spChg chg="add mod">
          <ac:chgData name="Davis, James C" userId="84778d94-b1cc-4a48-87ce-749e1d7d6e72" providerId="ADAL" clId="{F34A572B-B339-3E4C-9E1D-418C02B7A68D}" dt="2021-01-21T20:33:55.515" v="1632" actId="1076"/>
          <ac:spMkLst>
            <pc:docMk/>
            <pc:sldMk cId="3573893736" sldId="299"/>
            <ac:spMk id="15" creationId="{D4CABFA9-F774-1143-A147-56BF04BD874A}"/>
          </ac:spMkLst>
        </pc:spChg>
        <pc:spChg chg="add del mod">
          <ac:chgData name="Davis, James C" userId="84778d94-b1cc-4a48-87ce-749e1d7d6e72" providerId="ADAL" clId="{F34A572B-B339-3E4C-9E1D-418C02B7A68D}" dt="2021-01-21T20:29:18.138" v="1478" actId="478"/>
          <ac:spMkLst>
            <pc:docMk/>
            <pc:sldMk cId="3573893736" sldId="299"/>
            <ac:spMk id="16" creationId="{7BBEBE15-246C-C147-B754-3D018E9385F3}"/>
          </ac:spMkLst>
        </pc:spChg>
        <pc:spChg chg="add mod">
          <ac:chgData name="Davis, James C" userId="84778d94-b1cc-4a48-87ce-749e1d7d6e72" providerId="ADAL" clId="{F34A572B-B339-3E4C-9E1D-418C02B7A68D}" dt="2021-01-21T20:33:45.536" v="1626" actId="1076"/>
          <ac:spMkLst>
            <pc:docMk/>
            <pc:sldMk cId="3573893736" sldId="299"/>
            <ac:spMk id="17" creationId="{3C501A54-14C8-C04D-878B-282A5EC31EBE}"/>
          </ac:spMkLst>
        </pc:spChg>
        <pc:spChg chg="add mod">
          <ac:chgData name="Davis, James C" userId="84778d94-b1cc-4a48-87ce-749e1d7d6e72" providerId="ADAL" clId="{F34A572B-B339-3E4C-9E1D-418C02B7A68D}" dt="2021-01-21T20:33:22.653" v="1617" actId="1076"/>
          <ac:spMkLst>
            <pc:docMk/>
            <pc:sldMk cId="3573893736" sldId="299"/>
            <ac:spMk id="42" creationId="{7A9B5841-4EE3-FB48-A4CF-F77F3266FD0B}"/>
          </ac:spMkLst>
        </pc:spChg>
        <pc:picChg chg="add mod">
          <ac:chgData name="Davis, James C" userId="84778d94-b1cc-4a48-87ce-749e1d7d6e72" providerId="ADAL" clId="{F34A572B-B339-3E4C-9E1D-418C02B7A68D}" dt="2021-01-21T20:27:00.753" v="1429" actId="1076"/>
          <ac:picMkLst>
            <pc:docMk/>
            <pc:sldMk cId="3573893736" sldId="299"/>
            <ac:picMk id="9" creationId="{9DC75E40-8529-A448-BD4B-91510E4F9349}"/>
          </ac:picMkLst>
        </pc:picChg>
        <pc:picChg chg="add mod">
          <ac:chgData name="Davis, James C" userId="84778d94-b1cc-4a48-87ce-749e1d7d6e72" providerId="ADAL" clId="{F34A572B-B339-3E4C-9E1D-418C02B7A68D}" dt="2021-01-21T20:26:59.876" v="1428" actId="1076"/>
          <ac:picMkLst>
            <pc:docMk/>
            <pc:sldMk cId="3573893736" sldId="299"/>
            <ac:picMk id="10" creationId="{02A52D53-99BB-6C4F-95DE-36E6BDE77890}"/>
          </ac:picMkLst>
        </pc:picChg>
        <pc:picChg chg="add mod">
          <ac:chgData name="Davis, James C" userId="84778d94-b1cc-4a48-87ce-749e1d7d6e72" providerId="ADAL" clId="{F34A572B-B339-3E4C-9E1D-418C02B7A68D}" dt="2021-01-21T20:30:29.771" v="1534" actId="14100"/>
          <ac:picMkLst>
            <pc:docMk/>
            <pc:sldMk cId="3573893736" sldId="299"/>
            <ac:picMk id="12" creationId="{F16EB0CF-AF7A-C54C-ADE7-26C777ACECFC}"/>
          </ac:picMkLst>
        </pc:picChg>
        <pc:cxnChg chg="add mod">
          <ac:chgData name="Davis, James C" userId="84778d94-b1cc-4a48-87ce-749e1d7d6e72" providerId="ADAL" clId="{F34A572B-B339-3E4C-9E1D-418C02B7A68D}" dt="2021-01-21T20:33:58.193" v="1633" actId="1076"/>
          <ac:cxnSpMkLst>
            <pc:docMk/>
            <pc:sldMk cId="3573893736" sldId="299"/>
            <ac:cxnSpMk id="19" creationId="{BB894F67-4029-C14F-8379-C7849388A316}"/>
          </ac:cxnSpMkLst>
        </pc:cxnChg>
        <pc:cxnChg chg="add mod">
          <ac:chgData name="Davis, James C" userId="84778d94-b1cc-4a48-87ce-749e1d7d6e72" providerId="ADAL" clId="{F34A572B-B339-3E4C-9E1D-418C02B7A68D}" dt="2021-01-21T20:33:55.515" v="1632" actId="1076"/>
          <ac:cxnSpMkLst>
            <pc:docMk/>
            <pc:sldMk cId="3573893736" sldId="299"/>
            <ac:cxnSpMk id="20" creationId="{5B30C99D-5E9C-3443-90F5-1A40DCFD3171}"/>
          </ac:cxnSpMkLst>
        </pc:cxnChg>
        <pc:cxnChg chg="add mod">
          <ac:chgData name="Davis, James C" userId="84778d94-b1cc-4a48-87ce-749e1d7d6e72" providerId="ADAL" clId="{F34A572B-B339-3E4C-9E1D-418C02B7A68D}" dt="2021-01-21T20:33:45.536" v="1626" actId="1076"/>
          <ac:cxnSpMkLst>
            <pc:docMk/>
            <pc:sldMk cId="3573893736" sldId="299"/>
            <ac:cxnSpMk id="23" creationId="{686A1235-F5F0-D34F-90C1-18D9EC37EA8B}"/>
          </ac:cxnSpMkLst>
        </pc:cxnChg>
        <pc:cxnChg chg="add mod">
          <ac:chgData name="Davis, James C" userId="84778d94-b1cc-4a48-87ce-749e1d7d6e72" providerId="ADAL" clId="{F34A572B-B339-3E4C-9E1D-418C02B7A68D}" dt="2021-01-21T20:33:22.653" v="1617" actId="1076"/>
          <ac:cxnSpMkLst>
            <pc:docMk/>
            <pc:sldMk cId="3573893736" sldId="299"/>
            <ac:cxnSpMk id="47" creationId="{8557AB6D-FA2E-9D40-A3FE-DD2F1DA27951}"/>
          </ac:cxnSpMkLst>
        </pc:cxnChg>
      </pc:sldChg>
      <pc:sldChg chg="modSp add mod">
        <pc:chgData name="Davis, James C" userId="84778d94-b1cc-4a48-87ce-749e1d7d6e72" providerId="ADAL" clId="{F34A572B-B339-3E4C-9E1D-418C02B7A68D}" dt="2021-01-21T20:08:16.634" v="681" actId="27636"/>
        <pc:sldMkLst>
          <pc:docMk/>
          <pc:sldMk cId="978654332" sldId="300"/>
        </pc:sldMkLst>
        <pc:spChg chg="mod">
          <ac:chgData name="Davis, James C" userId="84778d94-b1cc-4a48-87ce-749e1d7d6e72" providerId="ADAL" clId="{F34A572B-B339-3E4C-9E1D-418C02B7A68D}" dt="2021-01-21T20:08:16.634" v="681" actId="27636"/>
          <ac:spMkLst>
            <pc:docMk/>
            <pc:sldMk cId="978654332" sldId="300"/>
            <ac:spMk id="2" creationId="{246150C2-24AA-9E43-A463-B984D7666A5B}"/>
          </ac:spMkLst>
        </pc:spChg>
      </pc:sldChg>
      <pc:sldChg chg="modSp add del mod">
        <pc:chgData name="Davis, James C" userId="84778d94-b1cc-4a48-87ce-749e1d7d6e72" providerId="ADAL" clId="{F34A572B-B339-3E4C-9E1D-418C02B7A68D}" dt="2021-01-21T20:45:37.087" v="2631" actId="2696"/>
        <pc:sldMkLst>
          <pc:docMk/>
          <pc:sldMk cId="1726119903" sldId="301"/>
        </pc:sldMkLst>
        <pc:spChg chg="mod">
          <ac:chgData name="Davis, James C" userId="84778d94-b1cc-4a48-87ce-749e1d7d6e72" providerId="ADAL" clId="{F34A572B-B339-3E4C-9E1D-418C02B7A68D}" dt="2021-01-21T20:42:55.797" v="2590" actId="20577"/>
          <ac:spMkLst>
            <pc:docMk/>
            <pc:sldMk cId="1726119903" sldId="301"/>
            <ac:spMk id="2" creationId="{246150C2-24AA-9E43-A463-B984D7666A5B}"/>
          </ac:spMkLst>
        </pc:spChg>
      </pc:sldChg>
      <pc:sldChg chg="addSp delSp modSp new mod modClrScheme addAnim delAnim modAnim chgLayout modNotesTx">
        <pc:chgData name="Davis, James C" userId="84778d94-b1cc-4a48-87ce-749e1d7d6e72" providerId="ADAL" clId="{F34A572B-B339-3E4C-9E1D-418C02B7A68D}" dt="2021-01-22T19:14:11.139" v="10260"/>
        <pc:sldMkLst>
          <pc:docMk/>
          <pc:sldMk cId="3308660173" sldId="301"/>
        </pc:sldMkLst>
        <pc:spChg chg="del">
          <ac:chgData name="Davis, James C" userId="84778d94-b1cc-4a48-87ce-749e1d7d6e72" providerId="ADAL" clId="{F34A572B-B339-3E4C-9E1D-418C02B7A68D}" dt="2021-01-21T20:45:50.340" v="2636" actId="478"/>
          <ac:spMkLst>
            <pc:docMk/>
            <pc:sldMk cId="3308660173" sldId="301"/>
            <ac:spMk id="2" creationId="{8FDF7C44-9EA9-444C-A58C-4C61296EAA2A}"/>
          </ac:spMkLst>
        </pc:spChg>
        <pc:spChg chg="mod ord">
          <ac:chgData name="Davis, James C" userId="84778d94-b1cc-4a48-87ce-749e1d7d6e72" providerId="ADAL" clId="{F34A572B-B339-3E4C-9E1D-418C02B7A68D}" dt="2021-01-21T20:47:06.220" v="2650" actId="700"/>
          <ac:spMkLst>
            <pc:docMk/>
            <pc:sldMk cId="3308660173" sldId="301"/>
            <ac:spMk id="3" creationId="{5CAFCD66-D36F-B84D-8950-5F265B485791}"/>
          </ac:spMkLst>
        </pc:spChg>
        <pc:spChg chg="mod ord">
          <ac:chgData name="Davis, James C" userId="84778d94-b1cc-4a48-87ce-749e1d7d6e72" providerId="ADAL" clId="{F34A572B-B339-3E4C-9E1D-418C02B7A68D}" dt="2021-01-21T20:47:06.220" v="2650" actId="700"/>
          <ac:spMkLst>
            <pc:docMk/>
            <pc:sldMk cId="3308660173" sldId="301"/>
            <ac:spMk id="4" creationId="{BBFB514B-DFAE-4740-9B50-AD9466695628}"/>
          </ac:spMkLst>
        </pc:spChg>
        <pc:spChg chg="add mod ord">
          <ac:chgData name="Davis, James C" userId="84778d94-b1cc-4a48-87ce-749e1d7d6e72" providerId="ADAL" clId="{F34A572B-B339-3E4C-9E1D-418C02B7A68D}" dt="2021-01-21T21:06:43.030" v="4712" actId="20577"/>
          <ac:spMkLst>
            <pc:docMk/>
            <pc:sldMk cId="3308660173" sldId="301"/>
            <ac:spMk id="7" creationId="{4454FDAE-F0B9-7B40-981E-93AE6D19CEDE}"/>
          </ac:spMkLst>
        </pc:spChg>
        <pc:spChg chg="add del mod ord">
          <ac:chgData name="Davis, James C" userId="84778d94-b1cc-4a48-87ce-749e1d7d6e72" providerId="ADAL" clId="{F34A572B-B339-3E4C-9E1D-418C02B7A68D}" dt="2021-01-21T20:47:08.509" v="2652" actId="478"/>
          <ac:spMkLst>
            <pc:docMk/>
            <pc:sldMk cId="3308660173" sldId="301"/>
            <ac:spMk id="8" creationId="{0E0C66E8-7D65-6642-94D0-9F1F091DD91D}"/>
          </ac:spMkLst>
        </pc:spChg>
        <pc:spChg chg="add mod">
          <ac:chgData name="Davis, James C" userId="84778d94-b1cc-4a48-87ce-749e1d7d6e72" providerId="ADAL" clId="{F34A572B-B339-3E4C-9E1D-418C02B7A68D}" dt="2021-01-21T20:51:09.838" v="2847" actId="1076"/>
          <ac:spMkLst>
            <pc:docMk/>
            <pc:sldMk cId="3308660173" sldId="301"/>
            <ac:spMk id="9" creationId="{927402F7-3FC9-F546-80B7-9C235EE76B76}"/>
          </ac:spMkLst>
        </pc:spChg>
        <pc:spChg chg="add mod">
          <ac:chgData name="Davis, James C" userId="84778d94-b1cc-4a48-87ce-749e1d7d6e72" providerId="ADAL" clId="{F34A572B-B339-3E4C-9E1D-418C02B7A68D}" dt="2021-01-21T20:51:09.838" v="2847" actId="1076"/>
          <ac:spMkLst>
            <pc:docMk/>
            <pc:sldMk cId="3308660173" sldId="301"/>
            <ac:spMk id="10" creationId="{4AA64137-F30E-264C-9BA9-AA4606983738}"/>
          </ac:spMkLst>
        </pc:spChg>
        <pc:spChg chg="add mod">
          <ac:chgData name="Davis, James C" userId="84778d94-b1cc-4a48-87ce-749e1d7d6e72" providerId="ADAL" clId="{F34A572B-B339-3E4C-9E1D-418C02B7A68D}" dt="2021-01-21T20:51:09.838" v="2847" actId="1076"/>
          <ac:spMkLst>
            <pc:docMk/>
            <pc:sldMk cId="3308660173" sldId="301"/>
            <ac:spMk id="11" creationId="{D941F19F-845A-334C-BD8B-11AF4BF32831}"/>
          </ac:spMkLst>
        </pc:spChg>
        <pc:spChg chg="add mod">
          <ac:chgData name="Davis, James C" userId="84778d94-b1cc-4a48-87ce-749e1d7d6e72" providerId="ADAL" clId="{F34A572B-B339-3E4C-9E1D-418C02B7A68D}" dt="2021-01-21T20:51:09.838" v="2847" actId="1076"/>
          <ac:spMkLst>
            <pc:docMk/>
            <pc:sldMk cId="3308660173" sldId="301"/>
            <ac:spMk id="12" creationId="{7B995F1B-61AA-E34A-AFFA-92D509EA6F8B}"/>
          </ac:spMkLst>
        </pc:spChg>
        <pc:spChg chg="add del mod">
          <ac:chgData name="Davis, James C" userId="84778d94-b1cc-4a48-87ce-749e1d7d6e72" providerId="ADAL" clId="{F34A572B-B339-3E4C-9E1D-418C02B7A68D}" dt="2021-01-22T19:12:36.153" v="10146" actId="21"/>
          <ac:spMkLst>
            <pc:docMk/>
            <pc:sldMk cId="3308660173" sldId="301"/>
            <ac:spMk id="31" creationId="{5ACDD100-B638-9943-BC95-723A1B8B45AB}"/>
          </ac:spMkLst>
        </pc:spChg>
        <pc:spChg chg="add del mod">
          <ac:chgData name="Davis, James C" userId="84778d94-b1cc-4a48-87ce-749e1d7d6e72" providerId="ADAL" clId="{F34A572B-B339-3E4C-9E1D-418C02B7A68D}" dt="2021-01-22T19:14:02.448" v="10259" actId="1076"/>
          <ac:spMkLst>
            <pc:docMk/>
            <pc:sldMk cId="3308660173" sldId="301"/>
            <ac:spMk id="32" creationId="{102700E1-C03A-A24F-8EB3-A44FAFC0F14E}"/>
          </ac:spMkLst>
        </pc:spChg>
        <pc:spChg chg="add del mod">
          <ac:chgData name="Davis, James C" userId="84778d94-b1cc-4a48-87ce-749e1d7d6e72" providerId="ADAL" clId="{F34A572B-B339-3E4C-9E1D-418C02B7A68D}" dt="2021-01-21T21:06:24.869" v="4693" actId="478"/>
          <ac:spMkLst>
            <pc:docMk/>
            <pc:sldMk cId="3308660173" sldId="301"/>
            <ac:spMk id="33" creationId="{0D242CE8-CA4F-F44D-8003-D915B485E5F5}"/>
          </ac:spMkLst>
        </pc:spChg>
        <pc:spChg chg="add mod">
          <ac:chgData name="Davis, James C" userId="84778d94-b1cc-4a48-87ce-749e1d7d6e72" providerId="ADAL" clId="{F34A572B-B339-3E4C-9E1D-418C02B7A68D}" dt="2021-01-21T21:08:05.463" v="4821" actId="1076"/>
          <ac:spMkLst>
            <pc:docMk/>
            <pc:sldMk cId="3308660173" sldId="301"/>
            <ac:spMk id="34" creationId="{F8AFB0C0-B300-B248-BAC2-8A7FA55D29F5}"/>
          </ac:spMkLst>
        </pc:spChg>
        <pc:spChg chg="add mod">
          <ac:chgData name="Davis, James C" userId="84778d94-b1cc-4a48-87ce-749e1d7d6e72" providerId="ADAL" clId="{F34A572B-B339-3E4C-9E1D-418C02B7A68D}" dt="2021-01-21T21:08:12.123" v="4831" actId="114"/>
          <ac:spMkLst>
            <pc:docMk/>
            <pc:sldMk cId="3308660173" sldId="301"/>
            <ac:spMk id="35" creationId="{84A5DA6C-EF6D-7840-B277-240B4B9C311F}"/>
          </ac:spMkLst>
        </pc:spChg>
        <pc:picChg chg="add del mod">
          <ac:chgData name="Davis, James C" userId="84778d94-b1cc-4a48-87ce-749e1d7d6e72" providerId="ADAL" clId="{F34A572B-B339-3E4C-9E1D-418C02B7A68D}" dt="2021-01-21T21:05:53.512" v="4641" actId="478"/>
          <ac:picMkLst>
            <pc:docMk/>
            <pc:sldMk cId="3308660173" sldId="301"/>
            <ac:picMk id="5" creationId="{61C3B5D6-CCA4-A14A-A37F-D0BB3CD892E0}"/>
          </ac:picMkLst>
        </pc:picChg>
        <pc:picChg chg="add del mod">
          <ac:chgData name="Davis, James C" userId="84778d94-b1cc-4a48-87ce-749e1d7d6e72" providerId="ADAL" clId="{F34A572B-B339-3E4C-9E1D-418C02B7A68D}" dt="2021-01-21T21:11:10.577" v="4918" actId="21"/>
          <ac:picMkLst>
            <pc:docMk/>
            <pc:sldMk cId="3308660173" sldId="301"/>
            <ac:picMk id="6" creationId="{2C93872F-020D-FD43-AC67-95AD3A4F5D33}"/>
          </ac:picMkLst>
        </pc:picChg>
        <pc:picChg chg="add del mod">
          <ac:chgData name="Davis, James C" userId="84778d94-b1cc-4a48-87ce-749e1d7d6e72" providerId="ADAL" clId="{F34A572B-B339-3E4C-9E1D-418C02B7A68D}" dt="2021-01-21T21:01:23.165" v="4184" actId="478"/>
          <ac:picMkLst>
            <pc:docMk/>
            <pc:sldMk cId="3308660173" sldId="301"/>
            <ac:picMk id="27" creationId="{BD1D1F07-BEAB-EB41-B9B1-0CEBC440BED1}"/>
          </ac:picMkLst>
        </pc:picChg>
        <pc:picChg chg="add del mod">
          <ac:chgData name="Davis, James C" userId="84778d94-b1cc-4a48-87ce-749e1d7d6e72" providerId="ADAL" clId="{F34A572B-B339-3E4C-9E1D-418C02B7A68D}" dt="2021-01-21T21:08:49.929" v="4836" actId="478"/>
          <ac:picMkLst>
            <pc:docMk/>
            <pc:sldMk cId="3308660173" sldId="301"/>
            <ac:picMk id="28" creationId="{9923D352-53B4-8549-B2DA-BD494D9E5B40}"/>
          </ac:picMkLst>
        </pc:picChg>
        <pc:cxnChg chg="add del mod">
          <ac:chgData name="Davis, James C" userId="84778d94-b1cc-4a48-87ce-749e1d7d6e72" providerId="ADAL" clId="{F34A572B-B339-3E4C-9E1D-418C02B7A68D}" dt="2021-01-22T19:13:32.950" v="10194" actId="478"/>
          <ac:cxnSpMkLst>
            <pc:docMk/>
            <pc:sldMk cId="3308660173" sldId="301"/>
            <ac:cxnSpMk id="14" creationId="{2E8CC548-120E-9546-BE4E-4247D03D33F9}"/>
          </ac:cxnSpMkLst>
        </pc:cxnChg>
        <pc:cxnChg chg="add del mod">
          <ac:chgData name="Davis, James C" userId="84778d94-b1cc-4a48-87ce-749e1d7d6e72" providerId="ADAL" clId="{F34A572B-B339-3E4C-9E1D-418C02B7A68D}" dt="2021-01-22T19:13:32.506" v="10193" actId="478"/>
          <ac:cxnSpMkLst>
            <pc:docMk/>
            <pc:sldMk cId="3308660173" sldId="301"/>
            <ac:cxnSpMk id="15" creationId="{A6166F8E-4B6D-2E4D-9FB5-85E53A6AB403}"/>
          </ac:cxnSpMkLst>
        </pc:cxnChg>
        <pc:cxnChg chg="add del mod">
          <ac:chgData name="Davis, James C" userId="84778d94-b1cc-4a48-87ce-749e1d7d6e72" providerId="ADAL" clId="{F34A572B-B339-3E4C-9E1D-418C02B7A68D}" dt="2021-01-22T19:13:32.203" v="10192" actId="478"/>
          <ac:cxnSpMkLst>
            <pc:docMk/>
            <pc:sldMk cId="3308660173" sldId="301"/>
            <ac:cxnSpMk id="18" creationId="{AD0D10DE-ACC8-9241-88B4-E89D8BE7DC31}"/>
          </ac:cxnSpMkLst>
        </pc:cxnChg>
        <pc:cxnChg chg="add del">
          <ac:chgData name="Davis, James C" userId="84778d94-b1cc-4a48-87ce-749e1d7d6e72" providerId="ADAL" clId="{F34A572B-B339-3E4C-9E1D-418C02B7A68D}" dt="2021-01-22T19:12:36.153" v="10146" actId="21"/>
          <ac:cxnSpMkLst>
            <pc:docMk/>
            <pc:sldMk cId="3308660173" sldId="301"/>
            <ac:cxnSpMk id="30" creationId="{5C1FD93C-04F7-634C-9918-CAB7985F8F58}"/>
          </ac:cxnSpMkLst>
        </pc:cxnChg>
      </pc:sldChg>
      <pc:sldChg chg="addSp delSp modSp new mod modClrScheme modAnim chgLayout modNotesTx">
        <pc:chgData name="Davis, James C" userId="84778d94-b1cc-4a48-87ce-749e1d7d6e72" providerId="ADAL" clId="{F34A572B-B339-3E4C-9E1D-418C02B7A68D}" dt="2021-01-22T19:13:36.223" v="10196" actId="14100"/>
        <pc:sldMkLst>
          <pc:docMk/>
          <pc:sldMk cId="3581092609" sldId="302"/>
        </pc:sldMkLst>
        <pc:spChg chg="del">
          <ac:chgData name="Davis, James C" userId="84778d94-b1cc-4a48-87ce-749e1d7d6e72" providerId="ADAL" clId="{F34A572B-B339-3E4C-9E1D-418C02B7A68D}" dt="2021-01-21T21:09:41.956" v="4879" actId="478"/>
          <ac:spMkLst>
            <pc:docMk/>
            <pc:sldMk cId="3581092609" sldId="302"/>
            <ac:spMk id="2" creationId="{ACE09BA8-E549-4B42-8886-643B1F234481}"/>
          </ac:spMkLst>
        </pc:spChg>
        <pc:spChg chg="del">
          <ac:chgData name="Davis, James C" userId="84778d94-b1cc-4a48-87ce-749e1d7d6e72" providerId="ADAL" clId="{F34A572B-B339-3E4C-9E1D-418C02B7A68D}" dt="2021-01-21T21:09:51.627" v="4886" actId="478"/>
          <ac:spMkLst>
            <pc:docMk/>
            <pc:sldMk cId="3581092609" sldId="302"/>
            <ac:spMk id="3" creationId="{34268E20-53A4-D742-9797-4996A2126BC1}"/>
          </ac:spMkLst>
        </pc:spChg>
        <pc:spChg chg="del mod ord">
          <ac:chgData name="Davis, James C" userId="84778d94-b1cc-4a48-87ce-749e1d7d6e72" providerId="ADAL" clId="{F34A572B-B339-3E4C-9E1D-418C02B7A68D}" dt="2021-01-21T21:09:54.593" v="4887" actId="700"/>
          <ac:spMkLst>
            <pc:docMk/>
            <pc:sldMk cId="3581092609" sldId="302"/>
            <ac:spMk id="4" creationId="{64AFD2EA-B542-6B48-8CCB-10B29728F89C}"/>
          </ac:spMkLst>
        </pc:spChg>
        <pc:spChg chg="mod ord">
          <ac:chgData name="Davis, James C" userId="84778d94-b1cc-4a48-87ce-749e1d7d6e72" providerId="ADAL" clId="{F34A572B-B339-3E4C-9E1D-418C02B7A68D}" dt="2021-01-21T21:09:54.593" v="4887" actId="700"/>
          <ac:spMkLst>
            <pc:docMk/>
            <pc:sldMk cId="3581092609" sldId="302"/>
            <ac:spMk id="5" creationId="{BB2D2670-234F-2B4A-AD50-14B71772D7FC}"/>
          </ac:spMkLst>
        </pc:spChg>
        <pc:spChg chg="mod ord">
          <ac:chgData name="Davis, James C" userId="84778d94-b1cc-4a48-87ce-749e1d7d6e72" providerId="ADAL" clId="{F34A572B-B339-3E4C-9E1D-418C02B7A68D}" dt="2021-01-21T21:09:54.593" v="4887" actId="700"/>
          <ac:spMkLst>
            <pc:docMk/>
            <pc:sldMk cId="3581092609" sldId="302"/>
            <ac:spMk id="6" creationId="{30E2B7AA-D8ED-3E44-B72A-194A8BC3C4A4}"/>
          </ac:spMkLst>
        </pc:spChg>
        <pc:spChg chg="add mod ord">
          <ac:chgData name="Davis, James C" userId="84778d94-b1cc-4a48-87ce-749e1d7d6e72" providerId="ADAL" clId="{F34A572B-B339-3E4C-9E1D-418C02B7A68D}" dt="2021-01-21T21:11:14.163" v="4934" actId="20577"/>
          <ac:spMkLst>
            <pc:docMk/>
            <pc:sldMk cId="3581092609" sldId="302"/>
            <ac:spMk id="8" creationId="{B2D36616-ADC8-D242-A184-AF02CA243EBA}"/>
          </ac:spMkLst>
        </pc:spChg>
        <pc:spChg chg="add del mod ord">
          <ac:chgData name="Davis, James C" userId="84778d94-b1cc-4a48-87ce-749e1d7d6e72" providerId="ADAL" clId="{F34A572B-B339-3E4C-9E1D-418C02B7A68D}" dt="2021-01-21T21:09:55.517" v="4889" actId="478"/>
          <ac:spMkLst>
            <pc:docMk/>
            <pc:sldMk cId="3581092609" sldId="302"/>
            <ac:spMk id="9" creationId="{1C81D7F1-A832-A74C-AEAD-A4B572B6F791}"/>
          </ac:spMkLst>
        </pc:spChg>
        <pc:spChg chg="add mod">
          <ac:chgData name="Davis, James C" userId="84778d94-b1cc-4a48-87ce-749e1d7d6e72" providerId="ADAL" clId="{F34A572B-B339-3E4C-9E1D-418C02B7A68D}" dt="2021-01-22T19:12:59.243" v="10184" actId="20577"/>
          <ac:spMkLst>
            <pc:docMk/>
            <pc:sldMk cId="3581092609" sldId="302"/>
            <ac:spMk id="10" creationId="{0D534F44-A800-C34E-93A5-1B1454FED884}"/>
          </ac:spMkLst>
        </pc:spChg>
        <pc:spChg chg="add mod">
          <ac:chgData name="Davis, James C" userId="84778d94-b1cc-4a48-87ce-749e1d7d6e72" providerId="ADAL" clId="{F34A572B-B339-3E4C-9E1D-418C02B7A68D}" dt="2021-01-21T21:12:04.788" v="4969" actId="1076"/>
          <ac:spMkLst>
            <pc:docMk/>
            <pc:sldMk cId="3581092609" sldId="302"/>
            <ac:spMk id="12" creationId="{41B0027B-4F2F-FB40-BFC1-613BBFAA0CA2}"/>
          </ac:spMkLst>
        </pc:spChg>
        <pc:picChg chg="add mod">
          <ac:chgData name="Davis, James C" userId="84778d94-b1cc-4a48-87ce-749e1d7d6e72" providerId="ADAL" clId="{F34A572B-B339-3E4C-9E1D-418C02B7A68D}" dt="2021-01-22T19:12:39.295" v="10149" actId="1076"/>
          <ac:picMkLst>
            <pc:docMk/>
            <pc:sldMk cId="3581092609" sldId="302"/>
            <ac:picMk id="7" creationId="{C513316A-5A6D-0047-82E6-65AE235E893C}"/>
          </ac:picMkLst>
        </pc:picChg>
        <pc:picChg chg="add del mod">
          <ac:chgData name="Davis, James C" userId="84778d94-b1cc-4a48-87ce-749e1d7d6e72" providerId="ADAL" clId="{F34A572B-B339-3E4C-9E1D-418C02B7A68D}" dt="2021-01-21T21:11:04.499" v="4913" actId="478"/>
          <ac:picMkLst>
            <pc:docMk/>
            <pc:sldMk cId="3581092609" sldId="302"/>
            <ac:picMk id="10" creationId="{BFC0BE85-C76A-B44B-BA24-B9D42A36C1D2}"/>
          </ac:picMkLst>
        </pc:picChg>
        <pc:picChg chg="add mod">
          <ac:chgData name="Davis, James C" userId="84778d94-b1cc-4a48-87ce-749e1d7d6e72" providerId="ADAL" clId="{F34A572B-B339-3E4C-9E1D-418C02B7A68D}" dt="2021-01-21T21:11:11.675" v="4919"/>
          <ac:picMkLst>
            <pc:docMk/>
            <pc:sldMk cId="3581092609" sldId="302"/>
            <ac:picMk id="11" creationId="{DAD39956-4A1D-6747-BC0D-B8227385F159}"/>
          </ac:picMkLst>
        </pc:picChg>
        <pc:cxnChg chg="add mod">
          <ac:chgData name="Davis, James C" userId="84778d94-b1cc-4a48-87ce-749e1d7d6e72" providerId="ADAL" clId="{F34A572B-B339-3E4C-9E1D-418C02B7A68D}" dt="2021-01-22T19:13:36.223" v="10196" actId="14100"/>
          <ac:cxnSpMkLst>
            <pc:docMk/>
            <pc:sldMk cId="3581092609" sldId="302"/>
            <ac:cxnSpMk id="9" creationId="{3505242A-6FE4-6D4D-AE6E-BC1ABA025E30}"/>
          </ac:cxnSpMkLst>
        </pc:cxnChg>
      </pc:sldChg>
      <pc:sldChg chg="addSp delSp modSp add mod modAnim modNotesTx">
        <pc:chgData name="Davis, James C" userId="84778d94-b1cc-4a48-87ce-749e1d7d6e72" providerId="ADAL" clId="{F34A572B-B339-3E4C-9E1D-418C02B7A68D}" dt="2021-01-21T21:17:21.858" v="6014" actId="20577"/>
        <pc:sldMkLst>
          <pc:docMk/>
          <pc:sldMk cId="1658827965" sldId="303"/>
        </pc:sldMkLst>
        <pc:spChg chg="mod">
          <ac:chgData name="Davis, James C" userId="84778d94-b1cc-4a48-87ce-749e1d7d6e72" providerId="ADAL" clId="{F34A572B-B339-3E4C-9E1D-418C02B7A68D}" dt="2021-01-21T21:11:32.993" v="4960" actId="20577"/>
          <ac:spMkLst>
            <pc:docMk/>
            <pc:sldMk cId="1658827965" sldId="303"/>
            <ac:spMk id="8" creationId="{B2D36616-ADC8-D242-A184-AF02CA243EBA}"/>
          </ac:spMkLst>
        </pc:spChg>
        <pc:spChg chg="add mod">
          <ac:chgData name="Davis, James C" userId="84778d94-b1cc-4a48-87ce-749e1d7d6e72" providerId="ADAL" clId="{F34A572B-B339-3E4C-9E1D-418C02B7A68D}" dt="2021-01-21T21:11:51.751" v="4965" actId="1076"/>
          <ac:spMkLst>
            <pc:docMk/>
            <pc:sldMk cId="1658827965" sldId="303"/>
            <ac:spMk id="10" creationId="{B9FE4DF1-FE23-7043-8DAA-ECDE7C600CFA}"/>
          </ac:spMkLst>
        </pc:spChg>
        <pc:picChg chg="del mod">
          <ac:chgData name="Davis, James C" userId="84778d94-b1cc-4a48-87ce-749e1d7d6e72" providerId="ADAL" clId="{F34A572B-B339-3E4C-9E1D-418C02B7A68D}" dt="2021-01-21T21:11:30.251" v="4948" actId="478"/>
          <ac:picMkLst>
            <pc:docMk/>
            <pc:sldMk cId="1658827965" sldId="303"/>
            <ac:picMk id="7" creationId="{C513316A-5A6D-0047-82E6-65AE235E893C}"/>
          </ac:picMkLst>
        </pc:picChg>
        <pc:picChg chg="add mod">
          <ac:chgData name="Davis, James C" userId="84778d94-b1cc-4a48-87ce-749e1d7d6e72" providerId="ADAL" clId="{F34A572B-B339-3E4C-9E1D-418C02B7A68D}" dt="2021-01-21T21:11:36.438" v="4963" actId="1076"/>
          <ac:picMkLst>
            <pc:docMk/>
            <pc:sldMk cId="1658827965" sldId="303"/>
            <ac:picMk id="9" creationId="{42C5E078-7735-DB4E-AA52-A2AAF05F3C14}"/>
          </ac:picMkLst>
        </pc:picChg>
      </pc:sldChg>
      <pc:sldChg chg="addSp delSp modSp add mod delAnim modNotesTx">
        <pc:chgData name="Davis, James C" userId="84778d94-b1cc-4a48-87ce-749e1d7d6e72" providerId="ADAL" clId="{F34A572B-B339-3E4C-9E1D-418C02B7A68D}" dt="2021-01-22T18:44:42.758" v="7961" actId="20577"/>
        <pc:sldMkLst>
          <pc:docMk/>
          <pc:sldMk cId="3445153605" sldId="304"/>
        </pc:sldMkLst>
        <pc:spChg chg="add mod">
          <ac:chgData name="Davis, James C" userId="84778d94-b1cc-4a48-87ce-749e1d7d6e72" providerId="ADAL" clId="{F34A572B-B339-3E4C-9E1D-418C02B7A68D}" dt="2021-01-21T21:13:34.094" v="5082" actId="113"/>
          <ac:spMkLst>
            <pc:docMk/>
            <pc:sldMk cId="3445153605" sldId="304"/>
            <ac:spMk id="2" creationId="{5CDD277C-3430-7747-AF18-566E866B06F3}"/>
          </ac:spMkLst>
        </pc:spChg>
        <pc:spChg chg="mod">
          <ac:chgData name="Davis, James C" userId="84778d94-b1cc-4a48-87ce-749e1d7d6e72" providerId="ADAL" clId="{F34A572B-B339-3E4C-9E1D-418C02B7A68D}" dt="2021-01-21T21:12:55.381" v="4980" actId="20577"/>
          <ac:spMkLst>
            <pc:docMk/>
            <pc:sldMk cId="3445153605" sldId="304"/>
            <ac:spMk id="8" creationId="{B2D36616-ADC8-D242-A184-AF02CA243EBA}"/>
          </ac:spMkLst>
        </pc:spChg>
        <pc:spChg chg="add mod">
          <ac:chgData name="Davis, James C" userId="84778d94-b1cc-4a48-87ce-749e1d7d6e72" providerId="ADAL" clId="{F34A572B-B339-3E4C-9E1D-418C02B7A68D}" dt="2021-01-21T21:13:47.873" v="5097" actId="1076"/>
          <ac:spMkLst>
            <pc:docMk/>
            <pc:sldMk cId="3445153605" sldId="304"/>
            <ac:spMk id="10" creationId="{051CCDCC-3760-3646-9510-7D4D0BAF50C7}"/>
          </ac:spMkLst>
        </pc:spChg>
        <pc:spChg chg="del">
          <ac:chgData name="Davis, James C" userId="84778d94-b1cc-4a48-87ce-749e1d7d6e72" providerId="ADAL" clId="{F34A572B-B339-3E4C-9E1D-418C02B7A68D}" dt="2021-01-21T21:13:00.841" v="4981" actId="478"/>
          <ac:spMkLst>
            <pc:docMk/>
            <pc:sldMk cId="3445153605" sldId="304"/>
            <ac:spMk id="12" creationId="{41B0027B-4F2F-FB40-BFC1-613BBFAA0CA2}"/>
          </ac:spMkLst>
        </pc:spChg>
        <pc:picChg chg="mod">
          <ac:chgData name="Davis, James C" userId="84778d94-b1cc-4a48-87ce-749e1d7d6e72" providerId="ADAL" clId="{F34A572B-B339-3E4C-9E1D-418C02B7A68D}" dt="2021-01-21T21:13:31.228" v="5071" actId="1076"/>
          <ac:picMkLst>
            <pc:docMk/>
            <pc:sldMk cId="3445153605" sldId="304"/>
            <ac:picMk id="7" creationId="{C513316A-5A6D-0047-82E6-65AE235E893C}"/>
          </ac:picMkLst>
        </pc:picChg>
        <pc:picChg chg="add mod">
          <ac:chgData name="Davis, James C" userId="84778d94-b1cc-4a48-87ce-749e1d7d6e72" providerId="ADAL" clId="{F34A572B-B339-3E4C-9E1D-418C02B7A68D}" dt="2021-01-21T21:13:44.904" v="5096" actId="1076"/>
          <ac:picMkLst>
            <pc:docMk/>
            <pc:sldMk cId="3445153605" sldId="304"/>
            <ac:picMk id="9" creationId="{90124A4C-9465-534F-9542-D9E64EC4C2EE}"/>
          </ac:picMkLst>
        </pc:picChg>
      </pc:sldChg>
      <pc:sldChg chg="modSp new mod modAnim modNotesTx">
        <pc:chgData name="Davis, James C" userId="84778d94-b1cc-4a48-87ce-749e1d7d6e72" providerId="ADAL" clId="{F34A572B-B339-3E4C-9E1D-418C02B7A68D}" dt="2021-01-22T19:19:26.824" v="10590" actId="20577"/>
        <pc:sldMkLst>
          <pc:docMk/>
          <pc:sldMk cId="1462029921" sldId="305"/>
        </pc:sldMkLst>
        <pc:spChg chg="mod">
          <ac:chgData name="Davis, James C" userId="84778d94-b1cc-4a48-87ce-749e1d7d6e72" providerId="ADAL" clId="{F34A572B-B339-3E4C-9E1D-418C02B7A68D}" dt="2021-01-22T19:11:57.840" v="10144" actId="20577"/>
          <ac:spMkLst>
            <pc:docMk/>
            <pc:sldMk cId="1462029921" sldId="305"/>
            <ac:spMk id="2" creationId="{13ED418A-E8CF-A14E-8BBF-F82FB20C2E3E}"/>
          </ac:spMkLst>
        </pc:spChg>
        <pc:spChg chg="mod">
          <ac:chgData name="Davis, James C" userId="84778d94-b1cc-4a48-87ce-749e1d7d6e72" providerId="ADAL" clId="{F34A572B-B339-3E4C-9E1D-418C02B7A68D}" dt="2021-01-22T19:19:26.824" v="10590" actId="20577"/>
          <ac:spMkLst>
            <pc:docMk/>
            <pc:sldMk cId="1462029921" sldId="305"/>
            <ac:spMk id="3" creationId="{A98DC9BF-A569-6C47-BB10-B83C9401CEC5}"/>
          </ac:spMkLst>
        </pc:spChg>
      </pc:sldChg>
      <pc:sldChg chg="add del">
        <pc:chgData name="Davis, James C" userId="84778d94-b1cc-4a48-87ce-749e1d7d6e72" providerId="ADAL" clId="{F34A572B-B339-3E4C-9E1D-418C02B7A68D}" dt="2021-01-21T21:19:26.216" v="6563" actId="2696"/>
        <pc:sldMkLst>
          <pc:docMk/>
          <pc:sldMk cId="1498163711" sldId="305"/>
        </pc:sldMkLst>
      </pc:sldChg>
      <pc:sldChg chg="modSp add del mod">
        <pc:chgData name="Davis, James C" userId="84778d94-b1cc-4a48-87ce-749e1d7d6e72" providerId="ADAL" clId="{F34A572B-B339-3E4C-9E1D-418C02B7A68D}" dt="2021-01-22T18:45:11.878" v="7962" actId="2696"/>
        <pc:sldMkLst>
          <pc:docMk/>
          <pc:sldMk cId="830075932" sldId="306"/>
        </pc:sldMkLst>
        <pc:spChg chg="mod">
          <ac:chgData name="Davis, James C" userId="84778d94-b1cc-4a48-87ce-749e1d7d6e72" providerId="ADAL" clId="{F34A572B-B339-3E4C-9E1D-418C02B7A68D}" dt="2021-01-22T18:43:17.999" v="7829" actId="20577"/>
          <ac:spMkLst>
            <pc:docMk/>
            <pc:sldMk cId="830075932" sldId="306"/>
            <ac:spMk id="2" creationId="{246150C2-24AA-9E43-A463-B984D7666A5B}"/>
          </ac:spMkLst>
        </pc:spChg>
      </pc:sldChg>
      <pc:sldChg chg="modSp add mod">
        <pc:chgData name="Davis, James C" userId="84778d94-b1cc-4a48-87ce-749e1d7d6e72" providerId="ADAL" clId="{F34A572B-B339-3E4C-9E1D-418C02B7A68D}" dt="2021-01-22T18:55:27.887" v="8748" actId="20577"/>
        <pc:sldMkLst>
          <pc:docMk/>
          <pc:sldMk cId="1451706308" sldId="306"/>
        </pc:sldMkLst>
        <pc:spChg chg="mod">
          <ac:chgData name="Davis, James C" userId="84778d94-b1cc-4a48-87ce-749e1d7d6e72" providerId="ADAL" clId="{F34A572B-B339-3E4C-9E1D-418C02B7A68D}" dt="2021-01-22T18:55:27.887" v="8748" actId="20577"/>
          <ac:spMkLst>
            <pc:docMk/>
            <pc:sldMk cId="1451706308" sldId="306"/>
            <ac:spMk id="2" creationId="{246150C2-24AA-9E43-A463-B984D7666A5B}"/>
          </ac:spMkLst>
        </pc:spChg>
      </pc:sldChg>
      <pc:sldChg chg="add">
        <pc:chgData name="Davis, James C" userId="84778d94-b1cc-4a48-87ce-749e1d7d6e72" providerId="ADAL" clId="{F34A572B-B339-3E4C-9E1D-418C02B7A68D}" dt="2021-01-22T19:03:48.075" v="9024"/>
        <pc:sldMkLst>
          <pc:docMk/>
          <pc:sldMk cId="750829407" sldId="307"/>
        </pc:sldMkLst>
      </pc:sldChg>
      <pc:sldChg chg="modSp new del mod modAnim modNotesTx">
        <pc:chgData name="Davis, James C" userId="84778d94-b1cc-4a48-87ce-749e1d7d6e72" providerId="ADAL" clId="{F34A572B-B339-3E4C-9E1D-418C02B7A68D}" dt="2021-01-22T19:03:46.596" v="9023" actId="2696"/>
        <pc:sldMkLst>
          <pc:docMk/>
          <pc:sldMk cId="4052087615" sldId="307"/>
        </pc:sldMkLst>
        <pc:spChg chg="mod">
          <ac:chgData name="Davis, James C" userId="84778d94-b1cc-4a48-87ce-749e1d7d6e72" providerId="ADAL" clId="{F34A572B-B339-3E4C-9E1D-418C02B7A68D}" dt="2021-01-22T19:02:37.492" v="8991" actId="6549"/>
          <ac:spMkLst>
            <pc:docMk/>
            <pc:sldMk cId="4052087615" sldId="307"/>
            <ac:spMk id="2" creationId="{C43B86B3-D951-D84B-8364-1872BFE5DF71}"/>
          </ac:spMkLst>
        </pc:spChg>
        <pc:spChg chg="mod">
          <ac:chgData name="Davis, James C" userId="84778d94-b1cc-4a48-87ce-749e1d7d6e72" providerId="ADAL" clId="{F34A572B-B339-3E4C-9E1D-418C02B7A68D}" dt="2021-01-22T18:56:35.113" v="8859" actId="313"/>
          <ac:spMkLst>
            <pc:docMk/>
            <pc:sldMk cId="4052087615" sldId="307"/>
            <ac:spMk id="3" creationId="{234C9337-EFF9-C84C-A479-BC308CB3C181}"/>
          </ac:spMkLst>
        </pc:spChg>
      </pc:sldChg>
      <pc:sldChg chg="addSp delSp modSp new mod modClrScheme chgLayout modNotesTx">
        <pc:chgData name="Davis, James C" userId="84778d94-b1cc-4a48-87ce-749e1d7d6e72" providerId="ADAL" clId="{F34A572B-B339-3E4C-9E1D-418C02B7A68D}" dt="2021-01-22T19:08:05.649" v="9938" actId="20577"/>
        <pc:sldMkLst>
          <pc:docMk/>
          <pc:sldMk cId="442907299" sldId="308"/>
        </pc:sldMkLst>
        <pc:spChg chg="del">
          <ac:chgData name="Davis, James C" userId="84778d94-b1cc-4a48-87ce-749e1d7d6e72" providerId="ADAL" clId="{F34A572B-B339-3E4C-9E1D-418C02B7A68D}" dt="2021-01-22T18:59:10.650" v="8954" actId="700"/>
          <ac:spMkLst>
            <pc:docMk/>
            <pc:sldMk cId="442907299" sldId="308"/>
            <ac:spMk id="2" creationId="{05AF29A2-120D-0E40-82E7-0E4C6D122CE9}"/>
          </ac:spMkLst>
        </pc:spChg>
        <pc:spChg chg="del">
          <ac:chgData name="Davis, James C" userId="84778d94-b1cc-4a48-87ce-749e1d7d6e72" providerId="ADAL" clId="{F34A572B-B339-3E4C-9E1D-418C02B7A68D}" dt="2021-01-22T18:59:10.650" v="8954" actId="700"/>
          <ac:spMkLst>
            <pc:docMk/>
            <pc:sldMk cId="442907299" sldId="308"/>
            <ac:spMk id="3" creationId="{CB7E3E72-C593-944E-B03B-13A90F960CB2}"/>
          </ac:spMkLst>
        </pc:spChg>
        <pc:spChg chg="mod ord">
          <ac:chgData name="Davis, James C" userId="84778d94-b1cc-4a48-87ce-749e1d7d6e72" providerId="ADAL" clId="{F34A572B-B339-3E4C-9E1D-418C02B7A68D}" dt="2021-01-22T18:59:30.664" v="8962" actId="700"/>
          <ac:spMkLst>
            <pc:docMk/>
            <pc:sldMk cId="442907299" sldId="308"/>
            <ac:spMk id="4" creationId="{B7ADA823-C776-1F43-A1D8-1E9FA76459AB}"/>
          </ac:spMkLst>
        </pc:spChg>
        <pc:spChg chg="mod ord">
          <ac:chgData name="Davis, James C" userId="84778d94-b1cc-4a48-87ce-749e1d7d6e72" providerId="ADAL" clId="{F34A572B-B339-3E4C-9E1D-418C02B7A68D}" dt="2021-01-22T18:59:30.664" v="8962" actId="700"/>
          <ac:spMkLst>
            <pc:docMk/>
            <pc:sldMk cId="442907299" sldId="308"/>
            <ac:spMk id="5" creationId="{B75BEC66-9861-9F4C-9A3A-C06A813130E2}"/>
          </ac:spMkLst>
        </pc:spChg>
        <pc:spChg chg="add mod">
          <ac:chgData name="Davis, James C" userId="84778d94-b1cc-4a48-87ce-749e1d7d6e72" providerId="ADAL" clId="{F34A572B-B339-3E4C-9E1D-418C02B7A68D}" dt="2021-01-22T18:59:43.618" v="8966" actId="207"/>
          <ac:spMkLst>
            <pc:docMk/>
            <pc:sldMk cId="442907299" sldId="308"/>
            <ac:spMk id="6" creationId="{F713181E-B414-7D49-AB54-B534E91E082A}"/>
          </ac:spMkLst>
        </pc:spChg>
        <pc:spChg chg="add mod ord">
          <ac:chgData name="Davis, James C" userId="84778d94-b1cc-4a48-87ce-749e1d7d6e72" providerId="ADAL" clId="{F34A572B-B339-3E4C-9E1D-418C02B7A68D}" dt="2021-01-22T19:08:05.649" v="9938" actId="20577"/>
          <ac:spMkLst>
            <pc:docMk/>
            <pc:sldMk cId="442907299" sldId="308"/>
            <ac:spMk id="7" creationId="{4DFB9C59-6E6F-2D44-9B61-74CC61584029}"/>
          </ac:spMkLst>
        </pc:spChg>
        <pc:spChg chg="add del mod ord">
          <ac:chgData name="Davis, James C" userId="84778d94-b1cc-4a48-87ce-749e1d7d6e72" providerId="ADAL" clId="{F34A572B-B339-3E4C-9E1D-418C02B7A68D}" dt="2021-01-22T18:59:34.270" v="8964" actId="478"/>
          <ac:spMkLst>
            <pc:docMk/>
            <pc:sldMk cId="442907299" sldId="308"/>
            <ac:spMk id="8" creationId="{CBC3DF31-6515-A34B-A087-9E25FFB651A1}"/>
          </ac:spMkLst>
        </pc:spChg>
      </pc:sldChg>
      <pc:sldChg chg="modSp new mod">
        <pc:chgData name="Davis, James C" userId="84778d94-b1cc-4a48-87ce-749e1d7d6e72" providerId="ADAL" clId="{F34A572B-B339-3E4C-9E1D-418C02B7A68D}" dt="2021-01-22T19:03:54.802" v="9037" actId="20577"/>
        <pc:sldMkLst>
          <pc:docMk/>
          <pc:sldMk cId="1951953837" sldId="309"/>
        </pc:sldMkLst>
        <pc:spChg chg="mod">
          <ac:chgData name="Davis, James C" userId="84778d94-b1cc-4a48-87ce-749e1d7d6e72" providerId="ADAL" clId="{F34A572B-B339-3E4C-9E1D-418C02B7A68D}" dt="2021-01-22T19:03:54.802" v="9037" actId="20577"/>
          <ac:spMkLst>
            <pc:docMk/>
            <pc:sldMk cId="1951953837" sldId="309"/>
            <ac:spMk id="2" creationId="{FDBDABE1-B62C-074D-BA56-08FA7022DE25}"/>
          </ac:spMkLst>
        </pc:spChg>
      </pc:sldChg>
      <pc:sldChg chg="add del">
        <pc:chgData name="Davis, James C" userId="84778d94-b1cc-4a48-87ce-749e1d7d6e72" providerId="ADAL" clId="{F34A572B-B339-3E4C-9E1D-418C02B7A68D}" dt="2021-01-22T19:11:06.586" v="9955" actId="2696"/>
        <pc:sldMkLst>
          <pc:docMk/>
          <pc:sldMk cId="91497170" sldId="310"/>
        </pc:sldMkLst>
      </pc:sldChg>
      <pc:sldChg chg="delSp modSp add del mod">
        <pc:chgData name="Davis, James C" userId="84778d94-b1cc-4a48-87ce-749e1d7d6e72" providerId="ADAL" clId="{F34A572B-B339-3E4C-9E1D-418C02B7A68D}" dt="2021-01-22T19:11:03.198" v="9953" actId="2696"/>
        <pc:sldMkLst>
          <pc:docMk/>
          <pc:sldMk cId="1675391775" sldId="310"/>
        </pc:sldMkLst>
        <pc:spChg chg="del">
          <ac:chgData name="Davis, James C" userId="84778d94-b1cc-4a48-87ce-749e1d7d6e72" providerId="ADAL" clId="{F34A572B-B339-3E4C-9E1D-418C02B7A68D}" dt="2021-01-22T19:11:01.331" v="9952" actId="478"/>
          <ac:spMkLst>
            <pc:docMk/>
            <pc:sldMk cId="1675391775" sldId="310"/>
            <ac:spMk id="2" creationId="{5CDD277C-3430-7747-AF18-566E866B06F3}"/>
          </ac:spMkLst>
        </pc:spChg>
        <pc:spChg chg="mod">
          <ac:chgData name="Davis, James C" userId="84778d94-b1cc-4a48-87ce-749e1d7d6e72" providerId="ADAL" clId="{F34A572B-B339-3E4C-9E1D-418C02B7A68D}" dt="2021-01-22T19:10:56.144" v="9951" actId="20577"/>
          <ac:spMkLst>
            <pc:docMk/>
            <pc:sldMk cId="1675391775" sldId="310"/>
            <ac:spMk id="8" creationId="{B2D36616-ADC8-D242-A184-AF02CA243EBA}"/>
          </ac:spMkLst>
        </pc:spChg>
        <pc:spChg chg="del">
          <ac:chgData name="Davis, James C" userId="84778d94-b1cc-4a48-87ce-749e1d7d6e72" providerId="ADAL" clId="{F34A572B-B339-3E4C-9E1D-418C02B7A68D}" dt="2021-01-22T19:11:01.331" v="9952" actId="478"/>
          <ac:spMkLst>
            <pc:docMk/>
            <pc:sldMk cId="1675391775" sldId="310"/>
            <ac:spMk id="10" creationId="{051CCDCC-3760-3646-9510-7D4D0BAF50C7}"/>
          </ac:spMkLst>
        </pc:spChg>
        <pc:picChg chg="del">
          <ac:chgData name="Davis, James C" userId="84778d94-b1cc-4a48-87ce-749e1d7d6e72" providerId="ADAL" clId="{F34A572B-B339-3E4C-9E1D-418C02B7A68D}" dt="2021-01-22T19:11:01.331" v="9952" actId="478"/>
          <ac:picMkLst>
            <pc:docMk/>
            <pc:sldMk cId="1675391775" sldId="310"/>
            <ac:picMk id="7" creationId="{C513316A-5A6D-0047-82E6-65AE235E893C}"/>
          </ac:picMkLst>
        </pc:picChg>
        <pc:picChg chg="del">
          <ac:chgData name="Davis, James C" userId="84778d94-b1cc-4a48-87ce-749e1d7d6e72" providerId="ADAL" clId="{F34A572B-B339-3E4C-9E1D-418C02B7A68D}" dt="2021-01-22T19:11:01.331" v="9952" actId="478"/>
          <ac:picMkLst>
            <pc:docMk/>
            <pc:sldMk cId="1675391775" sldId="310"/>
            <ac:picMk id="9" creationId="{90124A4C-9465-534F-9542-D9E64EC4C2EE}"/>
          </ac:picMkLst>
        </pc:picChg>
      </pc:sldChg>
      <pc:sldChg chg="modSp new mod">
        <pc:chgData name="Davis, James C" userId="84778d94-b1cc-4a48-87ce-749e1d7d6e72" providerId="ADAL" clId="{F34A572B-B339-3E4C-9E1D-418C02B7A68D}" dt="2021-01-22T19:17:01.947" v="10276" actId="5793"/>
        <pc:sldMkLst>
          <pc:docMk/>
          <pc:sldMk cId="2228047200" sldId="310"/>
        </pc:sldMkLst>
        <pc:spChg chg="mod">
          <ac:chgData name="Davis, James C" userId="84778d94-b1cc-4a48-87ce-749e1d7d6e72" providerId="ADAL" clId="{F34A572B-B339-3E4C-9E1D-418C02B7A68D}" dt="2021-01-22T19:17:01.947" v="10276" actId="5793"/>
          <ac:spMkLst>
            <pc:docMk/>
            <pc:sldMk cId="2228047200" sldId="310"/>
            <ac:spMk id="2" creationId="{974E30AB-21D7-A343-A420-F039C828F1A1}"/>
          </ac:spMkLst>
        </pc:spChg>
      </pc:sldChg>
      <pc:sldChg chg="modSp new mod">
        <pc:chgData name="Davis, James C" userId="84778d94-b1cc-4a48-87ce-749e1d7d6e72" providerId="ADAL" clId="{F34A572B-B339-3E4C-9E1D-418C02B7A68D}" dt="2021-01-22T19:18:53.548" v="10567" actId="20577"/>
        <pc:sldMkLst>
          <pc:docMk/>
          <pc:sldMk cId="867689165" sldId="311"/>
        </pc:sldMkLst>
        <pc:spChg chg="mod">
          <ac:chgData name="Davis, James C" userId="84778d94-b1cc-4a48-87ce-749e1d7d6e72" providerId="ADAL" clId="{F34A572B-B339-3E4C-9E1D-418C02B7A68D}" dt="2021-01-22T19:18:53.548" v="10567" actId="20577"/>
          <ac:spMkLst>
            <pc:docMk/>
            <pc:sldMk cId="867689165" sldId="311"/>
            <ac:spMk id="2" creationId="{4F08D64B-9EA2-FE4A-AC21-A8CFD171BB1E}"/>
          </ac:spMkLst>
        </pc:spChg>
        <pc:spChg chg="mod">
          <ac:chgData name="Davis, James C" userId="84778d94-b1cc-4a48-87ce-749e1d7d6e72" providerId="ADAL" clId="{F34A572B-B339-3E4C-9E1D-418C02B7A68D}" dt="2021-01-22T19:17:23.872" v="10328" actId="20577"/>
          <ac:spMkLst>
            <pc:docMk/>
            <pc:sldMk cId="867689165" sldId="311"/>
            <ac:spMk id="3" creationId="{D73F6550-7291-1A47-A617-C9273348307F}"/>
          </ac:spMkLst>
        </pc:spChg>
      </pc:sldChg>
    </pc:docChg>
  </pc:docChgLst>
  <pc:docChgLst>
    <pc:chgData name="Davis, James C" userId="84778d94-b1cc-4a48-87ce-749e1d7d6e72" providerId="ADAL" clId="{C9060C31-8BDE-FF4D-8084-36F3C3CD9A1E}"/>
    <pc:docChg chg="undo custSel addSld delSld modSld">
      <pc:chgData name="Davis, James C" userId="84778d94-b1cc-4a48-87ce-749e1d7d6e72" providerId="ADAL" clId="{C9060C31-8BDE-FF4D-8084-36F3C3CD9A1E}" dt="2024-01-19T15:31:49.430" v="15018" actId="20577"/>
      <pc:docMkLst>
        <pc:docMk/>
      </pc:docMkLst>
      <pc:sldChg chg="modSp mod">
        <pc:chgData name="Davis, James C" userId="84778d94-b1cc-4a48-87ce-749e1d7d6e72" providerId="ADAL" clId="{C9060C31-8BDE-FF4D-8084-36F3C3CD9A1E}" dt="2024-01-19T01:53:02.054" v="959" actId="20577"/>
        <pc:sldMkLst>
          <pc:docMk/>
          <pc:sldMk cId="681153070" sldId="263"/>
        </pc:sldMkLst>
        <pc:spChg chg="mod">
          <ac:chgData name="Davis, James C" userId="84778d94-b1cc-4a48-87ce-749e1d7d6e72" providerId="ADAL" clId="{C9060C31-8BDE-FF4D-8084-36F3C3CD9A1E}" dt="2024-01-19T01:53:02.054" v="959" actId="20577"/>
          <ac:spMkLst>
            <pc:docMk/>
            <pc:sldMk cId="681153070" sldId="263"/>
            <ac:spMk id="2" creationId="{7A610390-B9F9-1640-9974-0C21350E01C9}"/>
          </ac:spMkLst>
        </pc:spChg>
      </pc:sldChg>
      <pc:sldChg chg="modSp new mod">
        <pc:chgData name="Davis, James C" userId="84778d94-b1cc-4a48-87ce-749e1d7d6e72" providerId="ADAL" clId="{C9060C31-8BDE-FF4D-8084-36F3C3CD9A1E}" dt="2024-01-19T15:31:49.430" v="15018" actId="20577"/>
        <pc:sldMkLst>
          <pc:docMk/>
          <pc:sldMk cId="1746181944" sldId="264"/>
        </pc:sldMkLst>
        <pc:spChg chg="mod">
          <ac:chgData name="Davis, James C" userId="84778d94-b1cc-4a48-87ce-749e1d7d6e72" providerId="ADAL" clId="{C9060C31-8BDE-FF4D-8084-36F3C3CD9A1E}" dt="2024-01-19T15:31:49.430" v="15018" actId="20577"/>
          <ac:spMkLst>
            <pc:docMk/>
            <pc:sldMk cId="1746181944" sldId="264"/>
            <ac:spMk id="2" creationId="{FEA57440-CA8D-4AC4-FCF2-D49AB4DCB98C}"/>
          </ac:spMkLst>
        </pc:spChg>
        <pc:spChg chg="mod">
          <ac:chgData name="Davis, James C" userId="84778d94-b1cc-4a48-87ce-749e1d7d6e72" providerId="ADAL" clId="{C9060C31-8BDE-FF4D-8084-36F3C3CD9A1E}" dt="2024-01-19T02:20:12.801" v="3178" actId="20577"/>
          <ac:spMkLst>
            <pc:docMk/>
            <pc:sldMk cId="1746181944" sldId="264"/>
            <ac:spMk id="3" creationId="{622133F2-43A7-2759-9044-3DCF35565738}"/>
          </ac:spMkLst>
        </pc:spChg>
      </pc:sldChg>
      <pc:sldChg chg="addSp delSp modSp new mod modAnim modNotesTx">
        <pc:chgData name="Davis, James C" userId="84778d94-b1cc-4a48-87ce-749e1d7d6e72" providerId="ADAL" clId="{C9060C31-8BDE-FF4D-8084-36F3C3CD9A1E}" dt="2024-01-19T02:12:02.205" v="2318" actId="14100"/>
        <pc:sldMkLst>
          <pc:docMk/>
          <pc:sldMk cId="3643547964" sldId="265"/>
        </pc:sldMkLst>
        <pc:spChg chg="del mod">
          <ac:chgData name="Davis, James C" userId="84778d94-b1cc-4a48-87ce-749e1d7d6e72" providerId="ADAL" clId="{C9060C31-8BDE-FF4D-8084-36F3C3CD9A1E}" dt="2024-01-19T01:52:10.653" v="943" actId="478"/>
          <ac:spMkLst>
            <pc:docMk/>
            <pc:sldMk cId="3643547964" sldId="265"/>
            <ac:spMk id="2" creationId="{FB72C9F6-BBF2-B425-0437-216D554EEF28}"/>
          </ac:spMkLst>
        </pc:spChg>
        <pc:spChg chg="mod">
          <ac:chgData name="Davis, James C" userId="84778d94-b1cc-4a48-87ce-749e1d7d6e72" providerId="ADAL" clId="{C9060C31-8BDE-FF4D-8084-36F3C3CD9A1E}" dt="2024-01-19T02:11:30.621" v="2305" actId="20577"/>
          <ac:spMkLst>
            <pc:docMk/>
            <pc:sldMk cId="3643547964" sldId="265"/>
            <ac:spMk id="3" creationId="{DB0E7AB7-0D44-DEFC-ED9A-27D72D9E351F}"/>
          </ac:spMkLst>
        </pc:spChg>
        <pc:spChg chg="add del mod">
          <ac:chgData name="Davis, James C" userId="84778d94-b1cc-4a48-87ce-749e1d7d6e72" providerId="ADAL" clId="{C9060C31-8BDE-FF4D-8084-36F3C3CD9A1E}" dt="2024-01-19T02:11:58.999" v="2316" actId="478"/>
          <ac:spMkLst>
            <pc:docMk/>
            <pc:sldMk cId="3643547964" sldId="265"/>
            <ac:spMk id="6" creationId="{9A90E7BB-429E-3D43-7EDF-7D7DE08A0C17}"/>
          </ac:spMkLst>
        </pc:spChg>
        <pc:picChg chg="add mod">
          <ac:chgData name="Davis, James C" userId="84778d94-b1cc-4a48-87ce-749e1d7d6e72" providerId="ADAL" clId="{C9060C31-8BDE-FF4D-8084-36F3C3CD9A1E}" dt="2024-01-19T02:12:02.205" v="2318" actId="14100"/>
          <ac:picMkLst>
            <pc:docMk/>
            <pc:sldMk cId="3643547964" sldId="265"/>
            <ac:picMk id="7" creationId="{89D5FBBF-E30B-8C78-184C-6B7C937C014A}"/>
          </ac:picMkLst>
        </pc:picChg>
        <pc:picChg chg="add del mod">
          <ac:chgData name="Davis, James C" userId="84778d94-b1cc-4a48-87ce-749e1d7d6e72" providerId="ADAL" clId="{C9060C31-8BDE-FF4D-8084-36F3C3CD9A1E}" dt="2024-01-19T01:47:51.210" v="803"/>
          <ac:picMkLst>
            <pc:docMk/>
            <pc:sldMk cId="3643547964" sldId="265"/>
            <ac:picMk id="1026" creationId="{6FE8F3D0-B7F9-7139-D903-E0079222A635}"/>
          </ac:picMkLst>
        </pc:picChg>
      </pc:sldChg>
      <pc:sldChg chg="modSp new mod">
        <pc:chgData name="Davis, James C" userId="84778d94-b1cc-4a48-87ce-749e1d7d6e72" providerId="ADAL" clId="{C9060C31-8BDE-FF4D-8084-36F3C3CD9A1E}" dt="2024-01-19T05:29:58.283" v="14743" actId="20577"/>
        <pc:sldMkLst>
          <pc:docMk/>
          <pc:sldMk cId="416503657" sldId="266"/>
        </pc:sldMkLst>
        <pc:spChg chg="mod">
          <ac:chgData name="Davis, James C" userId="84778d94-b1cc-4a48-87ce-749e1d7d6e72" providerId="ADAL" clId="{C9060C31-8BDE-FF4D-8084-36F3C3CD9A1E}" dt="2024-01-19T05:29:58.283" v="14743" actId="20577"/>
          <ac:spMkLst>
            <pc:docMk/>
            <pc:sldMk cId="416503657" sldId="266"/>
            <ac:spMk id="2" creationId="{FFB3DBEF-7364-AD0F-F13C-DACF0F33BCE1}"/>
          </ac:spMkLst>
        </pc:spChg>
        <pc:spChg chg="mod">
          <ac:chgData name="Davis, James C" userId="84778d94-b1cc-4a48-87ce-749e1d7d6e72" providerId="ADAL" clId="{C9060C31-8BDE-FF4D-8084-36F3C3CD9A1E}" dt="2024-01-19T01:55:46.014" v="1141" actId="20577"/>
          <ac:spMkLst>
            <pc:docMk/>
            <pc:sldMk cId="416503657" sldId="266"/>
            <ac:spMk id="3" creationId="{38C6243A-2D0E-98CF-65BC-EE2F11B76A95}"/>
          </ac:spMkLst>
        </pc:spChg>
      </pc:sldChg>
      <pc:sldChg chg="addSp delSp modSp new mod modClrScheme chgLayout modNotesTx">
        <pc:chgData name="Davis, James C" userId="84778d94-b1cc-4a48-87ce-749e1d7d6e72" providerId="ADAL" clId="{C9060C31-8BDE-FF4D-8084-36F3C3CD9A1E}" dt="2024-01-19T02:47:01.537" v="4810" actId="1076"/>
        <pc:sldMkLst>
          <pc:docMk/>
          <pc:sldMk cId="1120750873" sldId="267"/>
        </pc:sldMkLst>
        <pc:spChg chg="del">
          <ac:chgData name="Davis, James C" userId="84778d94-b1cc-4a48-87ce-749e1d7d6e72" providerId="ADAL" clId="{C9060C31-8BDE-FF4D-8084-36F3C3CD9A1E}" dt="2024-01-19T02:03:21.856" v="1526" actId="478"/>
          <ac:spMkLst>
            <pc:docMk/>
            <pc:sldMk cId="1120750873" sldId="267"/>
            <ac:spMk id="2" creationId="{77B43A3A-19F6-2E9F-D0C0-164815AC77DC}"/>
          </ac:spMkLst>
        </pc:spChg>
        <pc:spChg chg="del mod">
          <ac:chgData name="Davis, James C" userId="84778d94-b1cc-4a48-87ce-749e1d7d6e72" providerId="ADAL" clId="{C9060C31-8BDE-FF4D-8084-36F3C3CD9A1E}" dt="2024-01-19T02:03:24.471" v="1527" actId="700"/>
          <ac:spMkLst>
            <pc:docMk/>
            <pc:sldMk cId="1120750873" sldId="267"/>
            <ac:spMk id="3" creationId="{4187C3F0-7EB2-C1B0-683B-F1EC0110295D}"/>
          </ac:spMkLst>
        </pc:spChg>
        <pc:spChg chg="mod ord">
          <ac:chgData name="Davis, James C" userId="84778d94-b1cc-4a48-87ce-749e1d7d6e72" providerId="ADAL" clId="{C9060C31-8BDE-FF4D-8084-36F3C3CD9A1E}" dt="2024-01-19T02:03:24.471" v="1527" actId="700"/>
          <ac:spMkLst>
            <pc:docMk/>
            <pc:sldMk cId="1120750873" sldId="267"/>
            <ac:spMk id="4" creationId="{2F7B3B50-70E3-5719-28F8-461B7C8717EC}"/>
          </ac:spMkLst>
        </pc:spChg>
        <pc:spChg chg="add mod">
          <ac:chgData name="Davis, James C" userId="84778d94-b1cc-4a48-87ce-749e1d7d6e72" providerId="ADAL" clId="{C9060C31-8BDE-FF4D-8084-36F3C3CD9A1E}" dt="2024-01-19T02:47:01.537" v="4810" actId="1076"/>
          <ac:spMkLst>
            <pc:docMk/>
            <pc:sldMk cId="1120750873" sldId="267"/>
            <ac:spMk id="7" creationId="{9B4F32BF-887A-EE06-6FC8-B56CBD72017D}"/>
          </ac:spMkLst>
        </pc:spChg>
        <pc:spChg chg="add mod">
          <ac:chgData name="Davis, James C" userId="84778d94-b1cc-4a48-87ce-749e1d7d6e72" providerId="ADAL" clId="{C9060C31-8BDE-FF4D-8084-36F3C3CD9A1E}" dt="2024-01-19T02:28:13.831" v="3809" actId="1582"/>
          <ac:spMkLst>
            <pc:docMk/>
            <pc:sldMk cId="1120750873" sldId="267"/>
            <ac:spMk id="8" creationId="{6BA31395-B8E8-43A1-14C9-6AD8CF2F3CDB}"/>
          </ac:spMkLst>
        </pc:spChg>
        <pc:spChg chg="add mod">
          <ac:chgData name="Davis, James C" userId="84778d94-b1cc-4a48-87ce-749e1d7d6e72" providerId="ADAL" clId="{C9060C31-8BDE-FF4D-8084-36F3C3CD9A1E}" dt="2024-01-19T02:28:21.160" v="3812" actId="14100"/>
          <ac:spMkLst>
            <pc:docMk/>
            <pc:sldMk cId="1120750873" sldId="267"/>
            <ac:spMk id="9" creationId="{DA14AE9A-1C1A-916F-CFBC-2DE5615262A1}"/>
          </ac:spMkLst>
        </pc:spChg>
        <pc:spChg chg="add mod">
          <ac:chgData name="Davis, James C" userId="84778d94-b1cc-4a48-87ce-749e1d7d6e72" providerId="ADAL" clId="{C9060C31-8BDE-FF4D-8084-36F3C3CD9A1E}" dt="2024-01-19T02:28:29.966" v="3816" actId="14100"/>
          <ac:spMkLst>
            <pc:docMk/>
            <pc:sldMk cId="1120750873" sldId="267"/>
            <ac:spMk id="10" creationId="{83E04C1B-07BA-8E68-43E7-03BB0BB0044C}"/>
          </ac:spMkLst>
        </pc:spChg>
        <pc:spChg chg="add mod">
          <ac:chgData name="Davis, James C" userId="84778d94-b1cc-4a48-87ce-749e1d7d6e72" providerId="ADAL" clId="{C9060C31-8BDE-FF4D-8084-36F3C3CD9A1E}" dt="2024-01-19T02:28:40.859" v="3819" actId="14100"/>
          <ac:spMkLst>
            <pc:docMk/>
            <pc:sldMk cId="1120750873" sldId="267"/>
            <ac:spMk id="11" creationId="{7D34899F-513C-A0EA-719E-188FD5667ACE}"/>
          </ac:spMkLst>
        </pc:spChg>
        <pc:picChg chg="add mod modCrop">
          <ac:chgData name="Davis, James C" userId="84778d94-b1cc-4a48-87ce-749e1d7d6e72" providerId="ADAL" clId="{C9060C31-8BDE-FF4D-8084-36F3C3CD9A1E}" dt="2024-01-19T02:03:45.370" v="1589" actId="1076"/>
          <ac:picMkLst>
            <pc:docMk/>
            <pc:sldMk cId="1120750873" sldId="267"/>
            <ac:picMk id="5" creationId="{1C99FFEE-9768-3681-E62B-E81B7A72EDFB}"/>
          </ac:picMkLst>
        </pc:picChg>
        <pc:picChg chg="add del mod">
          <ac:chgData name="Davis, James C" userId="84778d94-b1cc-4a48-87ce-749e1d7d6e72" providerId="ADAL" clId="{C9060C31-8BDE-FF4D-8084-36F3C3CD9A1E}" dt="2024-01-19T02:02:38.363" v="1520" actId="478"/>
          <ac:picMkLst>
            <pc:docMk/>
            <pc:sldMk cId="1120750873" sldId="267"/>
            <ac:picMk id="6" creationId="{62BD4773-DF12-BF8D-6D45-6C39625D0A47}"/>
          </ac:picMkLst>
        </pc:picChg>
      </pc:sldChg>
      <pc:sldChg chg="addSp delSp modSp new mod modAnim modNotesTx">
        <pc:chgData name="Davis, James C" userId="84778d94-b1cc-4a48-87ce-749e1d7d6e72" providerId="ADAL" clId="{C9060C31-8BDE-FF4D-8084-36F3C3CD9A1E}" dt="2024-01-19T04:16:15.483" v="10169" actId="20577"/>
        <pc:sldMkLst>
          <pc:docMk/>
          <pc:sldMk cId="1170242388" sldId="268"/>
        </pc:sldMkLst>
        <pc:spChg chg="del">
          <ac:chgData name="Davis, James C" userId="84778d94-b1cc-4a48-87ce-749e1d7d6e72" providerId="ADAL" clId="{C9060C31-8BDE-FF4D-8084-36F3C3CD9A1E}" dt="2024-01-19T02:12:50.139" v="2320" actId="478"/>
          <ac:spMkLst>
            <pc:docMk/>
            <pc:sldMk cId="1170242388" sldId="268"/>
            <ac:spMk id="2" creationId="{15236D5D-01FD-4F3D-1A83-AADD44E129FE}"/>
          </ac:spMkLst>
        </pc:spChg>
        <pc:spChg chg="mod">
          <ac:chgData name="Davis, James C" userId="84778d94-b1cc-4a48-87ce-749e1d7d6e72" providerId="ADAL" clId="{C9060C31-8BDE-FF4D-8084-36F3C3CD9A1E}" dt="2024-01-19T02:11:53.449" v="2313" actId="21"/>
          <ac:spMkLst>
            <pc:docMk/>
            <pc:sldMk cId="1170242388" sldId="268"/>
            <ac:spMk id="3" creationId="{BFB66E20-DFB0-AD45-1648-EDEA476606A1}"/>
          </ac:spMkLst>
        </pc:spChg>
        <pc:spChg chg="add del">
          <ac:chgData name="Davis, James C" userId="84778d94-b1cc-4a48-87ce-749e1d7d6e72" providerId="ADAL" clId="{C9060C31-8BDE-FF4D-8084-36F3C3CD9A1E}" dt="2024-01-19T02:11:49.440" v="2309" actId="22"/>
          <ac:spMkLst>
            <pc:docMk/>
            <pc:sldMk cId="1170242388" sldId="268"/>
            <ac:spMk id="6" creationId="{85FD4D23-CAEE-0BF8-3CE4-B61236B3C014}"/>
          </ac:spMkLst>
        </pc:spChg>
        <pc:spChg chg="add mod">
          <ac:chgData name="Davis, James C" userId="84778d94-b1cc-4a48-87ce-749e1d7d6e72" providerId="ADAL" clId="{C9060C31-8BDE-FF4D-8084-36F3C3CD9A1E}" dt="2024-01-19T02:24:18.193" v="3320" actId="114"/>
          <ac:spMkLst>
            <pc:docMk/>
            <pc:sldMk cId="1170242388" sldId="268"/>
            <ac:spMk id="9" creationId="{F0DABA11-E9F0-6021-D86E-15B3D336743D}"/>
          </ac:spMkLst>
        </pc:spChg>
        <pc:picChg chg="add mod">
          <ac:chgData name="Davis, James C" userId="84778d94-b1cc-4a48-87ce-749e1d7d6e72" providerId="ADAL" clId="{C9060C31-8BDE-FF4D-8084-36F3C3CD9A1E}" dt="2024-01-19T02:12:56.166" v="2322" actId="14100"/>
          <ac:picMkLst>
            <pc:docMk/>
            <pc:sldMk cId="1170242388" sldId="268"/>
            <ac:picMk id="7" creationId="{DAD84979-34FF-511C-06F4-6276492D17AD}"/>
          </ac:picMkLst>
        </pc:picChg>
        <pc:picChg chg="add del mod">
          <ac:chgData name="Davis, James C" userId="84778d94-b1cc-4a48-87ce-749e1d7d6e72" providerId="ADAL" clId="{C9060C31-8BDE-FF4D-8084-36F3C3CD9A1E}" dt="2024-01-19T02:14:05.532" v="2329" actId="21"/>
          <ac:picMkLst>
            <pc:docMk/>
            <pc:sldMk cId="1170242388" sldId="268"/>
            <ac:picMk id="8" creationId="{593AA3A3-F217-31EE-9F31-5318F0AB31CB}"/>
          </ac:picMkLst>
        </pc:picChg>
      </pc:sldChg>
      <pc:sldChg chg="modSp new mod modAnim">
        <pc:chgData name="Davis, James C" userId="84778d94-b1cc-4a48-87ce-749e1d7d6e72" providerId="ADAL" clId="{C9060C31-8BDE-FF4D-8084-36F3C3CD9A1E}" dt="2024-01-19T02:25:59.846" v="3548"/>
        <pc:sldMkLst>
          <pc:docMk/>
          <pc:sldMk cId="3772973998" sldId="269"/>
        </pc:sldMkLst>
        <pc:spChg chg="mod">
          <ac:chgData name="Davis, James C" userId="84778d94-b1cc-4a48-87ce-749e1d7d6e72" providerId="ADAL" clId="{C9060C31-8BDE-FF4D-8084-36F3C3CD9A1E}" dt="2024-01-19T02:19:25.641" v="3168" actId="20577"/>
          <ac:spMkLst>
            <pc:docMk/>
            <pc:sldMk cId="3772973998" sldId="269"/>
            <ac:spMk id="2" creationId="{3DE14530-BFF8-6262-1600-C2474214BE43}"/>
          </ac:spMkLst>
        </pc:spChg>
        <pc:spChg chg="mod">
          <ac:chgData name="Davis, James C" userId="84778d94-b1cc-4a48-87ce-749e1d7d6e72" providerId="ADAL" clId="{C9060C31-8BDE-FF4D-8084-36F3C3CD9A1E}" dt="2024-01-19T02:17:56.838" v="2919" actId="20577"/>
          <ac:spMkLst>
            <pc:docMk/>
            <pc:sldMk cId="3772973998" sldId="269"/>
            <ac:spMk id="3" creationId="{A4098A9C-8B15-5E42-71E0-6B342B93578E}"/>
          </ac:spMkLst>
        </pc:spChg>
      </pc:sldChg>
      <pc:sldChg chg="addSp delSp modSp new mod modNotesTx">
        <pc:chgData name="Davis, James C" userId="84778d94-b1cc-4a48-87ce-749e1d7d6e72" providerId="ADAL" clId="{C9060C31-8BDE-FF4D-8084-36F3C3CD9A1E}" dt="2024-01-19T02:23:57.599" v="3313" actId="20577"/>
        <pc:sldMkLst>
          <pc:docMk/>
          <pc:sldMk cId="2432474957" sldId="270"/>
        </pc:sldMkLst>
        <pc:spChg chg="del">
          <ac:chgData name="Davis, James C" userId="84778d94-b1cc-4a48-87ce-749e1d7d6e72" providerId="ADAL" clId="{C9060C31-8BDE-FF4D-8084-36F3C3CD9A1E}" dt="2024-01-19T02:22:08.892" v="3188" actId="478"/>
          <ac:spMkLst>
            <pc:docMk/>
            <pc:sldMk cId="2432474957" sldId="270"/>
            <ac:spMk id="2" creationId="{DEF8A330-0DE7-B9CF-203B-29A83CFC6DA7}"/>
          </ac:spMkLst>
        </pc:spChg>
        <pc:spChg chg="mod">
          <ac:chgData name="Davis, James C" userId="84778d94-b1cc-4a48-87ce-749e1d7d6e72" providerId="ADAL" clId="{C9060C31-8BDE-FF4D-8084-36F3C3CD9A1E}" dt="2024-01-19T02:22:24.592" v="3207" actId="20577"/>
          <ac:spMkLst>
            <pc:docMk/>
            <pc:sldMk cId="2432474957" sldId="270"/>
            <ac:spMk id="3" creationId="{132B1B21-D8B4-2FDA-3A6B-D6C39DCEFD3B}"/>
          </ac:spMkLst>
        </pc:spChg>
        <pc:picChg chg="add del mod">
          <ac:chgData name="Davis, James C" userId="84778d94-b1cc-4a48-87ce-749e1d7d6e72" providerId="ADAL" clId="{C9060C31-8BDE-FF4D-8084-36F3C3CD9A1E}" dt="2024-01-19T02:21:27.501" v="3184" actId="478"/>
          <ac:picMkLst>
            <pc:docMk/>
            <pc:sldMk cId="2432474957" sldId="270"/>
            <ac:picMk id="2050" creationId="{0E0876C1-866D-3B6C-1789-811AF40E62AD}"/>
          </ac:picMkLst>
        </pc:picChg>
        <pc:picChg chg="add mod">
          <ac:chgData name="Davis, James C" userId="84778d94-b1cc-4a48-87ce-749e1d7d6e72" providerId="ADAL" clId="{C9060C31-8BDE-FF4D-8084-36F3C3CD9A1E}" dt="2024-01-19T02:23:32.992" v="3254" actId="166"/>
          <ac:picMkLst>
            <pc:docMk/>
            <pc:sldMk cId="2432474957" sldId="270"/>
            <ac:picMk id="2052" creationId="{BED5A206-5CA2-E267-2D74-C35E96452ECF}"/>
          </ac:picMkLst>
        </pc:picChg>
        <pc:picChg chg="add del">
          <ac:chgData name="Davis, James C" userId="84778d94-b1cc-4a48-87ce-749e1d7d6e72" providerId="ADAL" clId="{C9060C31-8BDE-FF4D-8084-36F3C3CD9A1E}" dt="2024-01-19T02:23:20.758" v="3249"/>
          <ac:picMkLst>
            <pc:docMk/>
            <pc:sldMk cId="2432474957" sldId="270"/>
            <ac:picMk id="2054" creationId="{DF370EBB-B6A9-81EC-F260-3EF3F44E7C05}"/>
          </ac:picMkLst>
        </pc:picChg>
        <pc:picChg chg="add mod">
          <ac:chgData name="Davis, James C" userId="84778d94-b1cc-4a48-87ce-749e1d7d6e72" providerId="ADAL" clId="{C9060C31-8BDE-FF4D-8084-36F3C3CD9A1E}" dt="2024-01-19T02:23:30.700" v="3252" actId="1076"/>
          <ac:picMkLst>
            <pc:docMk/>
            <pc:sldMk cId="2432474957" sldId="270"/>
            <ac:picMk id="2056" creationId="{E0565E04-DB96-47F0-0FDA-3D0EA7A4D4C9}"/>
          </ac:picMkLst>
        </pc:picChg>
        <pc:picChg chg="add mod">
          <ac:chgData name="Davis, James C" userId="84778d94-b1cc-4a48-87ce-749e1d7d6e72" providerId="ADAL" clId="{C9060C31-8BDE-FF4D-8084-36F3C3CD9A1E}" dt="2024-01-19T02:23:51.966" v="3276" actId="1076"/>
          <ac:picMkLst>
            <pc:docMk/>
            <pc:sldMk cId="2432474957" sldId="270"/>
            <ac:picMk id="2058" creationId="{690C7DC7-2710-E947-6191-3DA4341F0FE9}"/>
          </ac:picMkLst>
        </pc:picChg>
      </pc:sldChg>
      <pc:sldChg chg="addSp delSp modSp new mod modClrScheme chgLayout">
        <pc:chgData name="Davis, James C" userId="84778d94-b1cc-4a48-87ce-749e1d7d6e72" providerId="ADAL" clId="{C9060C31-8BDE-FF4D-8084-36F3C3CD9A1E}" dt="2024-01-19T02:26:32.798" v="3571" actId="20577"/>
        <pc:sldMkLst>
          <pc:docMk/>
          <pc:sldMk cId="3683080521" sldId="271"/>
        </pc:sldMkLst>
        <pc:spChg chg="del">
          <ac:chgData name="Davis, James C" userId="84778d94-b1cc-4a48-87ce-749e1d7d6e72" providerId="ADAL" clId="{C9060C31-8BDE-FF4D-8084-36F3C3CD9A1E}" dt="2024-01-19T02:26:29.813" v="3551" actId="700"/>
          <ac:spMkLst>
            <pc:docMk/>
            <pc:sldMk cId="3683080521" sldId="271"/>
            <ac:spMk id="2" creationId="{02AE2937-6EED-8608-AE85-A4FAD14AF410}"/>
          </ac:spMkLst>
        </pc:spChg>
        <pc:spChg chg="del mod ord">
          <ac:chgData name="Davis, James C" userId="84778d94-b1cc-4a48-87ce-749e1d7d6e72" providerId="ADAL" clId="{C9060C31-8BDE-FF4D-8084-36F3C3CD9A1E}" dt="2024-01-19T02:26:29.813" v="3551" actId="700"/>
          <ac:spMkLst>
            <pc:docMk/>
            <pc:sldMk cId="3683080521" sldId="271"/>
            <ac:spMk id="3" creationId="{DD5B492C-2080-8AC5-09D1-DD3AC30F9F97}"/>
          </ac:spMkLst>
        </pc:spChg>
        <pc:spChg chg="mod ord">
          <ac:chgData name="Davis, James C" userId="84778d94-b1cc-4a48-87ce-749e1d7d6e72" providerId="ADAL" clId="{C9060C31-8BDE-FF4D-8084-36F3C3CD9A1E}" dt="2024-01-19T02:26:29.813" v="3551" actId="700"/>
          <ac:spMkLst>
            <pc:docMk/>
            <pc:sldMk cId="3683080521" sldId="271"/>
            <ac:spMk id="4" creationId="{D07189C7-82F1-B8F9-4475-9B0E7D3B7AA0}"/>
          </ac:spMkLst>
        </pc:spChg>
        <pc:spChg chg="add mod ord">
          <ac:chgData name="Davis, James C" userId="84778d94-b1cc-4a48-87ce-749e1d7d6e72" providerId="ADAL" clId="{C9060C31-8BDE-FF4D-8084-36F3C3CD9A1E}" dt="2024-01-19T02:26:32.798" v="3571" actId="20577"/>
          <ac:spMkLst>
            <pc:docMk/>
            <pc:sldMk cId="3683080521" sldId="271"/>
            <ac:spMk id="5" creationId="{846BCE7F-BE67-715F-3914-0911F12AD006}"/>
          </ac:spMkLst>
        </pc:spChg>
      </pc:sldChg>
      <pc:sldChg chg="modSp add mod">
        <pc:chgData name="Davis, James C" userId="84778d94-b1cc-4a48-87ce-749e1d7d6e72" providerId="ADAL" clId="{C9060C31-8BDE-FF4D-8084-36F3C3CD9A1E}" dt="2024-01-19T02:26:43.110" v="3611" actId="20577"/>
        <pc:sldMkLst>
          <pc:docMk/>
          <pc:sldMk cId="2268806769" sldId="272"/>
        </pc:sldMkLst>
        <pc:spChg chg="mod">
          <ac:chgData name="Davis, James C" userId="84778d94-b1cc-4a48-87ce-749e1d7d6e72" providerId="ADAL" clId="{C9060C31-8BDE-FF4D-8084-36F3C3CD9A1E}" dt="2024-01-19T02:26:43.110" v="3611" actId="20577"/>
          <ac:spMkLst>
            <pc:docMk/>
            <pc:sldMk cId="2268806769" sldId="272"/>
            <ac:spMk id="5" creationId="{846BCE7F-BE67-715F-3914-0911F12AD006}"/>
          </ac:spMkLst>
        </pc:spChg>
      </pc:sldChg>
      <pc:sldChg chg="addSp modSp new mod modAnim modNotesTx">
        <pc:chgData name="Davis, James C" userId="84778d94-b1cc-4a48-87ce-749e1d7d6e72" providerId="ADAL" clId="{C9060C31-8BDE-FF4D-8084-36F3C3CD9A1E}" dt="2024-01-19T04:57:04.320" v="13197" actId="20577"/>
        <pc:sldMkLst>
          <pc:docMk/>
          <pc:sldMk cId="2960655872" sldId="273"/>
        </pc:sldMkLst>
        <pc:spChg chg="add mod">
          <ac:chgData name="Davis, James C" userId="84778d94-b1cc-4a48-87ce-749e1d7d6e72" providerId="ADAL" clId="{C9060C31-8BDE-FF4D-8084-36F3C3CD9A1E}" dt="2024-01-19T02:47:22.117" v="4843" actId="14100"/>
          <ac:spMkLst>
            <pc:docMk/>
            <pc:sldMk cId="2960655872" sldId="273"/>
            <ac:spMk id="4" creationId="{173C6159-ACA2-E1ED-4752-00091F31572E}"/>
          </ac:spMkLst>
        </pc:spChg>
        <pc:picChg chg="add">
          <ac:chgData name="Davis, James C" userId="84778d94-b1cc-4a48-87ce-749e1d7d6e72" providerId="ADAL" clId="{C9060C31-8BDE-FF4D-8084-36F3C3CD9A1E}" dt="2024-01-19T02:41:59.591" v="4015"/>
          <ac:picMkLst>
            <pc:docMk/>
            <pc:sldMk cId="2960655872" sldId="273"/>
            <ac:picMk id="3" creationId="{7F732EEB-9DC2-50B5-2793-1CE3D2DF8A96}"/>
          </ac:picMkLst>
        </pc:picChg>
        <pc:cxnChg chg="add mod">
          <ac:chgData name="Davis, James C" userId="84778d94-b1cc-4a48-87ce-749e1d7d6e72" providerId="ADAL" clId="{C9060C31-8BDE-FF4D-8084-36F3C3CD9A1E}" dt="2024-01-19T03:03:20.099" v="8426" actId="1582"/>
          <ac:cxnSpMkLst>
            <pc:docMk/>
            <pc:sldMk cId="2960655872" sldId="273"/>
            <ac:cxnSpMk id="6" creationId="{C7440FBF-DC1D-47EC-D3A8-88C5E81F8A9C}"/>
          </ac:cxnSpMkLst>
        </pc:cxnChg>
        <pc:cxnChg chg="add mod">
          <ac:chgData name="Davis, James C" userId="84778d94-b1cc-4a48-87ce-749e1d7d6e72" providerId="ADAL" clId="{C9060C31-8BDE-FF4D-8084-36F3C3CD9A1E}" dt="2024-01-19T03:03:24.031" v="8428" actId="1076"/>
          <ac:cxnSpMkLst>
            <pc:docMk/>
            <pc:sldMk cId="2960655872" sldId="273"/>
            <ac:cxnSpMk id="7" creationId="{5D74B233-D3E0-C508-3C54-40AAB9EBDADB}"/>
          </ac:cxnSpMkLst>
        </pc:cxnChg>
        <pc:cxnChg chg="add mod">
          <ac:chgData name="Davis, James C" userId="84778d94-b1cc-4a48-87ce-749e1d7d6e72" providerId="ADAL" clId="{C9060C31-8BDE-FF4D-8084-36F3C3CD9A1E}" dt="2024-01-19T03:03:27.456" v="8430" actId="1076"/>
          <ac:cxnSpMkLst>
            <pc:docMk/>
            <pc:sldMk cId="2960655872" sldId="273"/>
            <ac:cxnSpMk id="8" creationId="{E0A2817A-BF59-AAD2-20FD-4CA0535CE9C2}"/>
          </ac:cxnSpMkLst>
        </pc:cxnChg>
        <pc:cxnChg chg="add mod">
          <ac:chgData name="Davis, James C" userId="84778d94-b1cc-4a48-87ce-749e1d7d6e72" providerId="ADAL" clId="{C9060C31-8BDE-FF4D-8084-36F3C3CD9A1E}" dt="2024-01-19T03:03:30.084" v="8432" actId="1076"/>
          <ac:cxnSpMkLst>
            <pc:docMk/>
            <pc:sldMk cId="2960655872" sldId="273"/>
            <ac:cxnSpMk id="9" creationId="{55593736-8A06-0D46-9D0B-1457D2515312}"/>
          </ac:cxnSpMkLst>
        </pc:cxnChg>
        <pc:cxnChg chg="add mod">
          <ac:chgData name="Davis, James C" userId="84778d94-b1cc-4a48-87ce-749e1d7d6e72" providerId="ADAL" clId="{C9060C31-8BDE-FF4D-8084-36F3C3CD9A1E}" dt="2024-01-19T03:03:32.889" v="8434" actId="1076"/>
          <ac:cxnSpMkLst>
            <pc:docMk/>
            <pc:sldMk cId="2960655872" sldId="273"/>
            <ac:cxnSpMk id="10" creationId="{87AE2761-18F8-B844-698F-E2E12DE3377D}"/>
          </ac:cxnSpMkLst>
        </pc:cxnChg>
        <pc:cxnChg chg="add mod">
          <ac:chgData name="Davis, James C" userId="84778d94-b1cc-4a48-87ce-749e1d7d6e72" providerId="ADAL" clId="{C9060C31-8BDE-FF4D-8084-36F3C3CD9A1E}" dt="2024-01-19T03:03:37.456" v="8437" actId="14100"/>
          <ac:cxnSpMkLst>
            <pc:docMk/>
            <pc:sldMk cId="2960655872" sldId="273"/>
            <ac:cxnSpMk id="11" creationId="{171813B0-5FA1-E07D-CF50-2F80F2CD04BC}"/>
          </ac:cxnSpMkLst>
        </pc:cxnChg>
        <pc:cxnChg chg="add mod">
          <ac:chgData name="Davis, James C" userId="84778d94-b1cc-4a48-87ce-749e1d7d6e72" providerId="ADAL" clId="{C9060C31-8BDE-FF4D-8084-36F3C3CD9A1E}" dt="2024-01-19T03:03:40.885" v="8440" actId="14100"/>
          <ac:cxnSpMkLst>
            <pc:docMk/>
            <pc:sldMk cId="2960655872" sldId="273"/>
            <ac:cxnSpMk id="13" creationId="{67376746-10BF-9711-A754-3D1B4DF4E58F}"/>
          </ac:cxnSpMkLst>
        </pc:cxnChg>
        <pc:cxnChg chg="add mod">
          <ac:chgData name="Davis, James C" userId="84778d94-b1cc-4a48-87ce-749e1d7d6e72" providerId="ADAL" clId="{C9060C31-8BDE-FF4D-8084-36F3C3CD9A1E}" dt="2024-01-19T03:03:43.135" v="8442" actId="14100"/>
          <ac:cxnSpMkLst>
            <pc:docMk/>
            <pc:sldMk cId="2960655872" sldId="273"/>
            <ac:cxnSpMk id="16" creationId="{C7F9E9B5-4B6F-5BE3-2E46-1FDC10FA3BB3}"/>
          </ac:cxnSpMkLst>
        </pc:cxnChg>
        <pc:cxnChg chg="add mod">
          <ac:chgData name="Davis, James C" userId="84778d94-b1cc-4a48-87ce-749e1d7d6e72" providerId="ADAL" clId="{C9060C31-8BDE-FF4D-8084-36F3C3CD9A1E}" dt="2024-01-19T03:03:48.714" v="8446" actId="1076"/>
          <ac:cxnSpMkLst>
            <pc:docMk/>
            <pc:sldMk cId="2960655872" sldId="273"/>
            <ac:cxnSpMk id="18" creationId="{EFC6887E-B90F-035C-C00C-2D00B9C44822}"/>
          </ac:cxnSpMkLst>
        </pc:cxnChg>
        <pc:cxnChg chg="add mod">
          <ac:chgData name="Davis, James C" userId="84778d94-b1cc-4a48-87ce-749e1d7d6e72" providerId="ADAL" clId="{C9060C31-8BDE-FF4D-8084-36F3C3CD9A1E}" dt="2024-01-19T03:03:52.839" v="8449" actId="14100"/>
          <ac:cxnSpMkLst>
            <pc:docMk/>
            <pc:sldMk cId="2960655872" sldId="273"/>
            <ac:cxnSpMk id="20" creationId="{9E373C85-25FD-67F1-0626-622AE0B12EAE}"/>
          </ac:cxnSpMkLst>
        </pc:cxnChg>
        <pc:cxnChg chg="add mod">
          <ac:chgData name="Davis, James C" userId="84778d94-b1cc-4a48-87ce-749e1d7d6e72" providerId="ADAL" clId="{C9060C31-8BDE-FF4D-8084-36F3C3CD9A1E}" dt="2024-01-19T03:03:56.457" v="8452" actId="14100"/>
          <ac:cxnSpMkLst>
            <pc:docMk/>
            <pc:sldMk cId="2960655872" sldId="273"/>
            <ac:cxnSpMk id="23" creationId="{E7B959FD-B5B6-5E27-9F96-737B860EFCF2}"/>
          </ac:cxnSpMkLst>
        </pc:cxnChg>
        <pc:cxnChg chg="add mod">
          <ac:chgData name="Davis, James C" userId="84778d94-b1cc-4a48-87ce-749e1d7d6e72" providerId="ADAL" clId="{C9060C31-8BDE-FF4D-8084-36F3C3CD9A1E}" dt="2024-01-19T03:03:58.350" v="8454" actId="1076"/>
          <ac:cxnSpMkLst>
            <pc:docMk/>
            <pc:sldMk cId="2960655872" sldId="273"/>
            <ac:cxnSpMk id="25" creationId="{9F1755BB-CCB2-493B-80ED-90201FC12429}"/>
          </ac:cxnSpMkLst>
        </pc:cxnChg>
        <pc:cxnChg chg="add mod">
          <ac:chgData name="Davis, James C" userId="84778d94-b1cc-4a48-87ce-749e1d7d6e72" providerId="ADAL" clId="{C9060C31-8BDE-FF4D-8084-36F3C3CD9A1E}" dt="2024-01-19T03:04:00.309" v="8456" actId="1076"/>
          <ac:cxnSpMkLst>
            <pc:docMk/>
            <pc:sldMk cId="2960655872" sldId="273"/>
            <ac:cxnSpMk id="26" creationId="{7EA13820-8C3A-DCE0-9004-DE21C254733F}"/>
          </ac:cxnSpMkLst>
        </pc:cxnChg>
        <pc:cxnChg chg="add mod">
          <ac:chgData name="Davis, James C" userId="84778d94-b1cc-4a48-87ce-749e1d7d6e72" providerId="ADAL" clId="{C9060C31-8BDE-FF4D-8084-36F3C3CD9A1E}" dt="2024-01-19T03:04:04.341" v="8459" actId="14100"/>
          <ac:cxnSpMkLst>
            <pc:docMk/>
            <pc:sldMk cId="2960655872" sldId="273"/>
            <ac:cxnSpMk id="27" creationId="{0B72619A-0C50-CA07-6059-D79E8E9E8424}"/>
          </ac:cxnSpMkLst>
        </pc:cxnChg>
        <pc:cxnChg chg="add mod">
          <ac:chgData name="Davis, James C" userId="84778d94-b1cc-4a48-87ce-749e1d7d6e72" providerId="ADAL" clId="{C9060C31-8BDE-FF4D-8084-36F3C3CD9A1E}" dt="2024-01-19T03:04:08.081" v="8462" actId="14100"/>
          <ac:cxnSpMkLst>
            <pc:docMk/>
            <pc:sldMk cId="2960655872" sldId="273"/>
            <ac:cxnSpMk id="29" creationId="{F8555B0F-A5EC-2DEB-2F2D-C3469B050DBF}"/>
          </ac:cxnSpMkLst>
        </pc:cxnChg>
      </pc:sldChg>
      <pc:sldChg chg="add">
        <pc:chgData name="Davis, James C" userId="84778d94-b1cc-4a48-87ce-749e1d7d6e72" providerId="ADAL" clId="{C9060C31-8BDE-FF4D-8084-36F3C3CD9A1E}" dt="2024-01-19T05:29:48.784" v="14738"/>
        <pc:sldMkLst>
          <pc:docMk/>
          <pc:sldMk cId="589187519" sldId="274"/>
        </pc:sldMkLst>
      </pc:sldChg>
      <pc:sldChg chg="modSp add del mod modAnim modNotesTx">
        <pc:chgData name="Davis, James C" userId="84778d94-b1cc-4a48-87ce-749e1d7d6e72" providerId="ADAL" clId="{C9060C31-8BDE-FF4D-8084-36F3C3CD9A1E}" dt="2024-01-19T05:29:33.212" v="14730" actId="2696"/>
        <pc:sldMkLst>
          <pc:docMk/>
          <pc:sldMk cId="937212076" sldId="274"/>
        </pc:sldMkLst>
        <pc:spChg chg="mod">
          <ac:chgData name="Davis, James C" userId="84778d94-b1cc-4a48-87ce-749e1d7d6e72" providerId="ADAL" clId="{C9060C31-8BDE-FF4D-8084-36F3C3CD9A1E}" dt="2024-01-19T05:29:18.612" v="14729" actId="1076"/>
          <ac:spMkLst>
            <pc:docMk/>
            <pc:sldMk cId="937212076" sldId="274"/>
            <ac:spMk id="14" creationId="{AE9ACCC0-B979-CE2B-3869-4E6F0A60AD4A}"/>
          </ac:spMkLst>
        </pc:spChg>
        <pc:graphicFrameChg chg="modGraphic">
          <ac:chgData name="Davis, James C" userId="84778d94-b1cc-4a48-87ce-749e1d7d6e72" providerId="ADAL" clId="{C9060C31-8BDE-FF4D-8084-36F3C3CD9A1E}" dt="2024-01-19T04:42:59.428" v="11352" actId="20577"/>
          <ac:graphicFrameMkLst>
            <pc:docMk/>
            <pc:sldMk cId="937212076" sldId="274"/>
            <ac:graphicFrameMk id="9" creationId="{44163BC2-6D37-0C0D-50B5-A550E0ADF760}"/>
          </ac:graphicFrameMkLst>
        </pc:graphicFrameChg>
        <pc:graphicFrameChg chg="modGraphic">
          <ac:chgData name="Davis, James C" userId="84778d94-b1cc-4a48-87ce-749e1d7d6e72" providerId="ADAL" clId="{C9060C31-8BDE-FF4D-8084-36F3C3CD9A1E}" dt="2024-01-19T04:42:50.518" v="11337" actId="20577"/>
          <ac:graphicFrameMkLst>
            <pc:docMk/>
            <pc:sldMk cId="937212076" sldId="274"/>
            <ac:graphicFrameMk id="10" creationId="{63294977-0EA2-78D8-F364-5A1D43DD6EE6}"/>
          </ac:graphicFrameMkLst>
        </pc:graphicFrameChg>
      </pc:sldChg>
      <pc:sldChg chg="addSp delSp modSp new del mod modClrScheme modAnim chgLayout modNotesTx">
        <pc:chgData name="Davis, James C" userId="84778d94-b1cc-4a48-87ce-749e1d7d6e72" providerId="ADAL" clId="{C9060C31-8BDE-FF4D-8084-36F3C3CD9A1E}" dt="2024-01-19T04:40:14.570" v="11320" actId="2696"/>
        <pc:sldMkLst>
          <pc:docMk/>
          <pc:sldMk cId="2255852380" sldId="274"/>
        </pc:sldMkLst>
        <pc:spChg chg="mod ord">
          <ac:chgData name="Davis, James C" userId="84778d94-b1cc-4a48-87ce-749e1d7d6e72" providerId="ADAL" clId="{C9060C31-8BDE-FF4D-8084-36F3C3CD9A1E}" dt="2024-01-19T04:32:32.256" v="10738" actId="700"/>
          <ac:spMkLst>
            <pc:docMk/>
            <pc:sldMk cId="2255852380" sldId="274"/>
            <ac:spMk id="2" creationId="{03CFD544-07C1-36A7-01A5-F5C6E99C6A58}"/>
          </ac:spMkLst>
        </pc:spChg>
        <pc:spChg chg="add mod ord">
          <ac:chgData name="Davis, James C" userId="84778d94-b1cc-4a48-87ce-749e1d7d6e72" providerId="ADAL" clId="{C9060C31-8BDE-FF4D-8084-36F3C3CD9A1E}" dt="2024-01-19T04:32:32.256" v="10738" actId="700"/>
          <ac:spMkLst>
            <pc:docMk/>
            <pc:sldMk cId="2255852380" sldId="274"/>
            <ac:spMk id="3" creationId="{E6C45B6E-C9D7-9284-EC2C-C0ED375D70F4}"/>
          </ac:spMkLst>
        </pc:spChg>
        <pc:spChg chg="add del mod ord">
          <ac:chgData name="Davis, James C" userId="84778d94-b1cc-4a48-87ce-749e1d7d6e72" providerId="ADAL" clId="{C9060C31-8BDE-FF4D-8084-36F3C3CD9A1E}" dt="2024-01-19T04:32:32.256" v="10738" actId="700"/>
          <ac:spMkLst>
            <pc:docMk/>
            <pc:sldMk cId="2255852380" sldId="274"/>
            <ac:spMk id="4" creationId="{3C82A2C5-F698-E58B-1ED3-E92B9C52B0A4}"/>
          </ac:spMkLst>
        </pc:spChg>
        <pc:spChg chg="add del mod ord">
          <ac:chgData name="Davis, James C" userId="84778d94-b1cc-4a48-87ce-749e1d7d6e72" providerId="ADAL" clId="{C9060C31-8BDE-FF4D-8084-36F3C3CD9A1E}" dt="2024-01-19T04:38:37.249" v="11072" actId="478"/>
          <ac:spMkLst>
            <pc:docMk/>
            <pc:sldMk cId="2255852380" sldId="274"/>
            <ac:spMk id="5" creationId="{8DC38E0F-3F5C-A921-9C16-E887E745595F}"/>
          </ac:spMkLst>
        </pc:spChg>
        <pc:spChg chg="add del mod ord">
          <ac:chgData name="Davis, James C" userId="84778d94-b1cc-4a48-87ce-749e1d7d6e72" providerId="ADAL" clId="{C9060C31-8BDE-FF4D-8084-36F3C3CD9A1E}" dt="2024-01-19T04:32:50.750" v="10771" actId="478"/>
          <ac:spMkLst>
            <pc:docMk/>
            <pc:sldMk cId="2255852380" sldId="274"/>
            <ac:spMk id="6" creationId="{26EE6A33-B6DB-C921-2F0F-C3154D3A8935}"/>
          </ac:spMkLst>
        </pc:spChg>
        <pc:spChg chg="add mod ord">
          <ac:chgData name="Davis, James C" userId="84778d94-b1cc-4a48-87ce-749e1d7d6e72" providerId="ADAL" clId="{C9060C31-8BDE-FF4D-8084-36F3C3CD9A1E}" dt="2024-01-19T04:38:13.514" v="11063" actId="1076"/>
          <ac:spMkLst>
            <pc:docMk/>
            <pc:sldMk cId="2255852380" sldId="274"/>
            <ac:spMk id="7" creationId="{525F581F-8B92-C892-2675-2D9313F04245}"/>
          </ac:spMkLst>
        </pc:spChg>
        <pc:spChg chg="add del mod ord">
          <ac:chgData name="Davis, James C" userId="84778d94-b1cc-4a48-87ce-749e1d7d6e72" providerId="ADAL" clId="{C9060C31-8BDE-FF4D-8084-36F3C3CD9A1E}" dt="2024-01-19T04:32:57.380" v="10772" actId="3680"/>
          <ac:spMkLst>
            <pc:docMk/>
            <pc:sldMk cId="2255852380" sldId="274"/>
            <ac:spMk id="8" creationId="{1CE2290F-F97F-4215-C19C-85E1642368B3}"/>
          </ac:spMkLst>
        </pc:spChg>
        <pc:spChg chg="add del mod">
          <ac:chgData name="Davis, James C" userId="84778d94-b1cc-4a48-87ce-749e1d7d6e72" providerId="ADAL" clId="{C9060C31-8BDE-FF4D-8084-36F3C3CD9A1E}" dt="2024-01-19T04:38:40.376" v="11073" actId="478"/>
          <ac:spMkLst>
            <pc:docMk/>
            <pc:sldMk cId="2255852380" sldId="274"/>
            <ac:spMk id="12" creationId="{1D77220C-87ED-E2C5-3348-60718FDC923E}"/>
          </ac:spMkLst>
        </pc:spChg>
        <pc:spChg chg="add mod">
          <ac:chgData name="Davis, James C" userId="84778d94-b1cc-4a48-87ce-749e1d7d6e72" providerId="ADAL" clId="{C9060C31-8BDE-FF4D-8084-36F3C3CD9A1E}" dt="2024-01-19T04:39:08.858" v="11165" actId="27636"/>
          <ac:spMkLst>
            <pc:docMk/>
            <pc:sldMk cId="2255852380" sldId="274"/>
            <ac:spMk id="13" creationId="{4DE8CDE2-FA5C-6C7E-3EC0-0B670D487F34}"/>
          </ac:spMkLst>
        </pc:spChg>
        <pc:spChg chg="add mod">
          <ac:chgData name="Davis, James C" userId="84778d94-b1cc-4a48-87ce-749e1d7d6e72" providerId="ADAL" clId="{C9060C31-8BDE-FF4D-8084-36F3C3CD9A1E}" dt="2024-01-19T04:40:03.470" v="11318" actId="404"/>
          <ac:spMkLst>
            <pc:docMk/>
            <pc:sldMk cId="2255852380" sldId="274"/>
            <ac:spMk id="14" creationId="{AE9ACCC0-B979-CE2B-3869-4E6F0A60AD4A}"/>
          </ac:spMkLst>
        </pc:spChg>
        <pc:graphicFrameChg chg="add mod ord modGraphic">
          <ac:chgData name="Davis, James C" userId="84778d94-b1cc-4a48-87ce-749e1d7d6e72" providerId="ADAL" clId="{C9060C31-8BDE-FF4D-8084-36F3C3CD9A1E}" dt="2024-01-19T04:36:25.867" v="10990" actId="20577"/>
          <ac:graphicFrameMkLst>
            <pc:docMk/>
            <pc:sldMk cId="2255852380" sldId="274"/>
            <ac:graphicFrameMk id="9" creationId="{44163BC2-6D37-0C0D-50B5-A550E0ADF760}"/>
          </ac:graphicFrameMkLst>
        </pc:graphicFrameChg>
        <pc:graphicFrameChg chg="add mod modGraphic">
          <ac:chgData name="Davis, James C" userId="84778d94-b1cc-4a48-87ce-749e1d7d6e72" providerId="ADAL" clId="{C9060C31-8BDE-FF4D-8084-36F3C3CD9A1E}" dt="2024-01-19T04:37:54.510" v="11026" actId="20577"/>
          <ac:graphicFrameMkLst>
            <pc:docMk/>
            <pc:sldMk cId="2255852380" sldId="274"/>
            <ac:graphicFrameMk id="10" creationId="{63294977-0EA2-78D8-F364-5A1D43DD6EE6}"/>
          </ac:graphicFrameMkLst>
        </pc:graphicFrameChg>
      </pc:sldChg>
      <pc:sldChg chg="addSp modSp new mod modNotesTx">
        <pc:chgData name="Davis, James C" userId="84778d94-b1cc-4a48-87ce-749e1d7d6e72" providerId="ADAL" clId="{C9060C31-8BDE-FF4D-8084-36F3C3CD9A1E}" dt="2024-01-19T05:01:00.161" v="13535" actId="5793"/>
        <pc:sldMkLst>
          <pc:docMk/>
          <pc:sldMk cId="4176591448" sldId="275"/>
        </pc:sldMkLst>
        <pc:spChg chg="add mod">
          <ac:chgData name="Davis, James C" userId="84778d94-b1cc-4a48-87ce-749e1d7d6e72" providerId="ADAL" clId="{C9060C31-8BDE-FF4D-8084-36F3C3CD9A1E}" dt="2024-01-19T04:59:57.519" v="13255" actId="14100"/>
          <ac:spMkLst>
            <pc:docMk/>
            <pc:sldMk cId="4176591448" sldId="275"/>
            <ac:spMk id="4" creationId="{DE2862EF-31A9-DA82-685B-DCC9F049336E}"/>
          </ac:spMkLst>
        </pc:spChg>
        <pc:picChg chg="add mod">
          <ac:chgData name="Davis, James C" userId="84778d94-b1cc-4a48-87ce-749e1d7d6e72" providerId="ADAL" clId="{C9060C31-8BDE-FF4D-8084-36F3C3CD9A1E}" dt="2024-01-19T04:59:37.195" v="13202" actId="14100"/>
          <ac:picMkLst>
            <pc:docMk/>
            <pc:sldMk cId="4176591448" sldId="275"/>
            <ac:picMk id="3" creationId="{22762EDE-6053-AB1B-C118-D928EBCB53F0}"/>
          </ac:picMkLst>
        </pc:picChg>
      </pc:sldChg>
      <pc:sldChg chg="addSp delSp modSp new mod modClrScheme chgLayout modNotesTx">
        <pc:chgData name="Davis, James C" userId="84778d94-b1cc-4a48-87ce-749e1d7d6e72" providerId="ADAL" clId="{C9060C31-8BDE-FF4D-8084-36F3C3CD9A1E}" dt="2024-01-19T05:11:56.639" v="14194" actId="20577"/>
        <pc:sldMkLst>
          <pc:docMk/>
          <pc:sldMk cId="1924462530" sldId="276"/>
        </pc:sldMkLst>
        <pc:spChg chg="mod ord">
          <ac:chgData name="Davis, James C" userId="84778d94-b1cc-4a48-87ce-749e1d7d6e72" providerId="ADAL" clId="{C9060C31-8BDE-FF4D-8084-36F3C3CD9A1E}" dt="2024-01-19T05:05:20.984" v="13573" actId="700"/>
          <ac:spMkLst>
            <pc:docMk/>
            <pc:sldMk cId="1924462530" sldId="276"/>
            <ac:spMk id="2" creationId="{9FA6400E-A2E9-9C08-0793-1349BF246493}"/>
          </ac:spMkLst>
        </pc:spChg>
        <pc:spChg chg="add mod">
          <ac:chgData name="Davis, James C" userId="84778d94-b1cc-4a48-87ce-749e1d7d6e72" providerId="ADAL" clId="{C9060C31-8BDE-FF4D-8084-36F3C3CD9A1E}" dt="2024-01-19T05:03:13.263" v="13570" actId="403"/>
          <ac:spMkLst>
            <pc:docMk/>
            <pc:sldMk cId="1924462530" sldId="276"/>
            <ac:spMk id="4" creationId="{2E2AACCF-A830-6197-CC97-050EC0B79C0F}"/>
          </ac:spMkLst>
        </pc:spChg>
        <pc:spChg chg="add del mod ord">
          <ac:chgData name="Davis, James C" userId="84778d94-b1cc-4a48-87ce-749e1d7d6e72" providerId="ADAL" clId="{C9060C31-8BDE-FF4D-8084-36F3C3CD9A1E}" dt="2024-01-19T05:05:20.984" v="13573" actId="700"/>
          <ac:spMkLst>
            <pc:docMk/>
            <pc:sldMk cId="1924462530" sldId="276"/>
            <ac:spMk id="5" creationId="{4FBEC4FE-8163-0544-62B5-98A28C50C64B}"/>
          </ac:spMkLst>
        </pc:spChg>
        <pc:spChg chg="add del mod ord">
          <ac:chgData name="Davis, James C" userId="84778d94-b1cc-4a48-87ce-749e1d7d6e72" providerId="ADAL" clId="{C9060C31-8BDE-FF4D-8084-36F3C3CD9A1E}" dt="2024-01-19T05:05:20.984" v="13573" actId="700"/>
          <ac:spMkLst>
            <pc:docMk/>
            <pc:sldMk cId="1924462530" sldId="276"/>
            <ac:spMk id="6" creationId="{95BDD89A-91B3-05B4-43BA-7C405D9E9AFD}"/>
          </ac:spMkLst>
        </pc:spChg>
        <pc:picChg chg="add mod">
          <ac:chgData name="Davis, James C" userId="84778d94-b1cc-4a48-87ce-749e1d7d6e72" providerId="ADAL" clId="{C9060C31-8BDE-FF4D-8084-36F3C3CD9A1E}" dt="2024-01-19T05:01:41.603" v="13539" actId="1076"/>
          <ac:picMkLst>
            <pc:docMk/>
            <pc:sldMk cId="1924462530" sldId="276"/>
            <ac:picMk id="3" creationId="{2BB42FC5-8BA4-8DD1-13A2-D461C6CB8658}"/>
          </ac:picMkLst>
        </pc:picChg>
      </pc:sldChg>
      <pc:sldChg chg="addSp delSp modSp new mod modClrScheme chgLayout modNotesTx">
        <pc:chgData name="Davis, James C" userId="84778d94-b1cc-4a48-87ce-749e1d7d6e72" providerId="ADAL" clId="{C9060C31-8BDE-FF4D-8084-36F3C3CD9A1E}" dt="2024-01-19T05:31:27.326" v="15017" actId="20577"/>
        <pc:sldMkLst>
          <pc:docMk/>
          <pc:sldMk cId="3376396686" sldId="277"/>
        </pc:sldMkLst>
        <pc:spChg chg="mod ord">
          <ac:chgData name="Davis, James C" userId="84778d94-b1cc-4a48-87ce-749e1d7d6e72" providerId="ADAL" clId="{C9060C31-8BDE-FF4D-8084-36F3C3CD9A1E}" dt="2024-01-19T05:05:32.238" v="13575" actId="700"/>
          <ac:spMkLst>
            <pc:docMk/>
            <pc:sldMk cId="3376396686" sldId="277"/>
            <ac:spMk id="2" creationId="{059EB5DF-8534-85E4-EDE5-A750B43175DF}"/>
          </ac:spMkLst>
        </pc:spChg>
        <pc:spChg chg="add mod ord">
          <ac:chgData name="Davis, James C" userId="84778d94-b1cc-4a48-87ce-749e1d7d6e72" providerId="ADAL" clId="{C9060C31-8BDE-FF4D-8084-36F3C3CD9A1E}" dt="2024-01-19T05:09:53.877" v="13951" actId="113"/>
          <ac:spMkLst>
            <pc:docMk/>
            <pc:sldMk cId="3376396686" sldId="277"/>
            <ac:spMk id="3" creationId="{FE024C60-E35A-0064-B775-7135A624A949}"/>
          </ac:spMkLst>
        </pc:spChg>
        <pc:spChg chg="add del mod ord">
          <ac:chgData name="Davis, James C" userId="84778d94-b1cc-4a48-87ce-749e1d7d6e72" providerId="ADAL" clId="{C9060C31-8BDE-FF4D-8084-36F3C3CD9A1E}" dt="2024-01-19T05:05:47.206" v="13628" actId="478"/>
          <ac:spMkLst>
            <pc:docMk/>
            <pc:sldMk cId="3376396686" sldId="277"/>
            <ac:spMk id="4" creationId="{DA8EC4BF-142A-E704-A9C4-23DEA6B32DD8}"/>
          </ac:spMkLst>
        </pc:spChg>
        <pc:spChg chg="add mod">
          <ac:chgData name="Davis, James C" userId="84778d94-b1cc-4a48-87ce-749e1d7d6e72" providerId="ADAL" clId="{C9060C31-8BDE-FF4D-8084-36F3C3CD9A1E}" dt="2024-01-19T05:08:57.008" v="13924" actId="1076"/>
          <ac:spMkLst>
            <pc:docMk/>
            <pc:sldMk cId="3376396686" sldId="277"/>
            <ac:spMk id="6" creationId="{98705DE1-9F39-0911-83FA-C1C4924D5D01}"/>
          </ac:spMkLst>
        </pc:spChg>
        <pc:graphicFrameChg chg="add mod modGraphic">
          <ac:chgData name="Davis, James C" userId="84778d94-b1cc-4a48-87ce-749e1d7d6e72" providerId="ADAL" clId="{C9060C31-8BDE-FF4D-8084-36F3C3CD9A1E}" dt="2024-01-19T05:09:43.312" v="13945" actId="20577"/>
          <ac:graphicFrameMkLst>
            <pc:docMk/>
            <pc:sldMk cId="3376396686" sldId="277"/>
            <ac:graphicFrameMk id="5" creationId="{B6EB5CA6-4ACF-71D8-C820-CD5774275F98}"/>
          </ac:graphicFrameMkLst>
        </pc:graphicFrameChg>
      </pc:sldChg>
      <pc:sldChg chg="addSp delSp modSp new mod modClrScheme chgLayout">
        <pc:chgData name="Davis, James C" userId="84778d94-b1cc-4a48-87ce-749e1d7d6e72" providerId="ADAL" clId="{C9060C31-8BDE-FF4D-8084-36F3C3CD9A1E}" dt="2024-01-19T05:11:27.840" v="14090" actId="20577"/>
        <pc:sldMkLst>
          <pc:docMk/>
          <pc:sldMk cId="998455109" sldId="278"/>
        </pc:sldMkLst>
        <pc:spChg chg="del">
          <ac:chgData name="Davis, James C" userId="84778d94-b1cc-4a48-87ce-749e1d7d6e72" providerId="ADAL" clId="{C9060C31-8BDE-FF4D-8084-36F3C3CD9A1E}" dt="2024-01-19T05:10:35.128" v="13953" actId="478"/>
          <ac:spMkLst>
            <pc:docMk/>
            <pc:sldMk cId="998455109" sldId="278"/>
            <ac:spMk id="2" creationId="{29A68F75-56CF-6406-47AE-724EC1626F99}"/>
          </ac:spMkLst>
        </pc:spChg>
        <pc:spChg chg="del">
          <ac:chgData name="Davis, James C" userId="84778d94-b1cc-4a48-87ce-749e1d7d6e72" providerId="ADAL" clId="{C9060C31-8BDE-FF4D-8084-36F3C3CD9A1E}" dt="2024-01-19T05:10:38.047" v="13954" actId="700"/>
          <ac:spMkLst>
            <pc:docMk/>
            <pc:sldMk cId="998455109" sldId="278"/>
            <ac:spMk id="3" creationId="{6FA13E06-9B00-A3F1-BB70-A5740B96C14F}"/>
          </ac:spMkLst>
        </pc:spChg>
        <pc:spChg chg="mod ord">
          <ac:chgData name="Davis, James C" userId="84778d94-b1cc-4a48-87ce-749e1d7d6e72" providerId="ADAL" clId="{C9060C31-8BDE-FF4D-8084-36F3C3CD9A1E}" dt="2024-01-19T05:10:38.047" v="13954" actId="700"/>
          <ac:spMkLst>
            <pc:docMk/>
            <pc:sldMk cId="998455109" sldId="278"/>
            <ac:spMk id="4" creationId="{8E608D80-92BD-B6D3-684E-C98288FC0541}"/>
          </ac:spMkLst>
        </pc:spChg>
        <pc:spChg chg="add mod">
          <ac:chgData name="Davis, James C" userId="84778d94-b1cc-4a48-87ce-749e1d7d6e72" providerId="ADAL" clId="{C9060C31-8BDE-FF4D-8084-36F3C3CD9A1E}" dt="2024-01-19T05:11:27.840" v="14090" actId="20577"/>
          <ac:spMkLst>
            <pc:docMk/>
            <pc:sldMk cId="998455109" sldId="278"/>
            <ac:spMk id="6" creationId="{764FBA50-DADE-6360-C23E-460A97F6828E}"/>
          </ac:spMkLst>
        </pc:spChg>
        <pc:picChg chg="add mod">
          <ac:chgData name="Davis, James C" userId="84778d94-b1cc-4a48-87ce-749e1d7d6e72" providerId="ADAL" clId="{C9060C31-8BDE-FF4D-8084-36F3C3CD9A1E}" dt="2024-01-19T05:11:22.324" v="14062" actId="1076"/>
          <ac:picMkLst>
            <pc:docMk/>
            <pc:sldMk cId="998455109" sldId="278"/>
            <ac:picMk id="5" creationId="{654B55AA-4F39-DA06-42CB-B25E5A74A871}"/>
          </ac:picMkLst>
        </pc:picChg>
      </pc:sldChg>
      <pc:sldChg chg="del">
        <pc:chgData name="Davis, James C" userId="84778d94-b1cc-4a48-87ce-749e1d7d6e72" providerId="ADAL" clId="{C9060C31-8BDE-FF4D-8084-36F3C3CD9A1E}" dt="2024-01-19T01:40:35.738" v="39" actId="2696"/>
        <pc:sldMkLst>
          <pc:docMk/>
          <pc:sldMk cId="4283807312" sldId="279"/>
        </pc:sldMkLst>
      </pc:sldChg>
      <pc:sldChg chg="del">
        <pc:chgData name="Davis, James C" userId="84778d94-b1cc-4a48-87ce-749e1d7d6e72" providerId="ADAL" clId="{C9060C31-8BDE-FF4D-8084-36F3C3CD9A1E}" dt="2024-01-19T01:40:35.713" v="30" actId="2696"/>
        <pc:sldMkLst>
          <pc:docMk/>
          <pc:sldMk cId="3193249446" sldId="280"/>
        </pc:sldMkLst>
      </pc:sldChg>
      <pc:sldChg chg="del">
        <pc:chgData name="Davis, James C" userId="84778d94-b1cc-4a48-87ce-749e1d7d6e72" providerId="ADAL" clId="{C9060C31-8BDE-FF4D-8084-36F3C3CD9A1E}" dt="2024-01-19T01:40:35.719" v="32" actId="2696"/>
        <pc:sldMkLst>
          <pc:docMk/>
          <pc:sldMk cId="3178303344" sldId="327"/>
        </pc:sldMkLst>
      </pc:sldChg>
      <pc:sldChg chg="del">
        <pc:chgData name="Davis, James C" userId="84778d94-b1cc-4a48-87ce-749e1d7d6e72" providerId="ADAL" clId="{C9060C31-8BDE-FF4D-8084-36F3C3CD9A1E}" dt="2024-01-19T01:40:35.740" v="40" actId="2696"/>
        <pc:sldMkLst>
          <pc:docMk/>
          <pc:sldMk cId="2959045582" sldId="328"/>
        </pc:sldMkLst>
      </pc:sldChg>
      <pc:sldChg chg="del">
        <pc:chgData name="Davis, James C" userId="84778d94-b1cc-4a48-87ce-749e1d7d6e72" providerId="ADAL" clId="{C9060C31-8BDE-FF4D-8084-36F3C3CD9A1E}" dt="2024-01-19T01:40:35.834" v="44" actId="2696"/>
        <pc:sldMkLst>
          <pc:docMk/>
          <pc:sldMk cId="3842838845" sldId="329"/>
        </pc:sldMkLst>
      </pc:sldChg>
      <pc:sldChg chg="del">
        <pc:chgData name="Davis, James C" userId="84778d94-b1cc-4a48-87ce-749e1d7d6e72" providerId="ADAL" clId="{C9060C31-8BDE-FF4D-8084-36F3C3CD9A1E}" dt="2024-01-19T01:40:35.855" v="47" actId="2696"/>
        <pc:sldMkLst>
          <pc:docMk/>
          <pc:sldMk cId="2847513733" sldId="330"/>
        </pc:sldMkLst>
      </pc:sldChg>
      <pc:sldChg chg="del">
        <pc:chgData name="Davis, James C" userId="84778d94-b1cc-4a48-87ce-749e1d7d6e72" providerId="ADAL" clId="{C9060C31-8BDE-FF4D-8084-36F3C3CD9A1E}" dt="2024-01-19T01:40:35.733" v="37" actId="2696"/>
        <pc:sldMkLst>
          <pc:docMk/>
          <pc:sldMk cId="1543460795" sldId="331"/>
        </pc:sldMkLst>
      </pc:sldChg>
      <pc:sldChg chg="del">
        <pc:chgData name="Davis, James C" userId="84778d94-b1cc-4a48-87ce-749e1d7d6e72" providerId="ADAL" clId="{C9060C31-8BDE-FF4D-8084-36F3C3CD9A1E}" dt="2024-01-19T01:40:35.837" v="45" actId="2696"/>
        <pc:sldMkLst>
          <pc:docMk/>
          <pc:sldMk cId="728823716" sldId="332"/>
        </pc:sldMkLst>
      </pc:sldChg>
      <pc:sldChg chg="del">
        <pc:chgData name="Davis, James C" userId="84778d94-b1cc-4a48-87ce-749e1d7d6e72" providerId="ADAL" clId="{C9060C31-8BDE-FF4D-8084-36F3C3CD9A1E}" dt="2024-01-19T01:40:35.715" v="31" actId="2696"/>
        <pc:sldMkLst>
          <pc:docMk/>
          <pc:sldMk cId="4226973084" sldId="333"/>
        </pc:sldMkLst>
      </pc:sldChg>
      <pc:sldChg chg="del">
        <pc:chgData name="Davis, James C" userId="84778d94-b1cc-4a48-87ce-749e1d7d6e72" providerId="ADAL" clId="{C9060C31-8BDE-FF4D-8084-36F3C3CD9A1E}" dt="2024-01-19T01:40:35.727" v="35" actId="2696"/>
        <pc:sldMkLst>
          <pc:docMk/>
          <pc:sldMk cId="3700356998" sldId="335"/>
        </pc:sldMkLst>
      </pc:sldChg>
      <pc:sldChg chg="del">
        <pc:chgData name="Davis, James C" userId="84778d94-b1cc-4a48-87ce-749e1d7d6e72" providerId="ADAL" clId="{C9060C31-8BDE-FF4D-8084-36F3C3CD9A1E}" dt="2024-01-19T01:40:35.899" v="50" actId="2696"/>
        <pc:sldMkLst>
          <pc:docMk/>
          <pc:sldMk cId="3092474482" sldId="336"/>
        </pc:sldMkLst>
      </pc:sldChg>
      <pc:sldChg chg="del">
        <pc:chgData name="Davis, James C" userId="84778d94-b1cc-4a48-87ce-749e1d7d6e72" providerId="ADAL" clId="{C9060C31-8BDE-FF4D-8084-36F3C3CD9A1E}" dt="2024-01-19T01:40:35.729" v="36" actId="2696"/>
        <pc:sldMkLst>
          <pc:docMk/>
          <pc:sldMk cId="2275955638" sldId="337"/>
        </pc:sldMkLst>
      </pc:sldChg>
      <pc:sldChg chg="del">
        <pc:chgData name="Davis, James C" userId="84778d94-b1cc-4a48-87ce-749e1d7d6e72" providerId="ADAL" clId="{C9060C31-8BDE-FF4D-8084-36F3C3CD9A1E}" dt="2024-01-19T01:40:35.736" v="38" actId="2696"/>
        <pc:sldMkLst>
          <pc:docMk/>
          <pc:sldMk cId="2629607491" sldId="339"/>
        </pc:sldMkLst>
      </pc:sldChg>
      <pc:sldChg chg="del">
        <pc:chgData name="Davis, James C" userId="84778d94-b1cc-4a48-87ce-749e1d7d6e72" providerId="ADAL" clId="{C9060C31-8BDE-FF4D-8084-36F3C3CD9A1E}" dt="2024-01-19T01:40:35.864" v="48" actId="2696"/>
        <pc:sldMkLst>
          <pc:docMk/>
          <pc:sldMk cId="3487360237" sldId="340"/>
        </pc:sldMkLst>
      </pc:sldChg>
      <pc:sldChg chg="del">
        <pc:chgData name="Davis, James C" userId="84778d94-b1cc-4a48-87ce-749e1d7d6e72" providerId="ADAL" clId="{C9060C31-8BDE-FF4D-8084-36F3C3CD9A1E}" dt="2024-01-19T01:40:35.762" v="42" actId="2696"/>
        <pc:sldMkLst>
          <pc:docMk/>
          <pc:sldMk cId="2115629209" sldId="342"/>
        </pc:sldMkLst>
      </pc:sldChg>
      <pc:sldChg chg="del">
        <pc:chgData name="Davis, James C" userId="84778d94-b1cc-4a48-87ce-749e1d7d6e72" providerId="ADAL" clId="{C9060C31-8BDE-FF4D-8084-36F3C3CD9A1E}" dt="2024-01-19T01:40:35.725" v="34" actId="2696"/>
        <pc:sldMkLst>
          <pc:docMk/>
          <pc:sldMk cId="2360516860" sldId="343"/>
        </pc:sldMkLst>
      </pc:sldChg>
      <pc:sldChg chg="del">
        <pc:chgData name="Davis, James C" userId="84778d94-b1cc-4a48-87ce-749e1d7d6e72" providerId="ADAL" clId="{C9060C31-8BDE-FF4D-8084-36F3C3CD9A1E}" dt="2024-01-19T01:40:35.742" v="41" actId="2696"/>
        <pc:sldMkLst>
          <pc:docMk/>
          <pc:sldMk cId="122215338" sldId="344"/>
        </pc:sldMkLst>
      </pc:sldChg>
      <pc:sldChg chg="del">
        <pc:chgData name="Davis, James C" userId="84778d94-b1cc-4a48-87ce-749e1d7d6e72" providerId="ADAL" clId="{C9060C31-8BDE-FF4D-8084-36F3C3CD9A1E}" dt="2024-01-19T01:40:35.765" v="43" actId="2696"/>
        <pc:sldMkLst>
          <pc:docMk/>
          <pc:sldMk cId="663049466" sldId="345"/>
        </pc:sldMkLst>
      </pc:sldChg>
      <pc:sldChg chg="del">
        <pc:chgData name="Davis, James C" userId="84778d94-b1cc-4a48-87ce-749e1d7d6e72" providerId="ADAL" clId="{C9060C31-8BDE-FF4D-8084-36F3C3CD9A1E}" dt="2024-01-19T01:40:35.723" v="33" actId="2696"/>
        <pc:sldMkLst>
          <pc:docMk/>
          <pc:sldMk cId="3912616925" sldId="346"/>
        </pc:sldMkLst>
      </pc:sldChg>
      <pc:sldChg chg="del">
        <pc:chgData name="Davis, James C" userId="84778d94-b1cc-4a48-87ce-749e1d7d6e72" providerId="ADAL" clId="{C9060C31-8BDE-FF4D-8084-36F3C3CD9A1E}" dt="2024-01-19T01:40:35.838" v="46" actId="2696"/>
        <pc:sldMkLst>
          <pc:docMk/>
          <pc:sldMk cId="2446612601" sldId="348"/>
        </pc:sldMkLst>
      </pc:sldChg>
      <pc:sldChg chg="del">
        <pc:chgData name="Davis, James C" userId="84778d94-b1cc-4a48-87ce-749e1d7d6e72" providerId="ADAL" clId="{C9060C31-8BDE-FF4D-8084-36F3C3CD9A1E}" dt="2024-01-19T01:40:35.888" v="49" actId="2696"/>
        <pc:sldMkLst>
          <pc:docMk/>
          <pc:sldMk cId="3185985796" sldId="349"/>
        </pc:sldMkLst>
      </pc:sldChg>
      <pc:sldChg chg="add">
        <pc:chgData name="Davis, James C" userId="84778d94-b1cc-4a48-87ce-749e1d7d6e72" providerId="ADAL" clId="{C9060C31-8BDE-FF4D-8084-36F3C3CD9A1E}" dt="2024-01-19T05:22:02.838" v="14195"/>
        <pc:sldMkLst>
          <pc:docMk/>
          <pc:sldMk cId="810143067" sldId="350"/>
        </pc:sldMkLst>
      </pc:sldChg>
      <pc:sldChg chg="modSp add mod">
        <pc:chgData name="Davis, James C" userId="84778d94-b1cc-4a48-87ce-749e1d7d6e72" providerId="ADAL" clId="{C9060C31-8BDE-FF4D-8084-36F3C3CD9A1E}" dt="2024-01-19T05:22:14.370" v="14210" actId="20577"/>
        <pc:sldMkLst>
          <pc:docMk/>
          <pc:sldMk cId="480741218" sldId="351"/>
        </pc:sldMkLst>
        <pc:spChg chg="mod">
          <ac:chgData name="Davis, James C" userId="84778d94-b1cc-4a48-87ce-749e1d7d6e72" providerId="ADAL" clId="{C9060C31-8BDE-FF4D-8084-36F3C3CD9A1E}" dt="2024-01-19T05:22:14.370" v="14210" actId="20577"/>
          <ac:spMkLst>
            <pc:docMk/>
            <pc:sldMk cId="480741218" sldId="351"/>
            <ac:spMk id="5" creationId="{846BCE7F-BE67-715F-3914-0911F12AD006}"/>
          </ac:spMkLst>
        </pc:spChg>
      </pc:sldChg>
      <pc:sldChg chg="modSp new mod modNotesTx">
        <pc:chgData name="Davis, James C" userId="84778d94-b1cc-4a48-87ce-749e1d7d6e72" providerId="ADAL" clId="{C9060C31-8BDE-FF4D-8084-36F3C3CD9A1E}" dt="2024-01-19T05:24:27.917" v="14721" actId="20577"/>
        <pc:sldMkLst>
          <pc:docMk/>
          <pc:sldMk cId="485814614" sldId="352"/>
        </pc:sldMkLst>
        <pc:spChg chg="mod">
          <ac:chgData name="Davis, James C" userId="84778d94-b1cc-4a48-87ce-749e1d7d6e72" providerId="ADAL" clId="{C9060C31-8BDE-FF4D-8084-36F3C3CD9A1E}" dt="2024-01-19T05:24:02.061" v="14585" actId="21"/>
          <ac:spMkLst>
            <pc:docMk/>
            <pc:sldMk cId="485814614" sldId="352"/>
            <ac:spMk id="2" creationId="{486A1696-C741-0088-8DF1-4480234254F6}"/>
          </ac:spMkLst>
        </pc:spChg>
        <pc:spChg chg="mod">
          <ac:chgData name="Davis, James C" userId="84778d94-b1cc-4a48-87ce-749e1d7d6e72" providerId="ADAL" clId="{C9060C31-8BDE-FF4D-8084-36F3C3CD9A1E}" dt="2024-01-19T05:22:24.961" v="14247" actId="20577"/>
          <ac:spMkLst>
            <pc:docMk/>
            <pc:sldMk cId="485814614" sldId="352"/>
            <ac:spMk id="3" creationId="{76A412AD-418A-52CE-3B14-E2C26EEA1B9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2/13/26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5842-B6C9-182E-36B4-C825CDE28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6F309-BBF5-7936-05F3-509A96808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5AFF5-27EC-46A6-2CBA-482127ABA5E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We’re going to work our way through the general and specific techniques recommended by 61508, following the stages of the V-model.</a:t>
            </a:r>
          </a:p>
        </p:txBody>
      </p:sp>
      <p:sp>
        <p:nvSpPr>
          <p:cNvPr id="4" name="Slide Number Placeholder 3">
            <a:extLst>
              <a:ext uri="{FF2B5EF4-FFF2-40B4-BE49-F238E27FC236}">
                <a16:creationId xmlns:a16="http://schemas.microsoft.com/office/drawing/2014/main" id="{222B58B7-8FD1-3DEC-F76F-8A7739A77C83}"/>
              </a:ext>
            </a:extLst>
          </p:cNvPr>
          <p:cNvSpPr>
            <a:spLocks noGrp="1"/>
          </p:cNvSpPr>
          <p:nvPr>
            <p:ph type="sldNum" sz="quarter" idx="5"/>
          </p:nvPr>
        </p:nvSpPr>
        <p:spPr/>
        <p:txBody>
          <a:bodyPr/>
          <a:lstStyle/>
          <a:p>
            <a:fld id="{FF209F92-05EE-6F4A-AD9C-ED35F0F76927}" type="slidenum">
              <a:rPr lang="en-US" smtClean="0"/>
              <a:t>4</a:t>
            </a:fld>
            <a:endParaRPr lang="en-US"/>
          </a:p>
        </p:txBody>
      </p:sp>
    </p:spTree>
    <p:extLst>
      <p:ext uri="{BB962C8B-B14F-4D97-AF65-F5344CB8AC3E}">
        <p14:creationId xmlns:p14="http://schemas.microsoft.com/office/powerpoint/2010/main" val="3126398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Babbage articulated the intuition behind design diversity almost 200 years ago.</a:t>
            </a:r>
          </a:p>
          <a:p>
            <a:r>
              <a:rPr lang="en-US" dirty="0"/>
              <a:t>“If we compute it two totally distinct ways and they agree, we should be secure.”</a:t>
            </a:r>
          </a:p>
          <a:p>
            <a:endParaRPr lang="en-US" dirty="0"/>
          </a:p>
          <a:p>
            <a:r>
              <a:rPr lang="en-US" dirty="0"/>
              <a:t>Let’s see the position that 61508 takes on this matter.</a:t>
            </a:r>
          </a:p>
        </p:txBody>
      </p:sp>
      <p:sp>
        <p:nvSpPr>
          <p:cNvPr id="4" name="Slide Number Placeholder 3"/>
          <p:cNvSpPr>
            <a:spLocks noGrp="1"/>
          </p:cNvSpPr>
          <p:nvPr>
            <p:ph type="sldNum" sz="quarter" idx="5"/>
          </p:nvPr>
        </p:nvSpPr>
        <p:spPr/>
        <p:txBody>
          <a:bodyPr/>
          <a:lstStyle/>
          <a:p>
            <a:fld id="{FF209F92-05EE-6F4A-AD9C-ED35F0F76927}" type="slidenum">
              <a:rPr lang="en-US" smtClean="0"/>
              <a:t>5</a:t>
            </a:fld>
            <a:endParaRPr lang="en-US"/>
          </a:p>
        </p:txBody>
      </p:sp>
    </p:spTree>
    <p:extLst>
      <p:ext uri="{BB962C8B-B14F-4D97-AF65-F5344CB8AC3E}">
        <p14:creationId xmlns:p14="http://schemas.microsoft.com/office/powerpoint/2010/main" val="593222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CONTEXT – PART 2, HARDWARE SYSTEMATIC FAILURE MITIGATION</a:t>
            </a:r>
            <a:endParaRPr lang="en-US" dirty="0"/>
          </a:p>
          <a:p>
            <a:r>
              <a:rPr lang="en-US" dirty="0"/>
              <a:t>Before we talk about diversity in software, it is instructive to contrast with IEC 61508’s position on diversity in hardware.</a:t>
            </a:r>
          </a:p>
          <a:p>
            <a:r>
              <a:rPr lang="en-US" dirty="0"/>
              <a:t>Part 2 describes the considerations for high-assurance hardware design in safety-critical contexts.</a:t>
            </a:r>
          </a:p>
          <a:p>
            <a:endParaRPr lang="en-US" dirty="0"/>
          </a:p>
          <a:p>
            <a:r>
              <a:rPr lang="en-US" dirty="0"/>
              <a:t>We will use this hardware framing as a baseline before examining the software analogue in Part 3.</a:t>
            </a:r>
          </a:p>
          <a:p>
            <a:r>
              <a:rPr lang="en-US" dirty="0"/>
              <a:t>In Part 2, the companion table of Part 3’s Table A.2 (techniques to control systematic failures) is Table A.15.</a:t>
            </a:r>
          </a:p>
          <a:p>
            <a:endParaRPr lang="en-US" dirty="0"/>
          </a:p>
          <a:p>
            <a:r>
              <a:rPr lang="en-US" dirty="0"/>
              <a:t>In Part 2, 61508 acknowledges two different forms of redundancy or diversity.</a:t>
            </a:r>
          </a:p>
          <a:p>
            <a:endParaRPr lang="en-US" dirty="0"/>
          </a:p>
          <a:p>
            <a:r>
              <a:rPr lang="en-US" b="1" dirty="0"/>
              <a:t>TESTS BY REDUNDANT HARDWARE (A.2.1)</a:t>
            </a:r>
            <a:endParaRPr lang="en-US" dirty="0"/>
          </a:p>
          <a:p>
            <a:r>
              <a:rPr lang="en-US" dirty="0"/>
              <a:t>This technique uses two or more hardware channels that support the same safety function.</a:t>
            </a:r>
          </a:p>
          <a:p>
            <a:r>
              <a:rPr lang="en-US" dirty="0"/>
              <a:t>The purpose is runtime fault detection through replication.</a:t>
            </a:r>
          </a:p>
          <a:p>
            <a:endParaRPr lang="en-US" dirty="0"/>
          </a:p>
          <a:p>
            <a:r>
              <a:rPr lang="en-US" i="1" dirty="0"/>
              <a:t>Lower rigor: temporal supervision</a:t>
            </a:r>
            <a:endParaRPr lang="en-US" dirty="0"/>
          </a:p>
          <a:p>
            <a:r>
              <a:rPr lang="en-US" dirty="0"/>
              <a:t>Program sequence monitoring or watchdogs confirm liveness or timing behavior.</a:t>
            </a:r>
          </a:p>
          <a:p>
            <a:r>
              <a:rPr lang="en-US" dirty="0"/>
              <a:t>These monitors check that the hardware acts within a required time window.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example, a watchdog timer might reset or shut down a controller if it fails to toggle a heartbeat signal within a specified deadline.</a:t>
            </a:r>
          </a:p>
          <a:p>
            <a:r>
              <a:rPr lang="en-US" dirty="0"/>
              <a:t>This is temporal supervision rather than logical comparison of full functionality.</a:t>
            </a:r>
          </a:p>
          <a:p>
            <a:br>
              <a:rPr lang="en-US" dirty="0"/>
            </a:br>
            <a:r>
              <a:rPr lang="en-US" i="1" dirty="0"/>
              <a:t>Higher rigor: replicated computation with voting</a:t>
            </a:r>
            <a:endParaRPr lang="en-US" dirty="0"/>
          </a:p>
          <a:p>
            <a:r>
              <a:rPr lang="en-US" dirty="0"/>
              <a:t>Distinct channels compute the same safety function and their outputs are compared or voted.</a:t>
            </a:r>
          </a:p>
          <a:p>
            <a:r>
              <a:rPr lang="en-US" dirty="0"/>
              <a:t>This allows detection of logical discrepancies, not just missed deadlines.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common example is a 2-out-of-3 architecture with a majority voting rule to resolve conflicts.</a:t>
            </a:r>
          </a:p>
          <a:p>
            <a:endParaRPr lang="en-US" dirty="0"/>
          </a:p>
          <a:p>
            <a:r>
              <a:rPr lang="en-US" b="1" dirty="0"/>
              <a:t>DIVERSE HARDWARE (B.1.4)</a:t>
            </a:r>
            <a:endParaRPr lang="en-US" dirty="0"/>
          </a:p>
          <a:p>
            <a:r>
              <a:rPr lang="en-US" dirty="0"/>
              <a:t>This technique uses architectural diversity to reduce common-cause or systematic hardware design faults.</a:t>
            </a:r>
          </a:p>
          <a:p>
            <a:r>
              <a:rPr lang="en-US" dirty="0"/>
              <a:t>The purpose is to reduce the probability that a single design error defeats the safety function.</a:t>
            </a:r>
          </a:p>
          <a:p>
            <a:endParaRPr lang="en-US" dirty="0"/>
          </a:p>
          <a:p>
            <a:r>
              <a:rPr lang="en-US" i="1" dirty="0"/>
              <a:t>Lower rigor: design diversity</a:t>
            </a:r>
            <a:endParaRPr lang="en-US" dirty="0"/>
          </a:p>
          <a:p>
            <a:r>
              <a:rPr lang="en-US" dirty="0"/>
              <a:t>Two or more hardware items carry out the same safety function but differ in design.</a:t>
            </a:r>
          </a:p>
          <a:p>
            <a:r>
              <a:rPr lang="en-US" dirty="0"/>
              <a:t>The implementations may use different processors, architectures, toolchains, or development teams.</a:t>
            </a:r>
          </a:p>
          <a:p>
            <a:r>
              <a:rPr lang="en-US" dirty="0"/>
              <a:t>Each channel satisfies the same safety requirements independently.</a:t>
            </a:r>
          </a:p>
          <a:p>
            <a:r>
              <a:rPr lang="en-US" dirty="0"/>
              <a:t>The intent is to reduce the likelihood of common-cause systematic faults affecting all channels simultaneously.</a:t>
            </a:r>
          </a:p>
          <a:p>
            <a:br>
              <a:rPr lang="en-US" dirty="0"/>
            </a:br>
            <a:r>
              <a:rPr lang="en-US" i="1" dirty="0"/>
              <a:t>Higher rigor: function diversity</a:t>
            </a:r>
            <a:endParaRPr lang="en-US" dirty="0"/>
          </a:p>
          <a:p>
            <a:r>
              <a:rPr lang="en-US" dirty="0"/>
              <a:t>Different hardware items carry out different protective functions for the same safety goal.</a:t>
            </a:r>
          </a:p>
          <a:p>
            <a:r>
              <a:rPr lang="en-US" dirty="0"/>
              <a:t>The mechanisms may rely on different sensing principles or different physical effects.</a:t>
            </a:r>
          </a:p>
          <a:p>
            <a:r>
              <a:rPr lang="en-US" dirty="0"/>
              <a:t>Each function independently contributes to hazard mitigation.</a:t>
            </a:r>
          </a:p>
          <a:p>
            <a:r>
              <a:rPr lang="en-US" dirty="0"/>
              <a:t>This reduces the chance that a single failure mode disables all protection layers.</a:t>
            </a:r>
          </a:p>
          <a:p>
            <a:endParaRPr lang="en-US" dirty="0"/>
          </a:p>
          <a:p>
            <a:r>
              <a:rPr lang="en-US" dirty="0"/>
              <a:t>For example, in the context of an industrial reactor, you could detect over-temperature using an electronic temperature sensor and independently detect over-pressure using a mechanical relief mechanism.</a:t>
            </a:r>
          </a:p>
          <a:p>
            <a:endParaRPr lang="en-US" dirty="0"/>
          </a:p>
          <a:p>
            <a:r>
              <a:rPr lang="en-US" dirty="0"/>
              <a:t>Both of these would support the detection of an unsafe operating condition characterized by high temperature and high pressure, which often occur together, but through different observable physical effects.</a:t>
            </a:r>
          </a:p>
        </p:txBody>
      </p:sp>
      <p:sp>
        <p:nvSpPr>
          <p:cNvPr id="4" name="Slide Number Placeholder 3"/>
          <p:cNvSpPr>
            <a:spLocks noGrp="1"/>
          </p:cNvSpPr>
          <p:nvPr>
            <p:ph type="sldNum" sz="quarter" idx="5"/>
          </p:nvPr>
        </p:nvSpPr>
        <p:spPr/>
        <p:txBody>
          <a:bodyPr/>
          <a:lstStyle/>
          <a:p>
            <a:fld id="{FF209F92-05EE-6F4A-AD9C-ED35F0F76927}" type="slidenum">
              <a:rPr lang="en-US" smtClean="0"/>
              <a:t>6</a:t>
            </a:fld>
            <a:endParaRPr lang="en-US"/>
          </a:p>
        </p:txBody>
      </p:sp>
    </p:spTree>
    <p:extLst>
      <p:ext uri="{BB962C8B-B14F-4D97-AF65-F5344CB8AC3E}">
        <p14:creationId xmlns:p14="http://schemas.microsoft.com/office/powerpoint/2010/main" val="3212825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In-class activity: Work out the math here.</a:t>
            </a:r>
          </a:p>
          <a:p>
            <a:r>
              <a:rPr lang="en-US" i="1" dirty="0"/>
              <a:t>For the math, see the hidden spreadsheet on Brightspace – “4-2-RedundancyInSE-1oo2Analysis.xlsx”.</a:t>
            </a:r>
          </a:p>
          <a:p>
            <a:endParaRPr lang="en-US" dirty="0"/>
          </a:p>
          <a:p>
            <a:endParaRPr lang="en-US" dirty="0"/>
          </a:p>
          <a:p>
            <a:r>
              <a:rPr lang="en-US" dirty="0"/>
              <a:t>ANIMATE</a:t>
            </a:r>
          </a:p>
          <a:p>
            <a:r>
              <a:rPr lang="en-US" dirty="0"/>
              <a:t>Q: Soundness of assumption/failure model?</a:t>
            </a:r>
          </a:p>
          <a:p>
            <a:r>
              <a:rPr lang="en-US" dirty="0"/>
              <a:t>(In other words, is the assumption of independence reasonable? When might it fail?)</a:t>
            </a:r>
          </a:p>
          <a:p>
            <a:r>
              <a:rPr lang="en-US" dirty="0"/>
              <a:t>A: The independence assumption fails under </a:t>
            </a:r>
            <a:r>
              <a:rPr lang="en-US" b="1" i="1" dirty="0"/>
              <a:t>common-cause faults</a:t>
            </a:r>
            <a:r>
              <a:rPr lang="en-US" dirty="0"/>
              <a:t>.</a:t>
            </a:r>
          </a:p>
          <a:p>
            <a:r>
              <a:rPr lang="en-US" dirty="0"/>
              <a:t>This answer is a bit tautological, of course, but certainly realistic. Shared or non-independent defects can arise from manufacturing, design, environment, or tooling.</a:t>
            </a:r>
          </a:p>
          <a:p>
            <a:endParaRPr lang="en-US" dirty="0"/>
          </a:p>
          <a:p>
            <a:r>
              <a:rPr lang="en-US" dirty="0"/>
              <a:t>Example 1: We receive a batch of sensors fabricated with a subtle defect.</a:t>
            </a:r>
          </a:p>
          <a:p>
            <a:r>
              <a:rPr lang="en-US" dirty="0"/>
              <a:t>All sensors drift high under certain temperature conditions.</a:t>
            </a:r>
          </a:p>
          <a:p>
            <a:r>
              <a:rPr lang="en-US" dirty="0"/>
              <a:t>Both channels therefore fail in the same direction at the same time.</a:t>
            </a:r>
          </a:p>
          <a:p>
            <a:endParaRPr lang="en-US" dirty="0"/>
          </a:p>
          <a:p>
            <a:r>
              <a:rPr lang="en-US" dirty="0"/>
              <a:t>Example 2: A fabrication process error introduces incorrect doping in a semiconductor batch.</a:t>
            </a:r>
          </a:p>
          <a:p>
            <a:r>
              <a:rPr lang="en-US" dirty="0"/>
              <a:t>All chips share the same latent weakness and fail under high voltage stress.</a:t>
            </a:r>
          </a:p>
          <a:p>
            <a:r>
              <a:rPr lang="en-US" dirty="0"/>
              <a:t>Even though the channels are redundant, their failure modes are correlated because they share the same physical defect.</a:t>
            </a:r>
          </a:p>
          <a:p>
            <a:endParaRPr lang="en-US" dirty="0"/>
          </a:p>
          <a:p>
            <a:r>
              <a:rPr lang="en-US" dirty="0"/>
              <a:t>So if the failures may be </a:t>
            </a:r>
            <a:r>
              <a:rPr lang="en-US" b="1" dirty="0"/>
              <a:t>correlated</a:t>
            </a:r>
            <a:r>
              <a:rPr lang="en-US" dirty="0"/>
              <a:t>, what is the PFH of the system now?</a:t>
            </a:r>
          </a:p>
          <a:p>
            <a:r>
              <a:rPr lang="en-US" dirty="0"/>
              <a:t>(System PFH = p, not p^2, because the failure of one component implies the failure of the other).</a:t>
            </a:r>
          </a:p>
          <a:p>
            <a:r>
              <a:rPr lang="en-US" dirty="0"/>
              <a:t>The square-law benefit disappears.</a:t>
            </a:r>
          </a:p>
          <a:p>
            <a:endParaRPr lang="en-US" dirty="0"/>
          </a:p>
          <a:p>
            <a:r>
              <a:rPr lang="en-US" dirty="0"/>
              <a:t>ANIMATE</a:t>
            </a:r>
          </a:p>
          <a:p>
            <a:r>
              <a:rPr lang="en-US" dirty="0"/>
              <a:t>Q: How does design diversity affect the problem statement?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Design diversity changes the statistical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reducing the probability of correlated failures using alternative designs.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Thus we can no longer assume both channels have identical failure rate 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 independence, system PFH ≈ p₁ × p₂.</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the same “potential square-root reduction” in PFH, but we now need to measure and control two failure rates instead of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Design diversity attempts to make the independence assumption more plausible, but comes at a higher cost.</a:t>
            </a:r>
          </a:p>
        </p:txBody>
      </p:sp>
      <p:sp>
        <p:nvSpPr>
          <p:cNvPr id="4" name="Slide Number Placeholder 3"/>
          <p:cNvSpPr>
            <a:spLocks noGrp="1"/>
          </p:cNvSpPr>
          <p:nvPr>
            <p:ph type="sldNum" sz="quarter" idx="5"/>
          </p:nvPr>
        </p:nvSpPr>
        <p:spPr/>
        <p:txBody>
          <a:bodyPr/>
          <a:lstStyle/>
          <a:p>
            <a:fld id="{FF209F92-05EE-6F4A-AD9C-ED35F0F76927}" type="slidenum">
              <a:rPr lang="en-US" smtClean="0"/>
              <a:t>7</a:t>
            </a:fld>
            <a:endParaRPr lang="en-US"/>
          </a:p>
        </p:txBody>
      </p:sp>
    </p:spTree>
    <p:extLst>
      <p:ext uri="{BB962C8B-B14F-4D97-AF65-F5344CB8AC3E}">
        <p14:creationId xmlns:p14="http://schemas.microsoft.com/office/powerpoint/2010/main" val="3899433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F6C91-4755-85FD-9CA6-A5AC3AF50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53EBE-4BF9-014B-8030-1E5CFD8B9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53067C-A138-DC06-3F0A-12A35EAC6652}"/>
              </a:ext>
            </a:extLst>
          </p:cNvPr>
          <p:cNvSpPr>
            <a:spLocks noGrp="1"/>
          </p:cNvSpPr>
          <p:nvPr>
            <p:ph type="body" idx="1"/>
          </p:nvPr>
        </p:nvSpPr>
        <p:spPr/>
        <p:txBody>
          <a:bodyPr/>
          <a:lstStyle/>
          <a:p>
            <a:r>
              <a:rPr lang="en-US" b="1" dirty="0"/>
              <a:t>SLIDE CONTEXT – PART 3, SOFTWARE DIVERSITY AND REDUNDANCY</a:t>
            </a:r>
            <a:endParaRPr lang="en-US" dirty="0"/>
          </a:p>
          <a:p>
            <a:r>
              <a:rPr lang="en-US" dirty="0"/>
              <a:t>We just examined how Part 2 treats redundancy and diversity in hardware.</a:t>
            </a:r>
          </a:p>
          <a:p>
            <a:r>
              <a:rPr lang="en-US" dirty="0"/>
              <a:t>Now let’s look again at the companion table in Part 3.</a:t>
            </a:r>
          </a:p>
          <a:p>
            <a:r>
              <a:rPr lang="en-US" dirty="0"/>
              <a:t>In Part 3, Table A.2 addresses systematic failures in software architecture and design.</a:t>
            </a:r>
          </a:p>
          <a:p>
            <a:r>
              <a:rPr lang="en-US" dirty="0"/>
              <a:t>We talked about this last time.</a:t>
            </a:r>
          </a:p>
          <a:p>
            <a:r>
              <a:rPr lang="en-US" dirty="0"/>
              <a:t>Today I want to focus on the techniques associated with redundancy and diversity.</a:t>
            </a:r>
          </a:p>
          <a:p>
            <a:endParaRPr lang="en-US" dirty="0"/>
          </a:p>
          <a:p>
            <a:r>
              <a:rPr lang="en-US" dirty="0"/>
              <a:t>At first glance, everything is the same.</a:t>
            </a:r>
            <a:br>
              <a:rPr lang="en-US" dirty="0"/>
            </a:br>
            <a:endParaRPr lang="en-US" dirty="0"/>
          </a:p>
          <a:p>
            <a:r>
              <a:rPr lang="en-US" dirty="0"/>
              <a:t>ANIMATE</a:t>
            </a:r>
          </a:p>
          <a:p>
            <a:r>
              <a:rPr lang="en-US" dirty="0"/>
              <a:t>First, we see diverse monitor techniques.</a:t>
            </a:r>
          </a:p>
          <a:p>
            <a:r>
              <a:rPr lang="en-US" dirty="0"/>
              <a:t>This is the software analogue of hardware supervision and monitoring.</a:t>
            </a:r>
          </a:p>
          <a:p>
            <a:br>
              <a:rPr lang="en-US" dirty="0"/>
            </a:br>
            <a:r>
              <a:rPr lang="en-US" dirty="0"/>
              <a:t>In 3b, the monitor is independent within the same computer.</a:t>
            </a:r>
          </a:p>
          <a:p>
            <a:r>
              <a:rPr lang="en-US" dirty="0"/>
              <a:t>The monitor checks the behavior of the main function but is architecturally separated.</a:t>
            </a:r>
          </a:p>
          <a:p>
            <a:endParaRPr lang="en-US" dirty="0"/>
          </a:p>
          <a:p>
            <a:r>
              <a:rPr lang="en-US" dirty="0"/>
              <a:t>In 3c, the monitor is separated onto a different computer.</a:t>
            </a:r>
          </a:p>
          <a:p>
            <a:r>
              <a:rPr lang="en-US" dirty="0"/>
              <a:t>This increases independence at the system level.</a:t>
            </a:r>
          </a:p>
          <a:p>
            <a:endParaRPr lang="en-US" dirty="0"/>
          </a:p>
          <a:p>
            <a:r>
              <a:rPr lang="en-US" dirty="0"/>
              <a:t>These techniques primarily provide fault detection through supervision.</a:t>
            </a:r>
          </a:p>
          <a:p>
            <a:r>
              <a:rPr lang="en-US" dirty="0"/>
              <a:t>The monitor does not replace the main function.</a:t>
            </a:r>
          </a:p>
          <a:p>
            <a:r>
              <a:rPr lang="en-US" dirty="0"/>
              <a:t>It detects abnormal behavior and can trigger a safe state.</a:t>
            </a:r>
          </a:p>
          <a:p>
            <a:endParaRPr lang="en-US" sz="1200" kern="1200" dirty="0">
              <a:solidFill>
                <a:schemeClr val="tx1"/>
              </a:solidFill>
              <a:effectLst/>
              <a:latin typeface="+mn-lt"/>
              <a:ea typeface="+mn-ea"/>
              <a:cs typeface="+mn-cs"/>
            </a:endParaRPr>
          </a:p>
          <a:p>
            <a:r>
              <a:rPr lang="en-US" b="1" dirty="0"/>
              <a:t>DESIGN DIVERSITY – SAME REQUIREMENTS (3d)</a:t>
            </a:r>
            <a:endParaRPr lang="en-US" dirty="0"/>
          </a:p>
          <a:p>
            <a:r>
              <a:rPr lang="en-US" dirty="0"/>
              <a:t>Now we move to 3d, diverse redundancy implementing the same software safety requirements.</a:t>
            </a:r>
          </a:p>
          <a:p>
            <a:r>
              <a:rPr lang="en-US" dirty="0"/>
              <a:t>This is the direct software analogue of hardware design diversity.</a:t>
            </a:r>
          </a:p>
          <a:p>
            <a:r>
              <a:rPr lang="en-US" dirty="0"/>
              <a:t>Multiple versions implement the same specification.</a:t>
            </a:r>
          </a:p>
          <a:p>
            <a:r>
              <a:rPr lang="en-US" dirty="0"/>
              <a:t>The intent is that independent development reduces the chance of common-cause design faults.</a:t>
            </a:r>
          </a:p>
          <a:p>
            <a:endParaRPr lang="en-US" dirty="0"/>
          </a:p>
          <a:p>
            <a:r>
              <a:rPr lang="en-US" b="1" dirty="0"/>
              <a:t>FUNCTIONAL DIVERSITY – DIFFERENT REQUIREMENTS (3e)</a:t>
            </a:r>
            <a:endParaRPr lang="en-US" dirty="0"/>
          </a:p>
          <a:p>
            <a:r>
              <a:rPr lang="en-US" dirty="0"/>
              <a:t>Last we have 3e, which is functionally diverse redundancy implementing different software safety requirements.</a:t>
            </a:r>
          </a:p>
          <a:p>
            <a:r>
              <a:rPr lang="en-US" dirty="0"/>
              <a:t>This parallels functional diversity in hardware.</a:t>
            </a:r>
          </a:p>
          <a:p>
            <a:r>
              <a:rPr lang="en-US" dirty="0"/>
              <a:t>Different software components protect the same safety goal using different logic.</a:t>
            </a:r>
          </a:p>
          <a:p>
            <a:r>
              <a:rPr lang="en-US" dirty="0"/>
              <a:t>For example, one component may verify message integrity using a checksum.</a:t>
            </a:r>
          </a:p>
          <a:p>
            <a:r>
              <a:rPr lang="en-US" dirty="0"/>
              <a:t>Another independent component may apply semantic plausibility checks to the decoded values, such as range limits or rate-of-change checks (</a:t>
            </a:r>
            <a:r>
              <a:rPr lang="en-US" dirty="0" err="1"/>
              <a:t>eg</a:t>
            </a:r>
            <a:r>
              <a:rPr lang="en-US" dirty="0"/>
              <a:t> if you know the vehicle’s maximum acceleration, you can sanity check the delta between two consecutive readings).</a:t>
            </a:r>
          </a:p>
          <a:p>
            <a:r>
              <a:rPr lang="en-US" dirty="0"/>
              <a:t>A checksum will detect many forms of accidental corruption during message transmission, but it does not reason about meaning.</a:t>
            </a:r>
          </a:p>
          <a:p>
            <a:r>
              <a:rPr lang="en-US" dirty="0"/>
              <a:t>A plausibility check reasons about meaning, and can catch unsafe or impossible values whether they arise from sensor faults, software bugs, or some corruption patterns.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other words, a plausibility check is not a complete integrity mechanism, and a checksum does not guarantee semantic correctness.</a:t>
            </a:r>
          </a:p>
          <a:p>
            <a:r>
              <a:rPr lang="en-US" dirty="0"/>
              <a:t>Together, these mechanisms provide overlapping but non-identical coverage, which is the point of functional diversity.</a:t>
            </a:r>
          </a:p>
          <a:p>
            <a:endParaRPr lang="en-US" dirty="0"/>
          </a:p>
          <a:p>
            <a:r>
              <a:rPr lang="en-US" b="1" dirty="0"/>
              <a:t>DIVERSITY IN HARDWARE VS 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this point, it’s tempting to say the story about redundancy and diversity is the same in hardware and 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(move on to the next slide)</a:t>
            </a:r>
          </a:p>
        </p:txBody>
      </p:sp>
      <p:sp>
        <p:nvSpPr>
          <p:cNvPr id="4" name="Slide Number Placeholder 3">
            <a:extLst>
              <a:ext uri="{FF2B5EF4-FFF2-40B4-BE49-F238E27FC236}">
                <a16:creationId xmlns:a16="http://schemas.microsoft.com/office/drawing/2014/main" id="{4921C0FF-29F3-9C89-F6B8-CC6C5B419AD3}"/>
              </a:ext>
            </a:extLst>
          </p:cNvPr>
          <p:cNvSpPr>
            <a:spLocks noGrp="1"/>
          </p:cNvSpPr>
          <p:nvPr>
            <p:ph type="sldNum" sz="quarter" idx="5"/>
          </p:nvPr>
        </p:nvSpPr>
        <p:spPr/>
        <p:txBody>
          <a:bodyPr/>
          <a:lstStyle/>
          <a:p>
            <a:fld id="{FF209F92-05EE-6F4A-AD9C-ED35F0F76927}" type="slidenum">
              <a:rPr lang="en-US" smtClean="0"/>
              <a:t>8</a:t>
            </a:fld>
            <a:endParaRPr lang="en-US"/>
          </a:p>
        </p:txBody>
      </p:sp>
    </p:spTree>
    <p:extLst>
      <p:ext uri="{BB962C8B-B14F-4D97-AF65-F5344CB8AC3E}">
        <p14:creationId xmlns:p14="http://schemas.microsoft.com/office/powerpoint/2010/main" val="1948364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the techniques are the same – that part makes sense – but the recommendations by SIL levels differ at one point.</a:t>
            </a:r>
          </a:p>
          <a:p>
            <a:r>
              <a:rPr lang="en-US" dirty="0"/>
              <a:t>For redundancy via watchdogs, the SIL recommendations are comparable.</a:t>
            </a:r>
          </a:p>
          <a:p>
            <a:r>
              <a:rPr lang="en-US" dirty="0"/>
              <a:t>For functional diversity (different systems performing complementary functions), the SIL recommendations are comparable.</a:t>
            </a:r>
          </a:p>
          <a:p>
            <a:r>
              <a:rPr lang="en-US" dirty="0"/>
              <a:t>But for design diversity (different design/implementation of the same function), the SIL recommendations diverge.</a:t>
            </a:r>
          </a:p>
          <a:p>
            <a:endParaRPr lang="en-US" dirty="0"/>
          </a:p>
          <a:p>
            <a:r>
              <a:rPr lang="en-US" dirty="0"/>
              <a:t>Let’s take a look side by side.</a:t>
            </a:r>
          </a:p>
          <a:p>
            <a:r>
              <a:rPr lang="en-US" dirty="0"/>
              <a:t>In hardware, diverse design is recommended starting at SIL 3.</a:t>
            </a:r>
          </a:p>
          <a:p>
            <a:r>
              <a:rPr lang="en-US" dirty="0"/>
              <a:t>In software, diverse redundancy implementing the same safety requirements is only recommended at SIL 4.</a:t>
            </a:r>
          </a:p>
          <a:p>
            <a:endParaRPr lang="en-US" dirty="0"/>
          </a:p>
          <a:p>
            <a:r>
              <a:rPr lang="en-US" dirty="0"/>
              <a:t>ANIMATE</a:t>
            </a:r>
          </a:p>
          <a:p>
            <a:r>
              <a:rPr lang="en-US" dirty="0"/>
              <a:t>In other words, IEC 61508 appears more confident in hardware design diversity than in software design diversity.</a:t>
            </a:r>
          </a:p>
          <a:p>
            <a:r>
              <a:rPr lang="en-US" dirty="0"/>
              <a:t>The structure is the same.</a:t>
            </a:r>
          </a:p>
          <a:p>
            <a:r>
              <a:rPr lang="en-US" dirty="0"/>
              <a:t>The mathematical framing seems like it should be similar.</a:t>
            </a:r>
          </a:p>
          <a:p>
            <a:r>
              <a:rPr lang="en-US" dirty="0"/>
              <a:t>But the standard’s level of endorsement is different.</a:t>
            </a:r>
            <a:br>
              <a:rPr lang="en-US" dirty="0"/>
            </a:br>
            <a:endParaRPr lang="en-US" dirty="0"/>
          </a:p>
          <a:p>
            <a:r>
              <a:rPr lang="en-US" dirty="0"/>
              <a:t>ANIMATE</a:t>
            </a:r>
          </a:p>
          <a:p>
            <a:r>
              <a:rPr lang="en-US" dirty="0"/>
              <a:t>Why do you think this might be?</a:t>
            </a:r>
          </a:p>
          <a:p>
            <a:r>
              <a:rPr lang="en-US" dirty="0"/>
              <a:t>Take 2 minutes to form your own opinions, and 3 minutes to discuss with a partner.</a:t>
            </a:r>
          </a:p>
          <a:p>
            <a:r>
              <a:rPr lang="en-US" dirty="0"/>
              <a:t>Ground your conversation in the mathematical analysis we did earlier for 1-out-of-2 independence.</a:t>
            </a:r>
          </a:p>
          <a:p>
            <a:endParaRPr lang="en-US" dirty="0"/>
          </a:p>
          <a:p>
            <a:r>
              <a:rPr lang="en-US" dirty="0"/>
              <a:t>(This conversation needs to result in someone asking:</a:t>
            </a:r>
          </a:p>
          <a:p>
            <a:r>
              <a:rPr lang="en-US" b="1" dirty="0"/>
              <a:t>  “will multiple SW design/</a:t>
            </a:r>
            <a:r>
              <a:rPr lang="en-US" b="1" dirty="0" err="1"/>
              <a:t>impl</a:t>
            </a:r>
            <a:r>
              <a:rPr lang="en-US" b="1" dirty="0"/>
              <a:t>. be independent in the same way that multiple HW will be?”</a:t>
            </a:r>
          </a:p>
          <a:p>
            <a:r>
              <a:rPr lang="en-US" dirty="0"/>
              <a:t>for the rest of the lecture to flow well)</a:t>
            </a:r>
          </a:p>
          <a:p>
            <a:endParaRPr lang="en-US" dirty="0"/>
          </a:p>
          <a:p>
            <a:r>
              <a:rPr lang="en-US" dirty="0"/>
              <a:t>CLOSING</a:t>
            </a:r>
          </a:p>
          <a:p>
            <a:r>
              <a:rPr lang="en-US" dirty="0"/>
              <a:t>The difference is not accidental.</a:t>
            </a:r>
          </a:p>
          <a:p>
            <a:r>
              <a:rPr lang="en-US" dirty="0"/>
              <a:t>It reflects deeper assumptions about how independence behaves in hardware versus software.</a:t>
            </a:r>
          </a:p>
          <a:p>
            <a:r>
              <a:rPr lang="en-US" dirty="0"/>
              <a:t>Why? That take us directly to the papers we’ll talk about today.</a:t>
            </a:r>
          </a:p>
        </p:txBody>
      </p:sp>
      <p:sp>
        <p:nvSpPr>
          <p:cNvPr id="4" name="Slide Number Placeholder 3"/>
          <p:cNvSpPr>
            <a:spLocks noGrp="1"/>
          </p:cNvSpPr>
          <p:nvPr>
            <p:ph type="sldNum" sz="quarter" idx="5"/>
          </p:nvPr>
        </p:nvSpPr>
        <p:spPr/>
        <p:txBody>
          <a:bodyPr/>
          <a:lstStyle/>
          <a:p>
            <a:fld id="{FF209F92-05EE-6F4A-AD9C-ED35F0F76927}" type="slidenum">
              <a:rPr lang="en-US" smtClean="0"/>
              <a:t>9</a:t>
            </a:fld>
            <a:endParaRPr lang="en-US"/>
          </a:p>
        </p:txBody>
      </p:sp>
    </p:spTree>
    <p:extLst>
      <p:ext uri="{BB962C8B-B14F-4D97-AF65-F5344CB8AC3E}">
        <p14:creationId xmlns:p14="http://schemas.microsoft.com/office/powerpoint/2010/main" val="633144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multiple versions of software — often called </a:t>
            </a:r>
            <a:r>
              <a:rPr lang="en-US" i="1" dirty="0"/>
              <a:t>n-version programming</a:t>
            </a:r>
            <a:r>
              <a:rPr lang="en-US" dirty="0"/>
              <a:t> — entails substantial cost.</a:t>
            </a:r>
          </a:p>
          <a:p>
            <a:r>
              <a:rPr lang="en-US" dirty="0"/>
              <a:t>We are not just duplicating code.</a:t>
            </a:r>
          </a:p>
          <a:p>
            <a:r>
              <a:rPr lang="en-US" dirty="0"/>
              <a:t>We are paying two or three times the initial development cost.</a:t>
            </a:r>
          </a:p>
          <a:p>
            <a:r>
              <a:rPr lang="en-US" dirty="0"/>
              <a:t>We are also paying two or three times the long-term maintenance, testing, and evolution cost.</a:t>
            </a:r>
          </a:p>
          <a:p>
            <a:r>
              <a:rPr lang="en-US" dirty="0"/>
              <a:t>We must manage separate codebases, separate defect streams, and separate updates.</a:t>
            </a:r>
          </a:p>
          <a:p>
            <a:endParaRPr lang="en-US" dirty="0"/>
          </a:p>
          <a:p>
            <a:r>
              <a:rPr lang="en-US" dirty="0"/>
              <a:t>This is not a minor architectural tweak.</a:t>
            </a:r>
          </a:p>
          <a:p>
            <a:r>
              <a:rPr lang="en-US" dirty="0"/>
              <a:t>It is a major organizational commitment.</a:t>
            </a:r>
          </a:p>
          <a:p>
            <a:r>
              <a:rPr lang="en-US" dirty="0"/>
              <a:t>If we truly obtain a square-law reduction in failure rate, the cost may be justified.</a:t>
            </a:r>
          </a:p>
          <a:p>
            <a:r>
              <a:rPr lang="en-US" dirty="0"/>
              <a:t>If the independence assumption holds, the reliability improvement can be dramatic.</a:t>
            </a:r>
          </a:p>
          <a:p>
            <a:r>
              <a:rPr lang="en-US" dirty="0"/>
              <a:t>But if failures are correlated, or if independence is hard to justify or model, then the economic argument weakens.</a:t>
            </a:r>
          </a:p>
          <a:p>
            <a:r>
              <a:rPr lang="en-US" dirty="0"/>
              <a:t>The entire case for n-version programming hinges on whether independence is real.</a:t>
            </a:r>
          </a:p>
          <a:p>
            <a:r>
              <a:rPr lang="en-US" dirty="0"/>
              <a:t>That is the question we are about to examine.</a:t>
            </a:r>
          </a:p>
        </p:txBody>
      </p:sp>
      <p:sp>
        <p:nvSpPr>
          <p:cNvPr id="4" name="Slide Number Placeholder 3"/>
          <p:cNvSpPr>
            <a:spLocks noGrp="1"/>
          </p:cNvSpPr>
          <p:nvPr>
            <p:ph type="sldNum" sz="quarter" idx="5"/>
          </p:nvPr>
        </p:nvSpPr>
        <p:spPr/>
        <p:txBody>
          <a:bodyPr/>
          <a:lstStyle/>
          <a:p>
            <a:fld id="{FF209F92-05EE-6F4A-AD9C-ED35F0F76927}" type="slidenum">
              <a:rPr lang="en-US" smtClean="0"/>
              <a:t>10</a:t>
            </a:fld>
            <a:endParaRPr lang="en-US"/>
          </a:p>
        </p:txBody>
      </p:sp>
    </p:spTree>
    <p:extLst>
      <p:ext uri="{BB962C8B-B14F-4D97-AF65-F5344CB8AC3E}">
        <p14:creationId xmlns:p14="http://schemas.microsoft.com/office/powerpoint/2010/main" val="1156101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SETUP</a:t>
            </a:r>
            <a:endParaRPr lang="en-US" dirty="0"/>
          </a:p>
          <a:p>
            <a:r>
              <a:rPr lang="en-US" dirty="0"/>
              <a:t>We have just argued that the square-law benefit of redundancy depends on independence.</a:t>
            </a:r>
          </a:p>
          <a:p>
            <a:r>
              <a:rPr lang="en-US" dirty="0"/>
              <a:t>IEC appears less confident in software design diversity than in hardware design diversity.</a:t>
            </a:r>
          </a:p>
          <a:p>
            <a:endParaRPr lang="en-US" dirty="0"/>
          </a:p>
          <a:p>
            <a:r>
              <a:rPr lang="en-US" dirty="0"/>
              <a:t>One reason for the asymmetry is a famous series of experiments that were performed in the 1990s and 2000s.</a:t>
            </a:r>
          </a:p>
          <a:p>
            <a:r>
              <a:rPr lang="en-US" dirty="0"/>
              <a:t>I want you to imagine that it’s 1992 and you’re working on the first draft of IEC 61508, due out in 1998.</a:t>
            </a:r>
          </a:p>
          <a:p>
            <a:r>
              <a:rPr lang="en-US" dirty="0"/>
              <a:t>You are being asked to make recommendations in the SIL table.</a:t>
            </a:r>
          </a:p>
          <a:p>
            <a:r>
              <a:rPr lang="en-US" dirty="0"/>
              <a:t>You do not get to rely on intuition.</a:t>
            </a:r>
          </a:p>
          <a:p>
            <a:r>
              <a:rPr lang="en-US" dirty="0"/>
              <a:t>You need evidence.</a:t>
            </a:r>
          </a:p>
          <a:p>
            <a:r>
              <a:rPr lang="en-US" dirty="0"/>
              <a:t>I want you to describe a controlled experiment that would give you the evidence you need to make a recommendation.</a:t>
            </a:r>
          </a:p>
          <a:p>
            <a:endParaRPr lang="en-US" dirty="0"/>
          </a:p>
          <a:p>
            <a:r>
              <a:rPr lang="en-US" b="1" dirty="0"/>
              <a:t>TASK FRAMING</a:t>
            </a:r>
            <a:endParaRPr lang="en-US" dirty="0"/>
          </a:p>
          <a:p>
            <a:r>
              <a:rPr lang="en-US" dirty="0"/>
              <a:t>Your goal is to design an experiment that tests whether independently developed software versions fail independently.</a:t>
            </a:r>
          </a:p>
          <a:p>
            <a:endParaRPr lang="en-US" dirty="0"/>
          </a:p>
          <a:p>
            <a:r>
              <a:rPr lang="en-US" dirty="0"/>
              <a:t>Be precise.</a:t>
            </a:r>
          </a:p>
          <a:p>
            <a:pPr marL="171450" indent="-171450">
              <a:buFontTx/>
              <a:buChar char="-"/>
            </a:pPr>
            <a:r>
              <a:rPr lang="en-US" dirty="0"/>
              <a:t>What does “independent failures” mean in operational terms? (Examples below as needed)</a:t>
            </a:r>
          </a:p>
          <a:p>
            <a:pPr marL="628650" lvl="1" indent="-171450">
              <a:buFontTx/>
              <a:buChar char="-"/>
            </a:pPr>
            <a:r>
              <a:rPr lang="en-US" dirty="0"/>
              <a:t>Independent per input?</a:t>
            </a:r>
          </a:p>
          <a:p>
            <a:pPr marL="628650" lvl="1" indent="-171450">
              <a:buFontTx/>
              <a:buChar char="-"/>
            </a:pPr>
            <a:r>
              <a:rPr lang="en-US" dirty="0"/>
              <a:t>Independent per failure event?</a:t>
            </a:r>
          </a:p>
          <a:p>
            <a:pPr marL="628650" lvl="1" indent="-171450">
              <a:buFontTx/>
              <a:buChar char="-"/>
            </a:pPr>
            <a:r>
              <a:rPr lang="en-US" dirty="0"/>
              <a:t>Independent across time?</a:t>
            </a:r>
          </a:p>
          <a:p>
            <a:pPr marL="171450" indent="-171450">
              <a:buFontTx/>
              <a:buChar char="-"/>
            </a:pPr>
            <a:r>
              <a:rPr lang="en-US" dirty="0"/>
              <a:t>Define your random variable clearly.</a:t>
            </a:r>
          </a:p>
          <a:p>
            <a:pPr marL="171450" indent="-171450">
              <a:buFontTx/>
              <a:buChar char="-"/>
            </a:pPr>
            <a:r>
              <a:rPr lang="en-US" dirty="0"/>
              <a:t>(Reminder</a:t>
            </a:r>
            <a:r>
              <a:rPr lang="en-US" dirty="0">
                <a:sym typeface="Wingdings" pitchFamily="2" charset="2"/>
              </a:rPr>
              <a:t>…) </a:t>
            </a:r>
            <a:r>
              <a:rPr lang="en-US" dirty="0"/>
              <a:t>A random variable is a formally defined measurable outcome of interest in an experiment, such as whether a given team’s implementation fails on a particular test input.</a:t>
            </a:r>
          </a:p>
          <a:p>
            <a:endParaRPr lang="en-US" dirty="0"/>
          </a:p>
          <a:p>
            <a:r>
              <a:rPr lang="en-US" b="1" dirty="0"/>
              <a:t>HYPOTHESIS</a:t>
            </a:r>
            <a:endParaRPr lang="en-US" dirty="0"/>
          </a:p>
          <a:p>
            <a:r>
              <a:rPr lang="en-US" dirty="0"/>
              <a:t>What is your null hypothesis?</a:t>
            </a:r>
          </a:p>
          <a:p>
            <a:r>
              <a:rPr lang="en-US" dirty="0"/>
              <a:t>If you believe independence holds, then your null is that failures are statistically independent.</a:t>
            </a:r>
          </a:p>
          <a:p>
            <a:r>
              <a:rPr lang="en-US" dirty="0"/>
              <a:t>What would the alternative hypothesis be?</a:t>
            </a:r>
          </a:p>
          <a:p>
            <a:r>
              <a:rPr lang="en-US" dirty="0"/>
              <a:t>- Positive correlation?</a:t>
            </a:r>
          </a:p>
          <a:p>
            <a:r>
              <a:rPr lang="en-US" dirty="0"/>
              <a:t>- Shared failure patterns?</a:t>
            </a:r>
          </a:p>
          <a:p>
            <a:r>
              <a:rPr lang="en-US" dirty="0"/>
              <a:t>Be explicit.</a:t>
            </a:r>
          </a:p>
          <a:p>
            <a:endParaRPr lang="en-US" dirty="0"/>
          </a:p>
          <a:p>
            <a:r>
              <a:rPr lang="en-US" b="1" dirty="0"/>
              <a:t>DESIGN</a:t>
            </a:r>
            <a:endParaRPr lang="en-US" dirty="0"/>
          </a:p>
          <a:p>
            <a:r>
              <a:rPr lang="en-US" dirty="0"/>
              <a:t>Who are your subjects? (Examples below as needed)</a:t>
            </a:r>
          </a:p>
          <a:p>
            <a:pPr marL="171450" indent="-171450">
              <a:buFontTx/>
              <a:buChar char="-"/>
            </a:pPr>
            <a:r>
              <a:rPr lang="en-US" dirty="0"/>
              <a:t>Professional engineers?</a:t>
            </a:r>
          </a:p>
          <a:p>
            <a:pPr marL="171450" indent="-171450">
              <a:buFontTx/>
              <a:buChar char="-"/>
            </a:pPr>
            <a:r>
              <a:rPr lang="en-US" dirty="0"/>
              <a:t>Students?</a:t>
            </a:r>
          </a:p>
          <a:p>
            <a:pPr marL="171450" indent="-171450">
              <a:buFontTx/>
              <a:buChar char="-"/>
            </a:pPr>
            <a:r>
              <a:rPr lang="en-US" dirty="0"/>
              <a:t>Multiple teams?</a:t>
            </a:r>
          </a:p>
          <a:p>
            <a:r>
              <a:rPr lang="en-US" dirty="0"/>
              <a:t>How do you ensure they are truly independent? (Examples below as needed)</a:t>
            </a:r>
          </a:p>
          <a:p>
            <a:pPr marL="171450" indent="-171450">
              <a:buFontTx/>
              <a:buChar char="-"/>
            </a:pPr>
            <a:r>
              <a:rPr lang="en-US" dirty="0"/>
              <a:t>Separate rooms?</a:t>
            </a:r>
          </a:p>
          <a:p>
            <a:pPr marL="171450" indent="-171450">
              <a:buFontTx/>
              <a:buChar char="-"/>
            </a:pPr>
            <a:r>
              <a:rPr lang="en-US" dirty="0"/>
              <a:t>Separate tools?</a:t>
            </a:r>
          </a:p>
          <a:p>
            <a:pPr marL="171450" indent="-171450">
              <a:buFontTx/>
              <a:buChar char="-"/>
            </a:pPr>
            <a:r>
              <a:rPr lang="en-US" dirty="0"/>
              <a:t>No communication?</a:t>
            </a:r>
          </a:p>
          <a:p>
            <a:pPr marL="0" indent="0">
              <a:buFontTx/>
              <a:buNone/>
            </a:pPr>
            <a:endParaRPr lang="en-US" dirty="0"/>
          </a:p>
          <a:p>
            <a:r>
              <a:rPr lang="en-US" b="1" dirty="0"/>
              <a:t>TASKS</a:t>
            </a:r>
            <a:endParaRPr lang="en-US" dirty="0"/>
          </a:p>
          <a:p>
            <a:r>
              <a:rPr lang="en-US" dirty="0"/>
              <a:t>What problem do they implement?</a:t>
            </a:r>
          </a:p>
          <a:p>
            <a:r>
              <a:rPr lang="en-US" dirty="0"/>
              <a:t>How complex?</a:t>
            </a:r>
          </a:p>
          <a:p>
            <a:r>
              <a:rPr lang="en-US" dirty="0"/>
              <a:t>How safety-relevant?</a:t>
            </a:r>
          </a:p>
          <a:p>
            <a:r>
              <a:rPr lang="en-US" dirty="0"/>
              <a:t>How do you ensure the task is hard enough to induce realistic errors?</a:t>
            </a:r>
          </a:p>
          <a:p>
            <a:pPr marL="0" indent="0">
              <a:buFontTx/>
              <a:buNone/>
            </a:pPr>
            <a:r>
              <a:rPr lang="en-US" dirty="0"/>
              <a:t>What specification to use?</a:t>
            </a:r>
          </a:p>
          <a:p>
            <a:endParaRPr lang="en-US" dirty="0"/>
          </a:p>
          <a:p>
            <a:r>
              <a:rPr lang="en-US" b="1" dirty="0"/>
              <a:t>METRICS</a:t>
            </a:r>
            <a:endParaRPr lang="en-US" dirty="0"/>
          </a:p>
          <a:p>
            <a:r>
              <a:rPr lang="en-US" dirty="0"/>
              <a:t>How do you measure failure? (Examples below as needed)</a:t>
            </a:r>
          </a:p>
          <a:p>
            <a:pPr marL="171450" indent="-171450">
              <a:buFontTx/>
              <a:buChar char="-"/>
            </a:pPr>
            <a:r>
              <a:rPr lang="en-US" dirty="0"/>
              <a:t>Incorrect output?</a:t>
            </a:r>
          </a:p>
          <a:p>
            <a:pPr marL="171450" indent="-171450">
              <a:buFontTx/>
              <a:buChar char="-"/>
            </a:pPr>
            <a:r>
              <a:rPr lang="en-US" dirty="0"/>
              <a:t>Violation of a safety property?</a:t>
            </a:r>
          </a:p>
          <a:p>
            <a:pPr marL="171450" indent="-171450">
              <a:buFontTx/>
              <a:buChar char="-"/>
            </a:pPr>
            <a:r>
              <a:rPr lang="en-US" dirty="0"/>
              <a:t>Failure under specific test cases?</a:t>
            </a:r>
          </a:p>
          <a:p>
            <a:r>
              <a:rPr lang="en-US" dirty="0"/>
              <a:t>How many test cases do you need?</a:t>
            </a:r>
          </a:p>
          <a:p>
            <a:r>
              <a:rPr lang="en-US" dirty="0"/>
              <a:t>How will you detect correlated failures?</a:t>
            </a:r>
          </a:p>
          <a:p>
            <a:endParaRPr lang="en-US" dirty="0"/>
          </a:p>
          <a:p>
            <a:r>
              <a:rPr lang="en-US" b="1" dirty="0"/>
              <a:t>TIMING</a:t>
            </a:r>
            <a:endParaRPr lang="en-US" dirty="0"/>
          </a:p>
          <a:p>
            <a:r>
              <a:rPr lang="en-US" dirty="0"/>
              <a:t>You have four minutes to sketch a design individually.</a:t>
            </a:r>
          </a:p>
          <a:p>
            <a:r>
              <a:rPr lang="en-US" dirty="0"/>
              <a:t>Then three minutes to compare with a partner.</a:t>
            </a:r>
          </a:p>
          <a:p>
            <a:r>
              <a:rPr lang="en-US" dirty="0"/>
              <a:t>Then we will hear from a few groups.</a:t>
            </a:r>
          </a:p>
          <a:p>
            <a:r>
              <a:rPr lang="en-US" dirty="0"/>
              <a:t>Ground your reasoning in the p² model we just derived.</a:t>
            </a:r>
          </a:p>
          <a:p>
            <a:endParaRPr lang="en-US" dirty="0"/>
          </a:p>
          <a:p>
            <a:r>
              <a:rPr lang="en-US" b="1" dirty="0"/>
              <a:t>INCLUDING FALSIFICATION IN THE DISCUSSION</a:t>
            </a:r>
            <a:endParaRPr lang="en-US" dirty="0"/>
          </a:p>
          <a:p>
            <a:r>
              <a:rPr lang="en-US" dirty="0"/>
              <a:t>So far we’ve talked about study design in a classical empirical sense — gather observations, run experiments, accumulate evidence — very much in the spirit of Francis Bacon.</a:t>
            </a:r>
          </a:p>
          <a:p>
            <a:r>
              <a:rPr lang="en-US" dirty="0"/>
              <a:t>In modern philosophy of science, we add an additional criterion: falsifiability.</a:t>
            </a:r>
          </a:p>
          <a:p>
            <a:r>
              <a:rPr lang="en-US" dirty="0"/>
              <a:t>This idea was popularized by Karl Popper, whose central thesis was that a scientific claim must make testable predictions that could, in principle, be proven wrong.</a:t>
            </a:r>
          </a:p>
          <a:p>
            <a:r>
              <a:rPr lang="en-US" dirty="0"/>
              <a:t>It is not enough to accumulate confirming evidence.</a:t>
            </a:r>
          </a:p>
          <a:p>
            <a:r>
              <a:rPr lang="en-US" dirty="0"/>
              <a:t>A good hypothesis exposes itself to the risk of refutation.</a:t>
            </a:r>
          </a:p>
          <a:p>
            <a:r>
              <a:rPr lang="en-US" dirty="0"/>
              <a:t>Let’s apply that thinking to the independence assumption behind diverse redundancy.</a:t>
            </a:r>
          </a:p>
          <a:p>
            <a:r>
              <a:rPr lang="en-US" dirty="0"/>
              <a:t>If we claim that independently developed versions fail independently, what empirical result would force us to abandon that claim?</a:t>
            </a:r>
          </a:p>
          <a:p>
            <a:r>
              <a:rPr lang="en-US" dirty="0"/>
              <a:t>What would count as disconfirming evidence?</a:t>
            </a:r>
          </a:p>
          <a:p>
            <a:endParaRPr lang="en-US" dirty="0"/>
          </a:p>
          <a:p>
            <a:r>
              <a:rPr lang="en-US" dirty="0"/>
              <a:t>If you observe multiple teams failing on the same inputs, what does that imply?</a:t>
            </a:r>
          </a:p>
          <a:p>
            <a:r>
              <a:rPr lang="en-US" dirty="0"/>
              <a:t>How much correlation would you tolerate before you reject the independence model?</a:t>
            </a:r>
          </a:p>
        </p:txBody>
      </p:sp>
      <p:sp>
        <p:nvSpPr>
          <p:cNvPr id="4" name="Slide Number Placeholder 3"/>
          <p:cNvSpPr>
            <a:spLocks noGrp="1"/>
          </p:cNvSpPr>
          <p:nvPr>
            <p:ph type="sldNum" sz="quarter" idx="5"/>
          </p:nvPr>
        </p:nvSpPr>
        <p:spPr/>
        <p:txBody>
          <a:bodyPr/>
          <a:lstStyle/>
          <a:p>
            <a:fld id="{FF209F92-05EE-6F4A-AD9C-ED35F0F76927}" type="slidenum">
              <a:rPr lang="en-US" smtClean="0"/>
              <a:t>11</a:t>
            </a:fld>
            <a:endParaRPr lang="en-US"/>
          </a:p>
        </p:txBody>
      </p:sp>
    </p:spTree>
    <p:extLst>
      <p:ext uri="{BB962C8B-B14F-4D97-AF65-F5344CB8AC3E}">
        <p14:creationId xmlns:p14="http://schemas.microsoft.com/office/powerpoint/2010/main" val="2981993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designed an experiment to test independence in N-version programming.</a:t>
            </a:r>
          </a:p>
          <a:p>
            <a:r>
              <a:rPr lang="en-US" dirty="0"/>
              <a:t>In 1986, Knight and Leveson published a famous paper that did exactly that.</a:t>
            </a:r>
          </a:p>
          <a:p>
            <a:endParaRPr lang="en-US" dirty="0"/>
          </a:p>
          <a:p>
            <a:r>
              <a:rPr lang="en-US" dirty="0"/>
              <a:t>N-version programming had already been proposed and advocated as a practical fault-tolerance technique, especially by </a:t>
            </a:r>
            <a:r>
              <a:rPr lang="en-US" dirty="0" err="1"/>
              <a:t>Avizienis</a:t>
            </a:r>
            <a:r>
              <a:rPr lang="en-US" dirty="0"/>
              <a:t> and others in the 1970s and early 1980s.</a:t>
            </a:r>
          </a:p>
          <a:p>
            <a:r>
              <a:rPr lang="en-US" dirty="0"/>
              <a:t>The central claim in that prior work was that independently developed software versions would fail independently, making majority voting highly effective.</a:t>
            </a:r>
          </a:p>
          <a:p>
            <a:r>
              <a:rPr lang="en-US" dirty="0"/>
              <a:t>However, the independence assumption had largely been treated as plausible rather than empirically demonstrated.</a:t>
            </a:r>
          </a:p>
          <a:p>
            <a:r>
              <a:rPr lang="en-US" dirty="0"/>
              <a:t>In other words, previous analytical models typically assumed independence as a premise (like we did earlier for HW) rather than testing it.</a:t>
            </a:r>
          </a:p>
          <a:p>
            <a:endParaRPr lang="en-US" dirty="0"/>
          </a:p>
          <a:p>
            <a:r>
              <a:rPr lang="en-US" dirty="0"/>
              <a:t>With that said…prior experimental reports do suggest low rates of identical faults across versions.</a:t>
            </a:r>
          </a:p>
          <a:p>
            <a:r>
              <a:rPr lang="en-US" b="1" dirty="0"/>
              <a:t>Discussion Question: Is “low rates of identical faults” sufficient?</a:t>
            </a:r>
            <a:endParaRPr lang="en-US" dirty="0"/>
          </a:p>
          <a:p>
            <a:endParaRPr lang="en-US" dirty="0"/>
          </a:p>
          <a:p>
            <a:r>
              <a:rPr lang="en-US" dirty="0"/>
              <a:t>Knight and Leveson note that the real question is not whether faults are identical in the code, but whether failures are statistically independent at runtime.</a:t>
            </a:r>
          </a:p>
          <a:p>
            <a:r>
              <a:rPr lang="en-US" dirty="0"/>
              <a:t>Their contribution was not in proposing N-version, but in experimentally evaluating its key underlying assumption.</a:t>
            </a:r>
          </a:p>
          <a:p>
            <a:endParaRPr lang="en-US" dirty="0"/>
          </a:p>
          <a:p>
            <a:r>
              <a:rPr lang="en-US" sz="1200" i="0" kern="1200" dirty="0">
                <a:solidFill>
                  <a:schemeClr val="tx1"/>
                </a:solidFill>
                <a:effectLst/>
                <a:latin typeface="+mn-lt"/>
                <a:ea typeface="+mn-ea"/>
                <a:cs typeface="+mn-cs"/>
              </a:rPr>
              <a:t>They wrote: </a:t>
            </a:r>
            <a:r>
              <a:rPr lang="en-US" sz="1200" i="1" kern="1200" dirty="0">
                <a:solidFill>
                  <a:schemeClr val="tx1"/>
                </a:solidFill>
                <a:effectLst/>
                <a:latin typeface="+mn-lt"/>
                <a:ea typeface="+mn-ea"/>
                <a:cs typeface="+mn-cs"/>
              </a:rPr>
              <a:t>“From an operational viewpoint, it does not matter why programs fail on the same input, it merely matters that they do. Thus in examining the hypothesis of independence, we examine the observed behavior of the programs during execution.”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other words, as long as the N versions all fail on a given input, it doesn’t matter why – the defects can occur for different implementation-level reasons, but would still compromises the hypothesis of independence if the defects are correlated.</a:t>
            </a:r>
          </a:p>
          <a:p>
            <a:endParaRPr lang="en-US" dirty="0"/>
          </a:p>
          <a:p>
            <a:r>
              <a:rPr lang="en-US" b="1" dirty="0"/>
              <a:t>1. What is their definition of “independent failures”?</a:t>
            </a:r>
          </a:p>
          <a:p>
            <a:r>
              <a:rPr lang="en-US" dirty="0"/>
              <a:t>They adopt the </a:t>
            </a:r>
            <a:r>
              <a:rPr lang="en-US" b="1" dirty="0"/>
              <a:t>statistical definition of independence</a:t>
            </a:r>
            <a:r>
              <a:rPr lang="en-US" dirty="0"/>
              <a:t>:</a:t>
            </a:r>
          </a:p>
          <a:p>
            <a:br>
              <a:rPr lang="en-US" dirty="0"/>
            </a:br>
            <a:r>
              <a:rPr lang="en-US" dirty="0"/>
              <a:t>Two versions fail independently if, for any input,</a:t>
            </a:r>
          </a:p>
          <a:p>
            <a:r>
              <a:rPr lang="en-US" dirty="0"/>
              <a:t>\</a:t>
            </a:r>
            <a:r>
              <a:rPr lang="en-US" dirty="0" err="1"/>
              <a:t>Pr</a:t>
            </a:r>
            <a:r>
              <a:rPr lang="en-US" dirty="0"/>
              <a:t>(A \mid B) = \</a:t>
            </a:r>
            <a:r>
              <a:rPr lang="en-US" dirty="0" err="1"/>
              <a:t>Pr</a:t>
            </a:r>
            <a:r>
              <a:rPr lang="en-US" dirty="0"/>
              <a:t>(A)</a:t>
            </a:r>
          </a:p>
          <a:p>
            <a:r>
              <a:rPr lang="en-US" dirty="0"/>
              <a:t>and vice versa — i.e., knowing that one version failed does not change the probability that another fails  (Sec. V).</a:t>
            </a:r>
          </a:p>
          <a:p>
            <a:br>
              <a:rPr lang="en-US" dirty="0"/>
            </a:br>
            <a:r>
              <a:rPr lang="en-US" dirty="0"/>
              <a:t>Operationally, they test independence </a:t>
            </a:r>
            <a:r>
              <a:rPr lang="en-US" b="1" dirty="0"/>
              <a:t>at the level of coincident failures on the same test input</a:t>
            </a:r>
            <a:r>
              <a:rPr lang="en-US" dirty="0"/>
              <a:t>.</a:t>
            </a:r>
          </a:p>
          <a:p>
            <a:r>
              <a:rPr lang="en-US" dirty="0"/>
              <a:t>The key observable is whether </a:t>
            </a:r>
            <a:r>
              <a:rPr lang="en-US" b="1" dirty="0"/>
              <a:t>two or more versions fail on the same test case</a:t>
            </a:r>
            <a:r>
              <a:rPr lang="en-US" dirty="0"/>
              <a:t>, regardless of whether the underlying faults are identical  .</a:t>
            </a:r>
          </a:p>
          <a:p>
            <a:endParaRPr lang="en-US" dirty="0"/>
          </a:p>
          <a:p>
            <a:r>
              <a:rPr lang="en-US" dirty="0"/>
              <a:t>Importantly, they analyze </a:t>
            </a:r>
            <a:r>
              <a:rPr lang="en-US" b="1" dirty="0"/>
              <a:t>failures during execution</a:t>
            </a:r>
            <a:r>
              <a:rPr lang="en-US" dirty="0"/>
              <a:t>, not source-code fault similarity. From a fault-tolerance standpoint, what matters is coincident erroneous outputs, not identical bugs  .</a:t>
            </a:r>
          </a:p>
          <a:p>
            <a:br>
              <a:rPr lang="en-US" dirty="0"/>
            </a:br>
            <a:r>
              <a:rPr lang="en-US" b="1" dirty="0"/>
              <a:t>2. Hypothesis / Null, and Rationale</a:t>
            </a:r>
          </a:p>
          <a:p>
            <a:br>
              <a:rPr lang="en-US" dirty="0"/>
            </a:br>
            <a:r>
              <a:rPr lang="en-US" b="1" dirty="0"/>
              <a:t>Null Hypothesis (H₀)</a:t>
            </a:r>
          </a:p>
          <a:p>
            <a:br>
              <a:rPr lang="en-US" dirty="0"/>
            </a:br>
            <a:r>
              <a:rPr lang="en-US" dirty="0"/>
              <a:t>Failures of independently developed versions are statistically independent.</a:t>
            </a:r>
          </a:p>
          <a:p>
            <a:r>
              <a:rPr lang="en-US" dirty="0"/>
              <a:t>Given:</a:t>
            </a:r>
          </a:p>
          <a:p>
            <a:r>
              <a:rPr lang="en-US" dirty="0"/>
              <a:t>Individual failure probabilities p_1, \dots, </a:t>
            </a:r>
            <a:r>
              <a:rPr lang="en-US" dirty="0" err="1"/>
              <a:t>p_N</a:t>
            </a:r>
            <a:r>
              <a:rPr lang="en-US" dirty="0"/>
              <a:t>,</a:t>
            </a:r>
          </a:p>
          <a:p>
            <a:r>
              <a:rPr lang="en-US" dirty="0"/>
              <a:t>The derived probability P_{more} that more than one version fails on a given test case,</a:t>
            </a:r>
          </a:p>
          <a:p>
            <a:endParaRPr lang="en-US" dirty="0"/>
          </a:p>
          <a:p>
            <a:r>
              <a:rPr lang="en-US" dirty="0"/>
              <a:t>Then the number K of test cases with multiple failures should follow a </a:t>
            </a:r>
            <a:r>
              <a:rPr lang="en-US" b="1" dirty="0"/>
              <a:t>binomial distribution</a:t>
            </a:r>
            <a:r>
              <a:rPr lang="en-US" dirty="0"/>
              <a:t> with parameter P_{more}  (Sec. V).</a:t>
            </a:r>
          </a:p>
          <a:p>
            <a:endParaRPr lang="en-US" dirty="0"/>
          </a:p>
          <a:p>
            <a:r>
              <a:rPr lang="en-US" b="1" dirty="0"/>
              <a:t>Rationale</a:t>
            </a:r>
          </a:p>
          <a:p>
            <a:r>
              <a:rPr lang="en-US" dirty="0"/>
              <a:t>Much reliability analysis of N-version programming assumes independence, yielding the “square-law” reliability improvement (system failure probability proportional to </a:t>
            </a:r>
            <a:r>
              <a:rPr lang="en-US" dirty="0" err="1"/>
              <a:t>p^N</a:t>
            </a:r>
            <a:r>
              <a:rPr lang="en-US" dirty="0"/>
              <a:t>)  (Intro).</a:t>
            </a:r>
          </a:p>
          <a:p>
            <a:br>
              <a:rPr lang="en-US" dirty="0"/>
            </a:br>
            <a:r>
              <a:rPr lang="en-US" dirty="0"/>
              <a:t>If independence is false, reliability analyses based on it will </a:t>
            </a:r>
            <a:r>
              <a:rPr lang="en-US" b="1" dirty="0"/>
              <a:t>overestimate system reliability</a:t>
            </a:r>
            <a:r>
              <a:rPr lang="en-US" dirty="0"/>
              <a:t>  (pp. 96–97).</a:t>
            </a:r>
          </a:p>
          <a:p>
            <a:br>
              <a:rPr lang="en-US" dirty="0"/>
            </a:br>
            <a:r>
              <a:rPr lang="en-US" b="1" dirty="0"/>
              <a:t>3. Study Design</a:t>
            </a:r>
          </a:p>
          <a:p>
            <a:r>
              <a:rPr lang="en-US" b="1" dirty="0"/>
              <a:t>27 independently written versions</a:t>
            </a:r>
            <a:endParaRPr lang="en-US" dirty="0"/>
          </a:p>
          <a:p>
            <a:r>
              <a:rPr lang="en-US" dirty="0"/>
              <a:t>All from the </a:t>
            </a:r>
            <a:r>
              <a:rPr lang="en-US" b="1" dirty="0"/>
              <a:t>same requirements specification</a:t>
            </a:r>
            <a:endParaRPr lang="en-US" dirty="0"/>
          </a:p>
          <a:p>
            <a:r>
              <a:rPr lang="en-US" dirty="0"/>
              <a:t>Each subjected to </a:t>
            </a:r>
            <a:r>
              <a:rPr lang="en-US" b="1" dirty="0"/>
              <a:t>1,000,000 randomly generated test cases</a:t>
            </a:r>
            <a:r>
              <a:rPr lang="en-US" b="0" dirty="0"/>
              <a:t> representing a lifetime operational profile according to engineers consulted at Boeing</a:t>
            </a:r>
            <a:endParaRPr lang="en-US" dirty="0"/>
          </a:p>
          <a:p>
            <a:r>
              <a:rPr lang="en-US" dirty="0"/>
              <a:t>Outputs compared against a trusted “gold” version  (Secs. II–IV)</a:t>
            </a:r>
          </a:p>
          <a:p>
            <a:br>
              <a:rPr lang="en-US" dirty="0"/>
            </a:br>
            <a:r>
              <a:rPr lang="en-US" dirty="0"/>
              <a:t>A failure was recorded if:</a:t>
            </a:r>
          </a:p>
          <a:p>
            <a:r>
              <a:rPr lang="en-US" dirty="0"/>
              <a:t>Any of 241 outputs differed from the gold version, or</a:t>
            </a:r>
          </a:p>
          <a:p>
            <a:r>
              <a:rPr lang="en-US" dirty="0"/>
              <a:t>An execution exception occurred  (Sec. IV).</a:t>
            </a:r>
          </a:p>
          <a:p>
            <a:endParaRPr lang="en-US" dirty="0"/>
          </a:p>
          <a:p>
            <a:r>
              <a:rPr lang="en-US" dirty="0"/>
              <a:t>Crucially:</a:t>
            </a:r>
          </a:p>
          <a:p>
            <a:r>
              <a:rPr lang="en-US" dirty="0"/>
              <a:t>Each version had its </a:t>
            </a:r>
            <a:r>
              <a:rPr lang="en-US" b="1" dirty="0"/>
              <a:t>own acceptance test</a:t>
            </a:r>
            <a:r>
              <a:rPr lang="en-US" dirty="0"/>
              <a:t> (to avoid filtering shared faults through a common test set).</a:t>
            </a:r>
          </a:p>
          <a:p>
            <a:r>
              <a:rPr lang="en-US" dirty="0"/>
              <a:t>A gold program enabled automated checking at scale .</a:t>
            </a:r>
          </a:p>
          <a:p>
            <a:endParaRPr lang="en-US" dirty="0"/>
          </a:p>
          <a:p>
            <a:r>
              <a:rPr lang="en-US" b="1" dirty="0"/>
              <a:t>4. Subjects and Independence</a:t>
            </a:r>
            <a:endParaRPr lang="en-US" dirty="0"/>
          </a:p>
          <a:p>
            <a:r>
              <a:rPr lang="en-US" b="1" dirty="0"/>
              <a:t>Subjects</a:t>
            </a:r>
          </a:p>
          <a:p>
            <a:r>
              <a:rPr lang="en-US" dirty="0"/>
              <a:t>27 students (9 UVA, 18 UCI)</a:t>
            </a:r>
          </a:p>
          <a:p>
            <a:r>
              <a:rPr lang="en-US" dirty="0"/>
              <a:t>Undergraduate through PhD level, including professional engineers coming back for further study.</a:t>
            </a:r>
          </a:p>
          <a:p>
            <a:r>
              <a:rPr lang="en-US" dirty="0"/>
              <a:t>Mixed backgrounds, varied programming experience  (Sec. III)</a:t>
            </a:r>
            <a:br>
              <a:rPr lang="en-US" dirty="0"/>
            </a:br>
            <a:endParaRPr lang="en-US" dirty="0"/>
          </a:p>
          <a:p>
            <a:r>
              <a:rPr lang="en-US" b="1" dirty="0"/>
              <a:t>Independence Controls</a:t>
            </a:r>
          </a:p>
          <a:p>
            <a:r>
              <a:rPr lang="en-US" dirty="0"/>
              <a:t>Explicit instructions not to discuss the assignment</a:t>
            </a:r>
          </a:p>
          <a:p>
            <a:r>
              <a:rPr lang="en-US" dirty="0"/>
              <a:t>Separate universities (~3000 miles apart)</a:t>
            </a:r>
          </a:p>
          <a:p>
            <a:r>
              <a:rPr lang="en-US" dirty="0"/>
              <a:t>Same specification, but:</a:t>
            </a:r>
          </a:p>
          <a:p>
            <a:r>
              <a:rPr lang="en-US" dirty="0"/>
              <a:t>No imposed methodology</a:t>
            </a:r>
          </a:p>
          <a:p>
            <a:r>
              <a:rPr lang="en-US" dirty="0"/>
              <a:t>No shared acceptance test</a:t>
            </a:r>
          </a:p>
          <a:p>
            <a:r>
              <a:rPr lang="en-US" dirty="0"/>
              <a:t>Freedom to consult references independently  (Sec. II)</a:t>
            </a:r>
            <a:br>
              <a:rPr lang="en-US" dirty="0"/>
            </a:br>
            <a:endParaRPr lang="en-US" dirty="0"/>
          </a:p>
          <a:p>
            <a:r>
              <a:rPr lang="en-US" dirty="0"/>
              <a:t>They deliberately attempted to approximate real-world independent development.</a:t>
            </a:r>
            <a:br>
              <a:rPr lang="en-US" dirty="0"/>
            </a:br>
            <a:endParaRPr lang="en-US" dirty="0"/>
          </a:p>
          <a:p>
            <a:r>
              <a:rPr lang="en-US" b="1" dirty="0"/>
              <a:t>5. Task</a:t>
            </a:r>
            <a:endParaRPr lang="en-US" dirty="0"/>
          </a:p>
          <a:p>
            <a:r>
              <a:rPr lang="en-US" dirty="0"/>
              <a:t>The “Launch Interceptor” problem:</a:t>
            </a:r>
          </a:p>
          <a:p>
            <a:r>
              <a:rPr lang="en-US" dirty="0"/>
              <a:t>Radar-based threat detection</a:t>
            </a:r>
          </a:p>
          <a:p>
            <a:r>
              <a:rPr lang="en-US" dirty="0"/>
              <a:t>15 parameterized logical conditions (LICs)</a:t>
            </a:r>
          </a:p>
          <a:p>
            <a:r>
              <a:rPr lang="en-US" dirty="0"/>
              <a:t>Geometric computations (angles, areas, collinearity)</a:t>
            </a:r>
          </a:p>
          <a:p>
            <a:r>
              <a:rPr lang="en-US" dirty="0"/>
              <a:t>Boolean aggregation logic  (Sec. II, Appendix)</a:t>
            </a:r>
          </a:p>
          <a:p>
            <a:endParaRPr lang="en-US" dirty="0"/>
          </a:p>
          <a:p>
            <a:r>
              <a:rPr lang="en-US" dirty="0"/>
              <a:t>Chosen because:</a:t>
            </a:r>
          </a:p>
          <a:p>
            <a:r>
              <a:rPr lang="en-US" dirty="0"/>
              <a:t>Realistic safety-critical flavor</a:t>
            </a:r>
          </a:p>
          <a:p>
            <a:r>
              <a:rPr lang="en-US" dirty="0"/>
              <a:t>Previously used in NASA reliability studies</a:t>
            </a:r>
          </a:p>
          <a:p>
            <a:r>
              <a:rPr lang="en-US" dirty="0"/>
              <a:t>Known sources of subtle geometric and numeric difficulty  .</a:t>
            </a:r>
          </a:p>
          <a:p>
            <a:endParaRPr lang="en-US" dirty="0"/>
          </a:p>
          <a:p>
            <a:r>
              <a:rPr lang="en-US" dirty="0"/>
              <a:t>Solution programs ranged 327–1004 LOC  (Sec. VII).</a:t>
            </a:r>
          </a:p>
          <a:p>
            <a:br>
              <a:rPr lang="en-US" dirty="0"/>
            </a:br>
            <a:endParaRPr lang="en-US" dirty="0"/>
          </a:p>
          <a:p>
            <a:r>
              <a:rPr lang="en-US" b="1" dirty="0"/>
              <a:t>6. Metrics</a:t>
            </a:r>
            <a:endParaRPr lang="en-US" dirty="0"/>
          </a:p>
          <a:p>
            <a:r>
              <a:rPr lang="en-US" b="1" dirty="0"/>
              <a:t>Primary Metric</a:t>
            </a:r>
            <a:endParaRPr lang="en-US" dirty="0"/>
          </a:p>
          <a:p>
            <a:r>
              <a:rPr lang="en-US" dirty="0"/>
              <a:t>Number of test cases in which:</a:t>
            </a:r>
          </a:p>
          <a:p>
            <a:r>
              <a:rPr lang="en-US" dirty="0"/>
              <a:t>More than one version failed on the same input.</a:t>
            </a:r>
          </a:p>
          <a:p>
            <a:br>
              <a:rPr lang="en-US" dirty="0"/>
            </a:br>
            <a:r>
              <a:rPr lang="en-US" dirty="0"/>
              <a:t>Let:</a:t>
            </a:r>
          </a:p>
          <a:p>
            <a:r>
              <a:rPr lang="en-US" dirty="0"/>
              <a:t>N = 27</a:t>
            </a:r>
          </a:p>
          <a:p>
            <a:r>
              <a:rPr lang="en-US" dirty="0"/>
              <a:t>n = 1{,}000{,}000</a:t>
            </a:r>
          </a:p>
          <a:p>
            <a:r>
              <a:rPr lang="en-US" dirty="0"/>
              <a:t>K = observed coincident failures.</a:t>
            </a:r>
          </a:p>
          <a:p>
            <a:br>
              <a:rPr lang="en-US" dirty="0"/>
            </a:br>
            <a:r>
              <a:rPr lang="en-US" dirty="0"/>
              <a:t>From the paper:</a:t>
            </a:r>
          </a:p>
          <a:p>
            <a:r>
              <a:rPr lang="en-US" dirty="0"/>
              <a:t>Observed K = 1255 test cases with multiple failures  (Sec. V).</a:t>
            </a:r>
          </a:p>
          <a:p>
            <a:r>
              <a:rPr lang="en-US" dirty="0"/>
              <a:t>Test statistic:</a:t>
            </a:r>
          </a:p>
          <a:p>
            <a:r>
              <a:rPr lang="en-US" dirty="0"/>
              <a:t>z = 100.51</a:t>
            </a:r>
          </a:p>
          <a:p>
            <a:r>
              <a:rPr lang="en-US" dirty="0"/>
              <a:t>This far exceeds the 99% critical value (2.33).</a:t>
            </a:r>
          </a:p>
          <a:p>
            <a:br>
              <a:rPr lang="en-US" dirty="0"/>
            </a:br>
            <a:endParaRPr lang="en-US" dirty="0"/>
          </a:p>
          <a:p>
            <a:r>
              <a:rPr lang="en-US" b="1" dirty="0"/>
              <a:t>Result:</a:t>
            </a:r>
          </a:p>
          <a:p>
            <a:br>
              <a:rPr lang="en-US" dirty="0"/>
            </a:br>
            <a:endParaRPr lang="en-US" dirty="0"/>
          </a:p>
          <a:p>
            <a:r>
              <a:rPr lang="en-US" dirty="0"/>
              <a:t>Reject independence at </a:t>
            </a:r>
            <a:r>
              <a:rPr lang="en-US" b="1" dirty="0"/>
              <a:t>&gt;99% confidence</a:t>
            </a:r>
            <a:r>
              <a:rPr lang="en-US" dirty="0"/>
              <a:t>  .</a:t>
            </a:r>
          </a:p>
          <a:p>
            <a:br>
              <a:rPr lang="en-US" dirty="0"/>
            </a:br>
            <a:endParaRPr lang="en-US" dirty="0"/>
          </a:p>
          <a:p>
            <a:r>
              <a:rPr lang="en-US" b="1" dirty="0"/>
              <a:t>Results Summary</a:t>
            </a:r>
          </a:p>
          <a:p>
            <a:r>
              <a:rPr lang="en-US" dirty="0"/>
              <a:t>Individual versions were </a:t>
            </a:r>
            <a:r>
              <a:rPr lang="en-US" b="1" dirty="0"/>
              <a:t>extremely reliable</a:t>
            </a:r>
            <a:r>
              <a:rPr lang="en-US" dirty="0"/>
              <a:t> (most &gt;99.9%)  (Table I).</a:t>
            </a:r>
          </a:p>
          <a:p>
            <a:r>
              <a:rPr lang="en-US" dirty="0"/>
              <a:t>Yet coincident failures were </a:t>
            </a:r>
            <a:r>
              <a:rPr lang="en-US" b="1" dirty="0"/>
              <a:t>far more frequent than independence predicts</a:t>
            </a:r>
            <a:r>
              <a:rPr lang="en-US" dirty="0"/>
              <a:t>.</a:t>
            </a:r>
          </a:p>
          <a:p>
            <a:r>
              <a:rPr lang="en-US" dirty="0"/>
              <a:t>Some test cases caused up to </a:t>
            </a:r>
            <a:r>
              <a:rPr lang="en-US" b="1" dirty="0"/>
              <a:t>8 of 27 versions to fail simultaneously</a:t>
            </a:r>
            <a:r>
              <a:rPr lang="en-US" dirty="0"/>
              <a:t>  (Table II).</a:t>
            </a:r>
          </a:p>
          <a:p>
            <a:r>
              <a:rPr lang="en-US" dirty="0"/>
              <a:t>Correlated failures occurred </a:t>
            </a:r>
            <a:r>
              <a:rPr lang="en-US" b="1" dirty="0"/>
              <a:t>across universities</a:t>
            </a:r>
            <a:r>
              <a:rPr lang="en-US" dirty="0"/>
              <a:t>, not just within one group  (Table III).</a:t>
            </a:r>
          </a:p>
          <a:p>
            <a:br>
              <a:rPr lang="en-US" dirty="0"/>
            </a:br>
            <a:endParaRPr lang="en-US" dirty="0"/>
          </a:p>
          <a:p>
            <a:r>
              <a:rPr lang="en-US" b="1" dirty="0"/>
              <a:t>Conclusion (their wording summarized)</a:t>
            </a:r>
          </a:p>
          <a:p>
            <a:br>
              <a:rPr lang="en-US" dirty="0"/>
            </a:br>
            <a:endParaRPr lang="en-US" dirty="0"/>
          </a:p>
          <a:p>
            <a:r>
              <a:rPr lang="en-US" dirty="0"/>
              <a:t>For this problem, the independence assumption does not hold, and N-version reliability analysis must account for dependent failures  (Sec. VIII).</a:t>
            </a:r>
          </a:p>
          <a:p>
            <a:br>
              <a:rPr lang="en-US" dirty="0"/>
            </a:br>
            <a:endParaRPr lang="en-US" dirty="0"/>
          </a:p>
          <a:p>
            <a:r>
              <a:rPr lang="en-US" dirty="0"/>
              <a:t>If useful for your class flow, the cleanest takeaway sentence is:</a:t>
            </a:r>
          </a:p>
          <a:p>
            <a:br>
              <a:rPr lang="en-US" dirty="0"/>
            </a:br>
            <a:endParaRPr lang="en-US" dirty="0"/>
          </a:p>
          <a:p>
            <a:r>
              <a:rPr lang="en-US" sz="1200" kern="1200" dirty="0">
                <a:solidFill>
                  <a:schemeClr val="tx1"/>
                </a:solidFill>
                <a:effectLst/>
                <a:latin typeface="+mn-lt"/>
                <a:ea typeface="+mn-ea"/>
                <a:cs typeface="+mn-cs"/>
              </a:rPr>
              <a:t>They did exactly the experiment you just designed — and the data rejected the independence assumption by an overwhelming statistical margin.</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12</a:t>
            </a:fld>
            <a:endParaRPr lang="en-US"/>
          </a:p>
        </p:txBody>
      </p:sp>
    </p:spTree>
    <p:extLst>
      <p:ext uri="{BB962C8B-B14F-4D97-AF65-F5344CB8AC3E}">
        <p14:creationId xmlns:p14="http://schemas.microsoft.com/office/powerpoint/2010/main" val="2225811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AFTERMATH OF THE 1986 PAPER</a:t>
            </a:r>
            <a:endParaRPr lang="en-US" dirty="0"/>
          </a:p>
          <a:p>
            <a:r>
              <a:rPr lang="en-US" dirty="0"/>
              <a:t>Knight &amp; Leveson’s 1986 result challenged the core conjecture of N-version programming: that independently developed versions fail independently.</a:t>
            </a:r>
          </a:p>
          <a:p>
            <a:endParaRPr lang="en-US" dirty="0"/>
          </a:p>
          <a:p>
            <a:r>
              <a:rPr lang="en-US" dirty="0"/>
              <a:t>That conclusion triggered significant pushback from the fault-tolerance community, which had been working with this assumption for a decade.</a:t>
            </a:r>
          </a:p>
          <a:p>
            <a:endParaRPr lang="en-US" dirty="0"/>
          </a:p>
          <a:p>
            <a:r>
              <a:rPr lang="en-US" dirty="0"/>
              <a:t>Subsequent work by Eckhardt and colleagues at NASA collected additional empirical data on multi-version software.</a:t>
            </a:r>
          </a:p>
          <a:p>
            <a:endParaRPr lang="en-US" dirty="0"/>
          </a:p>
          <a:p>
            <a:r>
              <a:rPr lang="en-US" dirty="0"/>
              <a:t>Their results also indicated that failures were not statistically independent.</a:t>
            </a:r>
          </a:p>
          <a:p>
            <a:endParaRPr lang="en-US" dirty="0"/>
          </a:p>
          <a:p>
            <a:r>
              <a:rPr lang="en-US" dirty="0"/>
              <a:t>In particular, misunderstandings of key points in the specification contributed to coincident failures across versions.</a:t>
            </a:r>
          </a:p>
          <a:p>
            <a:endParaRPr lang="en-US" dirty="0"/>
          </a:p>
          <a:p>
            <a:r>
              <a:rPr lang="en-US" dirty="0"/>
              <a:t>In other words, different teams misinterpreted the same requirement in similar ways.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reinforced Knight &amp; Leveson’s core observation: correlated failures can arise even when development efforts are independent.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a:t>ENTER AVIZIENIS (UCLA) AND CRITICISM</a:t>
            </a:r>
            <a:endParaRPr lang="en-US" dirty="0"/>
          </a:p>
          <a:p>
            <a:r>
              <a:rPr lang="en-US" dirty="0"/>
              <a:t>At the same time, Algirdas </a:t>
            </a:r>
            <a:r>
              <a:rPr lang="en-US" dirty="0" err="1"/>
              <a:t>Avizienis</a:t>
            </a:r>
            <a:r>
              <a:rPr lang="en-US" dirty="0"/>
              <a:t> and his collaborators — major proponents of N-version programming — disagreed with the interpretation and implications of the 1986 study.</a:t>
            </a:r>
          </a:p>
          <a:p>
            <a:br>
              <a:rPr lang="en-US" dirty="0"/>
            </a:br>
            <a:r>
              <a:rPr lang="en-US" dirty="0"/>
              <a:t>They argued that:</a:t>
            </a:r>
          </a:p>
          <a:p>
            <a:r>
              <a:rPr lang="en-US" dirty="0"/>
              <a:t>Identical faults across versions were rare.</a:t>
            </a:r>
          </a:p>
          <a:p>
            <a:r>
              <a:rPr lang="en-US" dirty="0"/>
              <a:t>With proper N-version methodology, independence could still be achieved.</a:t>
            </a:r>
          </a:p>
          <a:p>
            <a:r>
              <a:rPr lang="en-US" dirty="0"/>
              <a:t>The Knight &amp; Leveson setup did not reflect ideal multi-version development practice.</a:t>
            </a:r>
          </a:p>
          <a:p>
            <a:br>
              <a:rPr lang="en-US" dirty="0"/>
            </a:br>
            <a:r>
              <a:rPr lang="en-US" dirty="0"/>
              <a:t>This led to a public exchange.</a:t>
            </a:r>
          </a:p>
          <a:p>
            <a:endParaRPr lang="en-US" dirty="0"/>
          </a:p>
          <a:p>
            <a:r>
              <a:rPr lang="en-US" b="1" dirty="0"/>
              <a:t>THE CRUCIAL DISTINCTION</a:t>
            </a:r>
            <a:endParaRPr lang="en-US" dirty="0"/>
          </a:p>
          <a:p>
            <a:r>
              <a:rPr lang="en-US" dirty="0"/>
              <a:t>Knight &amp; Leveson’s 1990 reply (it’s on Brightspace as a reading and it’s really interesting) clarifies the central issue.</a:t>
            </a:r>
          </a:p>
          <a:p>
            <a:endParaRPr lang="en-US" dirty="0"/>
          </a:p>
          <a:p>
            <a:r>
              <a:rPr lang="en-US" dirty="0"/>
              <a:t>They argue that the relevant factor is not whether faults are textually identical.</a:t>
            </a:r>
          </a:p>
          <a:p>
            <a:r>
              <a:rPr lang="en-US" dirty="0"/>
              <a:t>The relevant factor is whether failures are COINCIDENT AT RUNTIME.</a:t>
            </a:r>
          </a:p>
          <a:p>
            <a:r>
              <a:rPr lang="en-US" dirty="0"/>
              <a:t>Why? Because when you use these multiple versions, you do so in voting – and voting compares outputs, not source code.</a:t>
            </a:r>
          </a:p>
          <a:p>
            <a:endParaRPr lang="en-US" dirty="0"/>
          </a:p>
          <a:p>
            <a:r>
              <a:rPr lang="en-US" dirty="0"/>
              <a:t>As two entirely different faults can produce the same incorrect output on the same input….From the perspective of fault tolerance, that is what matters.</a:t>
            </a:r>
          </a:p>
          <a:p>
            <a:endParaRPr lang="en-US" dirty="0"/>
          </a:p>
          <a:p>
            <a:r>
              <a:rPr lang="en-US" b="1" dirty="0"/>
              <a:t>WHAT WAS REALLY AT STAKE</a:t>
            </a:r>
            <a:endParaRPr lang="en-US" dirty="0"/>
          </a:p>
          <a:p>
            <a:r>
              <a:rPr lang="en-US" dirty="0"/>
              <a:t>This was not just a methodological disagreement.</a:t>
            </a:r>
          </a:p>
          <a:p>
            <a:r>
              <a:rPr lang="en-US" dirty="0"/>
              <a:t>It was a disagreement about whether the independence assumption can be safely treated as given.</a:t>
            </a:r>
          </a:p>
          <a:p>
            <a:r>
              <a:rPr lang="en-US" dirty="0"/>
              <a:t>If failures are correlated, the square-law reliability improvement disappears – or at any rate becomes much harder to model.</a:t>
            </a:r>
          </a:p>
          <a:p>
            <a:r>
              <a:rPr lang="en-US" dirty="0"/>
              <a:t>And if the square-law benefit disappears, the economic and safety justification for N-version programming weakens substantially.</a:t>
            </a:r>
          </a:p>
          <a:p>
            <a:endParaRPr lang="en-US" dirty="0"/>
          </a:p>
          <a:p>
            <a:r>
              <a:rPr lang="en-US" b="1" dirty="0"/>
              <a:t>WHY THIS MATTERS FOR IEC 61508</a:t>
            </a:r>
            <a:endParaRPr lang="en-US" dirty="0"/>
          </a:p>
          <a:p>
            <a:r>
              <a:rPr lang="en-US" dirty="0"/>
              <a:t>When IEC appears more cautious about design diversity in software than in hardware, it is operating in the shadow of this empirical debate.</a:t>
            </a:r>
          </a:p>
          <a:p>
            <a:br>
              <a:rPr lang="en-US" dirty="0"/>
            </a:br>
            <a:r>
              <a:rPr lang="en-US" dirty="0"/>
              <a:t>The standards committees are implicitly acknowledging that independence in software cannot simply be assumed.</a:t>
            </a:r>
          </a:p>
          <a:p>
            <a:br>
              <a:rPr lang="en-US" dirty="0"/>
            </a:br>
            <a:r>
              <a:rPr lang="en-US" dirty="0"/>
              <a:t>And that is the intellectual context for the asymmetry we observed earlier.</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a:t>13</a:t>
            </a:fld>
            <a:endParaRPr lang="en-US"/>
          </a:p>
        </p:txBody>
      </p:sp>
    </p:spTree>
    <p:extLst>
      <p:ext uri="{BB962C8B-B14F-4D97-AF65-F5344CB8AC3E}">
        <p14:creationId xmlns:p14="http://schemas.microsoft.com/office/powerpoint/2010/main" val="88336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250091" y="1439862"/>
            <a:ext cx="9644178" cy="4098053"/>
          </a:xfrm>
        </p:spPr>
        <p:txBody>
          <a:bodyPr>
            <a:normAutofit fontScale="70000" lnSpcReduction="20000"/>
          </a:bodyPr>
          <a:lstStyle/>
          <a:p>
            <a:endParaRPr lang="en-US" sz="7200" dirty="0"/>
          </a:p>
          <a:p>
            <a:r>
              <a:rPr lang="en-US" sz="7200" i="1" dirty="0"/>
              <a:t>Risk mitigation </a:t>
            </a:r>
            <a:r>
              <a:rPr lang="en-US" sz="7200" i="1"/>
              <a:t>via Redundancy</a:t>
            </a:r>
            <a:endParaRPr lang="en-US" sz="7200" i="1" dirty="0"/>
          </a:p>
          <a:p>
            <a:r>
              <a:rPr lang="en-US" sz="7200" u="sng" dirty="0"/>
              <a:t>Does redundancy work in SE?</a:t>
            </a:r>
          </a:p>
          <a:p>
            <a:endParaRPr lang="en-US" sz="5400" dirty="0"/>
          </a:p>
          <a:p>
            <a:r>
              <a:rPr lang="en-US" sz="5100" i="1" dirty="0"/>
              <a:t>Prof. James C. Davis, Prof. Santiago Torres-Arias</a:t>
            </a:r>
          </a:p>
          <a:p>
            <a:endParaRPr lang="en-US" sz="4000" i="1" dirty="0"/>
          </a:p>
        </p:txBody>
      </p:sp>
      <p:sp>
        <p:nvSpPr>
          <p:cNvPr id="3" name="Title 2">
            <a:extLst>
              <a:ext uri="{FF2B5EF4-FFF2-40B4-BE49-F238E27FC236}">
                <a16:creationId xmlns:a16="http://schemas.microsoft.com/office/drawing/2014/main" id="{089D1F61-B74F-FD46-9676-D29849AD2577}"/>
              </a:ext>
            </a:extLst>
          </p:cNvPr>
          <p:cNvSpPr>
            <a:spLocks noGrp="1"/>
          </p:cNvSpPr>
          <p:nvPr>
            <p:ph type="ctrTitle"/>
          </p:nvPr>
        </p:nvSpPr>
        <p:spPr>
          <a:xfrm>
            <a:off x="439339" y="565150"/>
            <a:ext cx="8265319" cy="874712"/>
          </a:xfrm>
        </p:spPr>
        <p:txBody>
          <a:bodyPr>
            <a:normAutofit/>
          </a:bodyPr>
          <a:lstStyle/>
          <a:p>
            <a:r>
              <a:rPr lang="en-US" sz="2000" i="1" dirty="0"/>
              <a:t>ECE 50874/595: Advanced Software Engineering</a:t>
            </a:r>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4" name="TextBox 3">
            <a:extLst>
              <a:ext uri="{FF2B5EF4-FFF2-40B4-BE49-F238E27FC236}">
                <a16:creationId xmlns:a16="http://schemas.microsoft.com/office/drawing/2014/main" id="{CDDCBB7A-22A8-1843-B24A-5E737DC2CC35}"/>
              </a:ext>
            </a:extLst>
          </p:cNvPr>
          <p:cNvSpPr txBox="1"/>
          <p:nvPr/>
        </p:nvSpPr>
        <p:spPr>
          <a:xfrm>
            <a:off x="5190186" y="5537915"/>
            <a:ext cx="963918" cy="369332"/>
          </a:xfrm>
          <a:prstGeom prst="rect">
            <a:avLst/>
          </a:prstGeom>
          <a:noFill/>
        </p:spPr>
        <p:txBody>
          <a:bodyPr wrap="none" rtlCol="0">
            <a:spAutoFit/>
          </a:bodyPr>
          <a:lstStyle/>
          <a:p>
            <a:r>
              <a:rPr lang="en-US"/>
              <a:t>Elmore*</a:t>
            </a:r>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6BCE7F-BE67-715F-3914-0911F12AD006}"/>
              </a:ext>
            </a:extLst>
          </p:cNvPr>
          <p:cNvSpPr>
            <a:spLocks noGrp="1"/>
          </p:cNvSpPr>
          <p:nvPr>
            <p:ph type="title"/>
          </p:nvPr>
        </p:nvSpPr>
        <p:spPr/>
        <p:txBody>
          <a:bodyPr/>
          <a:lstStyle/>
          <a:p>
            <a:r>
              <a:rPr lang="en-US"/>
              <a:t>Introductory remarks</a:t>
            </a:r>
          </a:p>
        </p:txBody>
      </p:sp>
      <p:sp>
        <p:nvSpPr>
          <p:cNvPr id="4" name="Slide Number Placeholder 3">
            <a:extLst>
              <a:ext uri="{FF2B5EF4-FFF2-40B4-BE49-F238E27FC236}">
                <a16:creationId xmlns:a16="http://schemas.microsoft.com/office/drawing/2014/main" id="{D07189C7-82F1-B8F9-4475-9B0E7D3B7AA0}"/>
              </a:ext>
            </a:extLst>
          </p:cNvPr>
          <p:cNvSpPr>
            <a:spLocks noGrp="1"/>
          </p:cNvSpPr>
          <p:nvPr>
            <p:ph type="sldNum" sz="quarter" idx="4"/>
          </p:nvPr>
        </p:nvSpPr>
        <p:spPr/>
        <p:txBody>
          <a:bodyPr/>
          <a:lstStyle/>
          <a:p>
            <a:fld id="{B7EB45DA-9A0D-DC49-8E02-F30A5DDC21C3}" type="slidenum">
              <a:rPr lang="en-US"/>
              <a:t>2</a:t>
            </a:fld>
            <a:endParaRPr lang="en-US"/>
          </a:p>
        </p:txBody>
      </p:sp>
    </p:spTree>
    <p:extLst>
      <p:ext uri="{BB962C8B-B14F-4D97-AF65-F5344CB8AC3E}">
        <p14:creationId xmlns:p14="http://schemas.microsoft.com/office/powerpoint/2010/main" val="368308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57440-CA8D-4AC4-FCF2-D49AB4DCB98C}"/>
              </a:ext>
            </a:extLst>
          </p:cNvPr>
          <p:cNvSpPr>
            <a:spLocks noGrp="1"/>
          </p:cNvSpPr>
          <p:nvPr>
            <p:ph idx="1"/>
          </p:nvPr>
        </p:nvSpPr>
        <p:spPr/>
        <p:txBody>
          <a:bodyPr>
            <a:normAutofit/>
          </a:bodyPr>
          <a:lstStyle/>
          <a:p>
            <a:pPr marL="0" indent="0">
              <a:buNone/>
            </a:pPr>
            <a:r>
              <a:rPr lang="en-US" sz="2400" dirty="0"/>
              <a:t>The materials for this unit include excerpts from IEC 61508. If you are participating in this class, you have student access to IEC 61508 through the USA’s ANSI organization, and therefore can view this content. If you are no longer participating in the class (</a:t>
            </a:r>
            <a:r>
              <a:rPr lang="en-US" sz="2400" dirty="0" err="1"/>
              <a:t>eg</a:t>
            </a:r>
            <a:r>
              <a:rPr lang="en-US" sz="2400" dirty="0"/>
              <a:t> because the semester has ended), please do not access this material unless you re-obtain access to IEC 61508 through some other means.</a:t>
            </a:r>
          </a:p>
          <a:p>
            <a:pPr marL="0" indent="0">
              <a:buNone/>
            </a:pPr>
            <a:endParaRPr lang="en-US" sz="2400" dirty="0"/>
          </a:p>
          <a:p>
            <a:pPr marL="0" indent="0">
              <a:buNone/>
            </a:pPr>
            <a:r>
              <a:rPr lang="en-US" sz="2400" dirty="0"/>
              <a:t>If you access IEC 61508 inappropriately via these slides, it could harm the ability of future iterations of this course to access international standards for educational purposes. Please be good!</a:t>
            </a:r>
          </a:p>
          <a:p>
            <a:pPr marL="0" indent="0">
              <a:buNone/>
            </a:pPr>
            <a:endParaRPr lang="en-US" sz="2400" dirty="0"/>
          </a:p>
          <a:p>
            <a:pPr marL="0" indent="0">
              <a:buNone/>
            </a:pPr>
            <a:r>
              <a:rPr lang="en-US" sz="2400" dirty="0"/>
              <a:t>		~JD</a:t>
            </a:r>
          </a:p>
        </p:txBody>
      </p:sp>
      <p:sp>
        <p:nvSpPr>
          <p:cNvPr id="3" name="Title 2">
            <a:extLst>
              <a:ext uri="{FF2B5EF4-FFF2-40B4-BE49-F238E27FC236}">
                <a16:creationId xmlns:a16="http://schemas.microsoft.com/office/drawing/2014/main" id="{622133F2-43A7-2759-9044-3DCF35565738}"/>
              </a:ext>
            </a:extLst>
          </p:cNvPr>
          <p:cNvSpPr>
            <a:spLocks noGrp="1"/>
          </p:cNvSpPr>
          <p:nvPr>
            <p:ph type="title"/>
          </p:nvPr>
        </p:nvSpPr>
        <p:spPr/>
        <p:txBody>
          <a:bodyPr>
            <a:normAutofit fontScale="90000"/>
          </a:bodyPr>
          <a:lstStyle/>
          <a:p>
            <a:r>
              <a:rPr lang="en-US"/>
              <a:t>LEGAL DISCLAIMER</a:t>
            </a:r>
          </a:p>
        </p:txBody>
      </p:sp>
      <p:sp>
        <p:nvSpPr>
          <p:cNvPr id="4" name="Slide Number Placeholder 3">
            <a:extLst>
              <a:ext uri="{FF2B5EF4-FFF2-40B4-BE49-F238E27FC236}">
                <a16:creationId xmlns:a16="http://schemas.microsoft.com/office/drawing/2014/main" id="{43FF60B8-6069-7B13-83B0-8D195C8DA259}"/>
              </a:ext>
            </a:extLst>
          </p:cNvPr>
          <p:cNvSpPr>
            <a:spLocks noGrp="1"/>
          </p:cNvSpPr>
          <p:nvPr>
            <p:ph type="sldNum" sz="quarter" idx="4"/>
          </p:nvPr>
        </p:nvSpPr>
        <p:spPr/>
        <p:txBody>
          <a:bodyPr/>
          <a:lstStyle/>
          <a:p>
            <a:fld id="{B7EB45DA-9A0D-DC49-8E02-F30A5DDC21C3}" type="slidenum">
              <a:rPr lang="en-US"/>
              <a:t>3</a:t>
            </a:fld>
            <a:endParaRPr lang="en-US"/>
          </a:p>
        </p:txBody>
      </p:sp>
      <p:sp>
        <p:nvSpPr>
          <p:cNvPr id="5" name="TextBox 4">
            <a:extLst>
              <a:ext uri="{FF2B5EF4-FFF2-40B4-BE49-F238E27FC236}">
                <a16:creationId xmlns:a16="http://schemas.microsoft.com/office/drawing/2014/main" id="{22E33F34-5449-9E54-7C1E-0BBA1681B443}"/>
              </a:ext>
            </a:extLst>
          </p:cNvPr>
          <p:cNvSpPr txBox="1"/>
          <p:nvPr/>
        </p:nvSpPr>
        <p:spPr>
          <a:xfrm>
            <a:off x="448884" y="6412032"/>
            <a:ext cx="7815986" cy="369332"/>
          </a:xfrm>
          <a:prstGeom prst="rect">
            <a:avLst/>
          </a:prstGeom>
          <a:noFill/>
        </p:spPr>
        <p:txBody>
          <a:bodyPr wrap="none" rtlCol="0">
            <a:spAutoFit/>
          </a:bodyPr>
          <a:lstStyle/>
          <a:p>
            <a:r>
              <a:rPr lang="en-US" dirty="0"/>
              <a:t>As of Spring 2024, access to the IEC 61508 family costs ~$3000 USD. Thanks ANSI!</a:t>
            </a:r>
          </a:p>
        </p:txBody>
      </p:sp>
    </p:spTree>
    <p:extLst>
      <p:ext uri="{BB962C8B-B14F-4D97-AF65-F5344CB8AC3E}">
        <p14:creationId xmlns:p14="http://schemas.microsoft.com/office/powerpoint/2010/main" val="3177896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DE56-F5A7-6DC6-D2A2-D20E9C9FEFC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36249A-E49B-17A3-4E34-DBFA655160CC}"/>
              </a:ext>
            </a:extLst>
          </p:cNvPr>
          <p:cNvSpPr>
            <a:spLocks noGrp="1"/>
          </p:cNvSpPr>
          <p:nvPr>
            <p:ph type="sldNum" sz="quarter" idx="4"/>
          </p:nvPr>
        </p:nvSpPr>
        <p:spPr/>
        <p:txBody>
          <a:bodyPr/>
          <a:lstStyle/>
          <a:p>
            <a:fld id="{B7EB45DA-9A0D-DC49-8E02-F30A5DDC21C3}" type="slidenum">
              <a:rPr lang="en-US"/>
              <a:t>4</a:t>
            </a:fld>
            <a:endParaRPr lang="en-US"/>
          </a:p>
        </p:txBody>
      </p:sp>
      <p:pic>
        <p:nvPicPr>
          <p:cNvPr id="6" name="Content Placeholder 5">
            <a:extLst>
              <a:ext uri="{FF2B5EF4-FFF2-40B4-BE49-F238E27FC236}">
                <a16:creationId xmlns:a16="http://schemas.microsoft.com/office/drawing/2014/main" id="{7EAE4EA0-5B8E-935E-08E8-C84C24B2866A}"/>
              </a:ext>
            </a:extLst>
          </p:cNvPr>
          <p:cNvPicPr>
            <a:picLocks noGrp="1" noChangeAspect="1"/>
          </p:cNvPicPr>
          <p:nvPr>
            <p:ph idx="4294967295"/>
          </p:nvPr>
        </p:nvPicPr>
        <p:blipFill>
          <a:blip r:embed="rId3"/>
          <a:stretch>
            <a:fillRect/>
          </a:stretch>
        </p:blipFill>
        <p:spPr>
          <a:xfrm>
            <a:off x="93784" y="1314989"/>
            <a:ext cx="8515350" cy="5543011"/>
          </a:xfrm>
        </p:spPr>
      </p:pic>
      <p:sp>
        <p:nvSpPr>
          <p:cNvPr id="7" name="TextBox 6">
            <a:extLst>
              <a:ext uri="{FF2B5EF4-FFF2-40B4-BE49-F238E27FC236}">
                <a16:creationId xmlns:a16="http://schemas.microsoft.com/office/drawing/2014/main" id="{9E47E624-2327-45D2-BFD1-E8126ACE2770}"/>
              </a:ext>
            </a:extLst>
          </p:cNvPr>
          <p:cNvSpPr txBox="1"/>
          <p:nvPr/>
        </p:nvSpPr>
        <p:spPr>
          <a:xfrm>
            <a:off x="-23446" y="0"/>
            <a:ext cx="10879015" cy="1015663"/>
          </a:xfrm>
          <a:prstGeom prst="rect">
            <a:avLst/>
          </a:prstGeom>
          <a:noFill/>
        </p:spPr>
        <p:txBody>
          <a:bodyPr wrap="square" rtlCol="0">
            <a:spAutoFit/>
          </a:bodyPr>
          <a:lstStyle/>
          <a:p>
            <a:r>
              <a:rPr lang="en-US" sz="3600" b="1"/>
              <a:t>61508-3-Figure 6</a:t>
            </a:r>
            <a:endParaRPr lang="en-US" sz="3600"/>
          </a:p>
          <a:p>
            <a:r>
              <a:rPr lang="en-US" sz="2400"/>
              <a:t>Software systematic capability and the development lifecycle (“V-model”)</a:t>
            </a:r>
          </a:p>
        </p:txBody>
      </p:sp>
      <p:sp>
        <p:nvSpPr>
          <p:cNvPr id="2" name="Rectangle 1">
            <a:extLst>
              <a:ext uri="{FF2B5EF4-FFF2-40B4-BE49-F238E27FC236}">
                <a16:creationId xmlns:a16="http://schemas.microsoft.com/office/drawing/2014/main" id="{D75FF44D-E8CC-1EA4-CE36-E76B7D7253C9}"/>
              </a:ext>
            </a:extLst>
          </p:cNvPr>
          <p:cNvSpPr/>
          <p:nvPr/>
        </p:nvSpPr>
        <p:spPr>
          <a:xfrm>
            <a:off x="2191196" y="2657405"/>
            <a:ext cx="3061739" cy="302354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6097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56E8-60C3-713B-33BF-CDD40E7AFFA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9C09D9-17D1-D498-BDBF-ED940206BF79}"/>
              </a:ext>
            </a:extLst>
          </p:cNvPr>
          <p:cNvSpPr>
            <a:spLocks noGrp="1"/>
          </p:cNvSpPr>
          <p:nvPr>
            <p:ph type="title"/>
          </p:nvPr>
        </p:nvSpPr>
        <p:spPr>
          <a:xfrm>
            <a:off x="685800" y="1528964"/>
            <a:ext cx="7772400" cy="2281238"/>
          </a:xfrm>
        </p:spPr>
        <p:txBody>
          <a:bodyPr>
            <a:normAutofit/>
          </a:bodyPr>
          <a:lstStyle/>
          <a:p>
            <a:r>
              <a:rPr lang="en-US" dirty="0"/>
              <a:t>A comparison of 61508’s position of redundancy and diversity for SW vs HW</a:t>
            </a:r>
          </a:p>
        </p:txBody>
      </p:sp>
      <p:sp>
        <p:nvSpPr>
          <p:cNvPr id="4" name="Slide Number Placeholder 3">
            <a:extLst>
              <a:ext uri="{FF2B5EF4-FFF2-40B4-BE49-F238E27FC236}">
                <a16:creationId xmlns:a16="http://schemas.microsoft.com/office/drawing/2014/main" id="{AEA5BF5C-2D11-335E-FEA2-142CB922ED11}"/>
              </a:ext>
            </a:extLst>
          </p:cNvPr>
          <p:cNvSpPr>
            <a:spLocks noGrp="1"/>
          </p:cNvSpPr>
          <p:nvPr>
            <p:ph type="sldNum" sz="quarter" idx="4"/>
          </p:nvPr>
        </p:nvSpPr>
        <p:spPr/>
        <p:txBody>
          <a:bodyPr/>
          <a:lstStyle/>
          <a:p>
            <a:fld id="{B7EB45DA-9A0D-DC49-8E02-F30A5DDC21C3}" type="slidenum">
              <a:rPr lang="en-US"/>
              <a:t>5</a:t>
            </a:fld>
            <a:endParaRPr lang="en-US"/>
          </a:p>
        </p:txBody>
      </p:sp>
      <p:sp>
        <p:nvSpPr>
          <p:cNvPr id="2" name="TextBox 1">
            <a:extLst>
              <a:ext uri="{FF2B5EF4-FFF2-40B4-BE49-F238E27FC236}">
                <a16:creationId xmlns:a16="http://schemas.microsoft.com/office/drawing/2014/main" id="{13E89AFC-DCA1-D3A3-7CF0-D1A5DA53A090}"/>
              </a:ext>
            </a:extLst>
          </p:cNvPr>
          <p:cNvSpPr txBox="1"/>
          <p:nvPr/>
        </p:nvSpPr>
        <p:spPr>
          <a:xfrm>
            <a:off x="277148" y="3810202"/>
            <a:ext cx="8866852" cy="2308324"/>
          </a:xfrm>
          <a:prstGeom prst="rect">
            <a:avLst/>
          </a:prstGeom>
          <a:noFill/>
        </p:spPr>
        <p:txBody>
          <a:bodyPr wrap="square">
            <a:spAutoFit/>
          </a:bodyPr>
          <a:lstStyle/>
          <a:p>
            <a:r>
              <a:rPr lang="en-US" sz="2400" dirty="0">
                <a:effectLst/>
                <a:latin typeface="Times"/>
              </a:rPr>
              <a:t>“</a:t>
            </a:r>
            <a:r>
              <a:rPr lang="en-US" sz="2400" i="1" dirty="0">
                <a:effectLst/>
                <a:latin typeface="Times"/>
              </a:rPr>
              <a:t>When the formula to be computed is very complicated, it may be algebraically arranged for computation in two or more totally distinct ways, and two or more sets of cards may be made. If the same constants are now employed with each set, and if under these circumstances the results agree, we may then be quite secure of the accuracy of them all</a:t>
            </a:r>
            <a:r>
              <a:rPr lang="en-US" sz="2400" dirty="0">
                <a:effectLst/>
                <a:latin typeface="Times"/>
              </a:rPr>
              <a:t>.” </a:t>
            </a:r>
            <a:r>
              <a:rPr lang="en-US" sz="2400" dirty="0">
                <a:latin typeface="Times"/>
              </a:rPr>
              <a:t>– </a:t>
            </a:r>
            <a:r>
              <a:rPr lang="en-US" sz="2400" dirty="0">
                <a:effectLst/>
                <a:latin typeface="Times"/>
              </a:rPr>
              <a:t>C. Babbage, 1837</a:t>
            </a:r>
            <a:endParaRPr lang="en-US" sz="2400" dirty="0"/>
          </a:p>
        </p:txBody>
      </p:sp>
    </p:spTree>
    <p:extLst>
      <p:ext uri="{BB962C8B-B14F-4D97-AF65-F5344CB8AC3E}">
        <p14:creationId xmlns:p14="http://schemas.microsoft.com/office/powerpoint/2010/main" val="64867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48C27B-E5A8-6761-7E43-3807384E8173}"/>
              </a:ext>
            </a:extLst>
          </p:cNvPr>
          <p:cNvSpPr>
            <a:spLocks noGrp="1"/>
          </p:cNvSpPr>
          <p:nvPr>
            <p:ph type="title"/>
          </p:nvPr>
        </p:nvSpPr>
        <p:spPr/>
        <p:txBody>
          <a:bodyPr>
            <a:normAutofit fontScale="90000"/>
          </a:bodyPr>
          <a:lstStyle/>
          <a:p>
            <a:r>
              <a:rPr lang="en-US" dirty="0"/>
              <a:t>61508 Part 2, Table A.15 – Techniques &amp; measures to control Systematic failures caused by HW design</a:t>
            </a:r>
          </a:p>
        </p:txBody>
      </p:sp>
      <p:sp>
        <p:nvSpPr>
          <p:cNvPr id="4" name="Slide Number Placeholder 3">
            <a:extLst>
              <a:ext uri="{FF2B5EF4-FFF2-40B4-BE49-F238E27FC236}">
                <a16:creationId xmlns:a16="http://schemas.microsoft.com/office/drawing/2014/main" id="{6B79F2C6-1919-CC3B-6F4F-0F577E8CAFC6}"/>
              </a:ext>
            </a:extLst>
          </p:cNvPr>
          <p:cNvSpPr>
            <a:spLocks noGrp="1"/>
          </p:cNvSpPr>
          <p:nvPr>
            <p:ph type="sldNum" sz="quarter" idx="4"/>
          </p:nvPr>
        </p:nvSpPr>
        <p:spPr/>
        <p:txBody>
          <a:bodyPr/>
          <a:lstStyle/>
          <a:p>
            <a:fld id="{B7EB45DA-9A0D-DC49-8E02-F30A5DDC21C3}" type="slidenum">
              <a:rPr lang="en-US" smtClean="0"/>
              <a:t>6</a:t>
            </a:fld>
            <a:endParaRPr lang="en-US"/>
          </a:p>
        </p:txBody>
      </p:sp>
      <p:pic>
        <p:nvPicPr>
          <p:cNvPr id="6" name="Picture 5">
            <a:extLst>
              <a:ext uri="{FF2B5EF4-FFF2-40B4-BE49-F238E27FC236}">
                <a16:creationId xmlns:a16="http://schemas.microsoft.com/office/drawing/2014/main" id="{DDC73388-B593-ECEE-1556-C43D78BFD8D4}"/>
              </a:ext>
            </a:extLst>
          </p:cNvPr>
          <p:cNvPicPr>
            <a:picLocks noChangeAspect="1"/>
          </p:cNvPicPr>
          <p:nvPr/>
        </p:nvPicPr>
        <p:blipFill>
          <a:blip r:embed="rId3"/>
          <a:stretch>
            <a:fillRect/>
          </a:stretch>
        </p:blipFill>
        <p:spPr>
          <a:xfrm>
            <a:off x="0" y="1920875"/>
            <a:ext cx="9144000" cy="3633378"/>
          </a:xfrm>
          <a:prstGeom prst="rect">
            <a:avLst/>
          </a:prstGeom>
        </p:spPr>
      </p:pic>
      <p:sp>
        <p:nvSpPr>
          <p:cNvPr id="2" name="Rectangle 1">
            <a:extLst>
              <a:ext uri="{FF2B5EF4-FFF2-40B4-BE49-F238E27FC236}">
                <a16:creationId xmlns:a16="http://schemas.microsoft.com/office/drawing/2014/main" id="{1AC50C6A-4758-6A5E-77B7-F005CBFEBFEF}"/>
              </a:ext>
            </a:extLst>
          </p:cNvPr>
          <p:cNvSpPr/>
          <p:nvPr/>
        </p:nvSpPr>
        <p:spPr>
          <a:xfrm>
            <a:off x="68593" y="4996871"/>
            <a:ext cx="9075407" cy="55738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B3FCA9D-799C-6A9D-BF6F-4C3D83FCE3BA}"/>
              </a:ext>
            </a:extLst>
          </p:cNvPr>
          <p:cNvCxnSpPr>
            <a:cxnSpLocks/>
            <a:stCxn id="11" idx="0"/>
          </p:cNvCxnSpPr>
          <p:nvPr/>
        </p:nvCxnSpPr>
        <p:spPr>
          <a:xfrm flipV="1">
            <a:off x="4570022" y="5342096"/>
            <a:ext cx="2435212" cy="34522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627ABCC-4FE4-4501-B97C-CAB66D76FA44}"/>
              </a:ext>
            </a:extLst>
          </p:cNvPr>
          <p:cNvSpPr txBox="1"/>
          <p:nvPr/>
        </p:nvSpPr>
        <p:spPr>
          <a:xfrm>
            <a:off x="277148" y="5687321"/>
            <a:ext cx="8585748" cy="369332"/>
          </a:xfrm>
          <a:prstGeom prst="rect">
            <a:avLst/>
          </a:prstGeom>
          <a:noFill/>
        </p:spPr>
        <p:txBody>
          <a:bodyPr wrap="none" rtlCol="0">
            <a:spAutoFit/>
          </a:bodyPr>
          <a:lstStyle/>
          <a:p>
            <a:r>
              <a:rPr lang="en-US" i="1" dirty="0"/>
              <a:t>Design diversity</a:t>
            </a:r>
            <a:r>
              <a:rPr lang="en-US" dirty="0"/>
              <a:t>: Two or more items carrying out the same function but differing in design</a:t>
            </a:r>
          </a:p>
        </p:txBody>
      </p:sp>
      <p:sp>
        <p:nvSpPr>
          <p:cNvPr id="15" name="TextBox 14">
            <a:extLst>
              <a:ext uri="{FF2B5EF4-FFF2-40B4-BE49-F238E27FC236}">
                <a16:creationId xmlns:a16="http://schemas.microsoft.com/office/drawing/2014/main" id="{CBBD3B09-0ED9-BF0B-959B-9252905FDAE1}"/>
              </a:ext>
            </a:extLst>
          </p:cNvPr>
          <p:cNvSpPr txBox="1"/>
          <p:nvPr/>
        </p:nvSpPr>
        <p:spPr>
          <a:xfrm>
            <a:off x="0" y="6181607"/>
            <a:ext cx="8730916" cy="369332"/>
          </a:xfrm>
          <a:prstGeom prst="rect">
            <a:avLst/>
          </a:prstGeom>
          <a:noFill/>
        </p:spPr>
        <p:txBody>
          <a:bodyPr wrap="none" rtlCol="0">
            <a:spAutoFit/>
          </a:bodyPr>
          <a:lstStyle/>
          <a:p>
            <a:r>
              <a:rPr lang="en-US" i="1" dirty="0"/>
              <a:t>Functional diversity</a:t>
            </a:r>
            <a:r>
              <a:rPr lang="en-US" dirty="0"/>
              <a:t>: Two or more items carrying out different functions for same safety goal</a:t>
            </a:r>
          </a:p>
        </p:txBody>
      </p:sp>
      <p:sp>
        <p:nvSpPr>
          <p:cNvPr id="21" name="Rectangle 20">
            <a:extLst>
              <a:ext uri="{FF2B5EF4-FFF2-40B4-BE49-F238E27FC236}">
                <a16:creationId xmlns:a16="http://schemas.microsoft.com/office/drawing/2014/main" id="{D9F8DDC5-DCE5-FF5C-687B-992D22236DE9}"/>
              </a:ext>
            </a:extLst>
          </p:cNvPr>
          <p:cNvSpPr/>
          <p:nvPr/>
        </p:nvSpPr>
        <p:spPr>
          <a:xfrm>
            <a:off x="68593" y="3484453"/>
            <a:ext cx="9075407" cy="55738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33FA08C7-EA68-5ADC-FC1E-B673031ADB20}"/>
              </a:ext>
            </a:extLst>
          </p:cNvPr>
          <p:cNvCxnSpPr>
            <a:cxnSpLocks/>
            <a:stCxn id="23" idx="2"/>
          </p:cNvCxnSpPr>
          <p:nvPr/>
        </p:nvCxnSpPr>
        <p:spPr>
          <a:xfrm>
            <a:off x="3657059" y="1628473"/>
            <a:ext cx="1302399" cy="202264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731B3C3-6774-BF64-898B-D4228B538604}"/>
              </a:ext>
            </a:extLst>
          </p:cNvPr>
          <p:cNvSpPr txBox="1"/>
          <p:nvPr/>
        </p:nvSpPr>
        <p:spPr>
          <a:xfrm>
            <a:off x="0" y="1259141"/>
            <a:ext cx="7314118" cy="369332"/>
          </a:xfrm>
          <a:prstGeom prst="rect">
            <a:avLst/>
          </a:prstGeom>
          <a:noFill/>
        </p:spPr>
        <p:txBody>
          <a:bodyPr wrap="none" rtlCol="0">
            <a:spAutoFit/>
          </a:bodyPr>
          <a:lstStyle/>
          <a:p>
            <a:r>
              <a:rPr lang="en-US" i="1" dirty="0"/>
              <a:t>Watchdog: </a:t>
            </a:r>
            <a:r>
              <a:rPr lang="en-US" dirty="0"/>
              <a:t>A HW monitor confirms liveness of the HW that should be acting</a:t>
            </a:r>
          </a:p>
        </p:txBody>
      </p:sp>
      <p:sp>
        <p:nvSpPr>
          <p:cNvPr id="27" name="Freeform 26">
            <a:extLst>
              <a:ext uri="{FF2B5EF4-FFF2-40B4-BE49-F238E27FC236}">
                <a16:creationId xmlns:a16="http://schemas.microsoft.com/office/drawing/2014/main" id="{E4226B50-322C-532D-952D-13FBE2CF54C0}"/>
              </a:ext>
            </a:extLst>
          </p:cNvPr>
          <p:cNvSpPr/>
          <p:nvPr/>
        </p:nvSpPr>
        <p:spPr>
          <a:xfrm rot="15152332">
            <a:off x="6302474" y="2170009"/>
            <a:ext cx="2745933" cy="489762"/>
          </a:xfrm>
          <a:custGeom>
            <a:avLst/>
            <a:gdLst>
              <a:gd name="csX0" fmla="*/ 0 w 1673817"/>
              <a:gd name="csY0" fmla="*/ 1363851 h 1363851"/>
              <a:gd name="csX1" fmla="*/ 1084881 w 1673817"/>
              <a:gd name="csY1" fmla="*/ 898901 h 1363851"/>
              <a:gd name="csX2" fmla="*/ 1673817 w 1673817"/>
              <a:gd name="csY2" fmla="*/ 0 h 1363851"/>
            </a:gdLst>
            <a:ahLst/>
            <a:cxnLst>
              <a:cxn ang="0">
                <a:pos x="csX0" y="csY0"/>
              </a:cxn>
              <a:cxn ang="0">
                <a:pos x="csX1" y="csY1"/>
              </a:cxn>
              <a:cxn ang="0">
                <a:pos x="csX2" y="csY2"/>
              </a:cxn>
            </a:cxnLst>
            <a:rect l="l" t="t" r="r" b="b"/>
            <a:pathLst>
              <a:path w="1673817" h="1363851">
                <a:moveTo>
                  <a:pt x="0" y="1363851"/>
                </a:moveTo>
                <a:cubicBezTo>
                  <a:pt x="402956" y="1245030"/>
                  <a:pt x="805912" y="1126209"/>
                  <a:pt x="1084881" y="898901"/>
                </a:cubicBezTo>
                <a:cubicBezTo>
                  <a:pt x="1363850" y="671593"/>
                  <a:pt x="1518833" y="335796"/>
                  <a:pt x="1673817" y="0"/>
                </a:cubicBez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B0D4BC3-B08A-0A99-D7C0-1FC5BE386CEA}"/>
              </a:ext>
            </a:extLst>
          </p:cNvPr>
          <p:cNvSpPr txBox="1"/>
          <p:nvPr/>
        </p:nvSpPr>
        <p:spPr>
          <a:xfrm>
            <a:off x="623013" y="823275"/>
            <a:ext cx="8520987" cy="369332"/>
          </a:xfrm>
          <a:prstGeom prst="rect">
            <a:avLst/>
          </a:prstGeom>
          <a:noFill/>
        </p:spPr>
        <p:txBody>
          <a:bodyPr wrap="none" rtlCol="0">
            <a:spAutoFit/>
          </a:bodyPr>
          <a:lstStyle/>
          <a:p>
            <a:r>
              <a:rPr lang="en-US" i="1" dirty="0"/>
              <a:t>Redundant compute: </a:t>
            </a:r>
            <a:r>
              <a:rPr lang="en-US" dirty="0"/>
              <a:t>Distinct channels perform redundant computation, e.g. 2oo3 voting</a:t>
            </a:r>
          </a:p>
        </p:txBody>
      </p:sp>
      <p:sp>
        <p:nvSpPr>
          <p:cNvPr id="29" name="Freeform 28">
            <a:extLst>
              <a:ext uri="{FF2B5EF4-FFF2-40B4-BE49-F238E27FC236}">
                <a16:creationId xmlns:a16="http://schemas.microsoft.com/office/drawing/2014/main" id="{1264E5FE-CD49-E005-B5BE-A739C03FF136}"/>
              </a:ext>
            </a:extLst>
          </p:cNvPr>
          <p:cNvSpPr/>
          <p:nvPr/>
        </p:nvSpPr>
        <p:spPr>
          <a:xfrm>
            <a:off x="7299702" y="5470902"/>
            <a:ext cx="1625871" cy="710705"/>
          </a:xfrm>
          <a:custGeom>
            <a:avLst/>
            <a:gdLst>
              <a:gd name="csX0" fmla="*/ 0 w 3516665"/>
              <a:gd name="csY0" fmla="*/ 1038386 h 1038386"/>
              <a:gd name="csX1" fmla="*/ 2309248 w 3516665"/>
              <a:gd name="csY1" fmla="*/ 960895 h 1038386"/>
              <a:gd name="csX2" fmla="*/ 3456123 w 3516665"/>
              <a:gd name="csY2" fmla="*/ 821410 h 1038386"/>
              <a:gd name="csX3" fmla="*/ 3254645 w 3516665"/>
              <a:gd name="csY3" fmla="*/ 0 h 1038386"/>
            </a:gdLst>
            <a:ahLst/>
            <a:cxnLst>
              <a:cxn ang="0">
                <a:pos x="csX0" y="csY0"/>
              </a:cxn>
              <a:cxn ang="0">
                <a:pos x="csX1" y="csY1"/>
              </a:cxn>
              <a:cxn ang="0">
                <a:pos x="csX2" y="csY2"/>
              </a:cxn>
              <a:cxn ang="0">
                <a:pos x="csX3" y="csY3"/>
              </a:cxn>
            </a:cxnLst>
            <a:rect l="l" t="t" r="r" b="b"/>
            <a:pathLst>
              <a:path w="3516665" h="1038386">
                <a:moveTo>
                  <a:pt x="0" y="1038386"/>
                </a:moveTo>
                <a:lnTo>
                  <a:pt x="2309248" y="960895"/>
                </a:lnTo>
                <a:cubicBezTo>
                  <a:pt x="2885268" y="924732"/>
                  <a:pt x="3298557" y="981559"/>
                  <a:pt x="3456123" y="821410"/>
                </a:cubicBezTo>
                <a:cubicBezTo>
                  <a:pt x="3613689" y="661261"/>
                  <a:pt x="3434167" y="330630"/>
                  <a:pt x="3254645" y="0"/>
                </a:cubicBez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528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5" grpId="0"/>
      <p:bldP spid="21" grpId="0" animBg="1"/>
      <p:bldP spid="23" grpId="0"/>
      <p:bldP spid="27" grpId="0" animBg="1"/>
      <p:bldP spid="28" grpId="0"/>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1F5054-B195-CE34-AEEF-F8BDA87CFAC6}"/>
              </a:ext>
            </a:extLst>
          </p:cNvPr>
          <p:cNvSpPr>
            <a:spLocks noGrp="1"/>
          </p:cNvSpPr>
          <p:nvPr>
            <p:ph idx="1"/>
          </p:nvPr>
        </p:nvSpPr>
        <p:spPr/>
        <p:txBody>
          <a:bodyPr/>
          <a:lstStyle/>
          <a:p>
            <a:pPr marL="0" indent="0">
              <a:buNone/>
            </a:pPr>
            <a:r>
              <a:rPr lang="en-US" dirty="0"/>
              <a:t>Suppose we use the </a:t>
            </a:r>
            <a:r>
              <a:rPr lang="en-US" i="1" u="sng" dirty="0"/>
              <a:t>redundant compute</a:t>
            </a:r>
            <a:r>
              <a:rPr lang="en-US" dirty="0"/>
              <a:t> method (1 </a:t>
            </a:r>
            <a:r>
              <a:rPr lang="en-US" dirty="0" err="1"/>
              <a:t>out-of</a:t>
            </a:r>
            <a:r>
              <a:rPr lang="en-US" dirty="0"/>
              <a:t> 2 voting)</a:t>
            </a:r>
          </a:p>
          <a:p>
            <a:pPr marL="0" indent="0">
              <a:buNone/>
            </a:pPr>
            <a:r>
              <a:rPr lang="en-US" dirty="0"/>
              <a:t>Suppose we want to reduce Prob(failure) to reach SIL 1: </a:t>
            </a:r>
            <a:r>
              <a:rPr lang="en-US" i="1" dirty="0"/>
              <a:t>PFH &lt; 1E-5</a:t>
            </a:r>
          </a:p>
          <a:p>
            <a:pPr marL="0" indent="0">
              <a:buNone/>
            </a:pPr>
            <a:r>
              <a:rPr lang="en-US" b="1" dirty="0"/>
              <a:t>Model/Assumption</a:t>
            </a:r>
            <a:r>
              <a:rPr lang="en-US" dirty="0"/>
              <a:t>: Suppose the failures are independent.</a:t>
            </a:r>
          </a:p>
          <a:p>
            <a:pPr marL="0" indent="0">
              <a:buNone/>
            </a:pPr>
            <a:r>
              <a:rPr lang="en-US" dirty="0"/>
              <a:t>	</a:t>
            </a:r>
            <a:r>
              <a:rPr lang="en-US" dirty="0">
                <a:sym typeface="Wingdings" pitchFamily="2" charset="2"/>
              </a:rPr>
              <a:t> </a:t>
            </a:r>
            <a:r>
              <a:rPr lang="en-US" b="1" i="1" dirty="0"/>
              <a:t>What PFH do we need to achieve for each component?</a:t>
            </a:r>
          </a:p>
          <a:p>
            <a:pPr marL="0" indent="0">
              <a:buNone/>
            </a:pPr>
            <a:r>
              <a:rPr lang="en-US" b="1" i="1" dirty="0"/>
              <a:t>	</a:t>
            </a:r>
            <a:r>
              <a:rPr lang="en-US" b="1" i="1" dirty="0">
                <a:sym typeface="Wingdings" pitchFamily="2" charset="2"/>
              </a:rPr>
              <a:t> What is it for SIL 2 and 3?</a:t>
            </a:r>
            <a:endParaRPr lang="en-US" b="1" i="1" dirty="0"/>
          </a:p>
          <a:p>
            <a:pPr marL="0" indent="0">
              <a:buNone/>
            </a:pPr>
            <a:endParaRPr lang="en-US" dirty="0"/>
          </a:p>
          <a:p>
            <a:pPr marL="0" indent="0">
              <a:buNone/>
            </a:pPr>
            <a:r>
              <a:rPr lang="en-US" dirty="0"/>
              <a:t>Is the assumption sound? When might it fail?</a:t>
            </a:r>
          </a:p>
          <a:p>
            <a:pPr marL="0" indent="0">
              <a:buNone/>
            </a:pPr>
            <a:endParaRPr lang="en-US" dirty="0"/>
          </a:p>
          <a:p>
            <a:pPr marL="0" indent="0">
              <a:buNone/>
            </a:pPr>
            <a:r>
              <a:rPr lang="en-US" dirty="0"/>
              <a:t>If we move to </a:t>
            </a:r>
            <a:r>
              <a:rPr lang="en-US" i="1" u="sng" dirty="0"/>
              <a:t>design diversity</a:t>
            </a:r>
            <a:r>
              <a:rPr lang="en-US" dirty="0"/>
              <a:t>,</a:t>
            </a:r>
          </a:p>
          <a:p>
            <a:pPr marL="0" indent="0">
              <a:buNone/>
            </a:pPr>
            <a:r>
              <a:rPr lang="en-US" dirty="0"/>
              <a:t>    how does it affect the problem statement?</a:t>
            </a:r>
          </a:p>
        </p:txBody>
      </p:sp>
      <p:sp>
        <p:nvSpPr>
          <p:cNvPr id="3" name="Title 2">
            <a:extLst>
              <a:ext uri="{FF2B5EF4-FFF2-40B4-BE49-F238E27FC236}">
                <a16:creationId xmlns:a16="http://schemas.microsoft.com/office/drawing/2014/main" id="{0DDE1BC5-0C01-BB4F-6215-5F1EF5F134AF}"/>
              </a:ext>
            </a:extLst>
          </p:cNvPr>
          <p:cNvSpPr>
            <a:spLocks noGrp="1"/>
          </p:cNvSpPr>
          <p:nvPr>
            <p:ph type="title"/>
          </p:nvPr>
        </p:nvSpPr>
        <p:spPr/>
        <p:txBody>
          <a:bodyPr>
            <a:normAutofit fontScale="90000"/>
          </a:bodyPr>
          <a:lstStyle/>
          <a:p>
            <a:r>
              <a:rPr lang="en-US" dirty="0"/>
              <a:t>The math behind the HW redundancy guidance</a:t>
            </a:r>
          </a:p>
        </p:txBody>
      </p:sp>
      <p:sp>
        <p:nvSpPr>
          <p:cNvPr id="4" name="Slide Number Placeholder 3">
            <a:extLst>
              <a:ext uri="{FF2B5EF4-FFF2-40B4-BE49-F238E27FC236}">
                <a16:creationId xmlns:a16="http://schemas.microsoft.com/office/drawing/2014/main" id="{45A7772F-C091-E5E4-6B85-2871FE429A25}"/>
              </a:ext>
            </a:extLst>
          </p:cNvPr>
          <p:cNvSpPr>
            <a:spLocks noGrp="1"/>
          </p:cNvSpPr>
          <p:nvPr>
            <p:ph type="sldNum" sz="quarter" idx="4"/>
          </p:nvPr>
        </p:nvSpPr>
        <p:spPr/>
        <p:txBody>
          <a:bodyPr/>
          <a:lstStyle/>
          <a:p>
            <a:fld id="{B7EB45DA-9A0D-DC49-8E02-F30A5DDC21C3}" type="slidenum">
              <a:rPr lang="en-US" smtClean="0"/>
              <a:t>7</a:t>
            </a:fld>
            <a:endParaRPr lang="en-US"/>
          </a:p>
        </p:txBody>
      </p:sp>
      <p:graphicFrame>
        <p:nvGraphicFramePr>
          <p:cNvPr id="5" name="Content Placeholder 8">
            <a:extLst>
              <a:ext uri="{FF2B5EF4-FFF2-40B4-BE49-F238E27FC236}">
                <a16:creationId xmlns:a16="http://schemas.microsoft.com/office/drawing/2014/main" id="{BB4EB954-847B-FBDB-A1E5-92C414CCFF4D}"/>
              </a:ext>
            </a:extLst>
          </p:cNvPr>
          <p:cNvGraphicFramePr/>
          <p:nvPr>
            <p:extLst>
              <p:ext uri="{D42A27DB-BD31-4B8C-83A1-F6EECF244321}">
                <p14:modId xmlns:p14="http://schemas.microsoft.com/office/powerpoint/2010/main" val="1952188184"/>
              </p:ext>
            </p:extLst>
          </p:nvPr>
        </p:nvGraphicFramePr>
        <p:xfrm>
          <a:off x="5308417" y="2873949"/>
          <a:ext cx="3697920" cy="2934000"/>
        </p:xfrm>
        <a:graphic>
          <a:graphicData uri="http://schemas.openxmlformats.org/drawingml/2006/table">
            <a:tbl>
              <a:tblPr/>
              <a:tblGrid>
                <a:gridCol w="790560">
                  <a:extLst>
                    <a:ext uri="{9D8B030D-6E8A-4147-A177-3AD203B41FA5}">
                      <a16:colId xmlns:a16="http://schemas.microsoft.com/office/drawing/2014/main" val="20000"/>
                    </a:ext>
                  </a:extLst>
                </a:gridCol>
                <a:gridCol w="2907360">
                  <a:extLst>
                    <a:ext uri="{9D8B030D-6E8A-4147-A177-3AD203B41FA5}">
                      <a16:colId xmlns:a16="http://schemas.microsoft.com/office/drawing/2014/main" val="20001"/>
                    </a:ext>
                  </a:extLst>
                </a:gridCol>
              </a:tblGrid>
              <a:tr h="573480">
                <a:tc>
                  <a:txBody>
                    <a:bodyPr/>
                    <a:lstStyle/>
                    <a:p>
                      <a:pPr defTabSz="914400">
                        <a:lnSpc>
                          <a:spcPct val="100000"/>
                        </a:lnSpc>
                      </a:pPr>
                      <a:r>
                        <a:rPr lang="en-US" sz="1800" b="1" u="none" strike="noStrike" dirty="0">
                          <a:solidFill>
                            <a:schemeClr val="dk1"/>
                          </a:solidFill>
                          <a:effectLst/>
                          <a:uFillTx/>
                          <a:latin typeface="Calibri"/>
                        </a:rPr>
                        <a:t>SIL</a:t>
                      </a:r>
                      <a:endParaRPr lang="en-US" sz="1800" b="0" u="none" strike="noStrike" dirty="0">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25200">
                      <a:solidFill>
                        <a:srgbClr val="000000"/>
                      </a:solidFill>
                      <a:prstDash val="solid"/>
                    </a:lnB>
                    <a:noFill/>
                  </a:tcPr>
                </a:tc>
                <a:tc>
                  <a:txBody>
                    <a:bodyPr/>
                    <a:lstStyle/>
                    <a:p>
                      <a:pPr defTabSz="914400">
                        <a:lnSpc>
                          <a:spcPct val="100000"/>
                        </a:lnSpc>
                      </a:pPr>
                      <a:r>
                        <a:rPr lang="en-US" sz="1800" b="1" u="none" strike="noStrike">
                          <a:solidFill>
                            <a:schemeClr val="dk1"/>
                          </a:solidFill>
                          <a:effectLst/>
                          <a:uFillTx/>
                          <a:latin typeface="Calibri"/>
                        </a:rPr>
                        <a:t>Avg freq of dangerous failure per hour (PFH)</a:t>
                      </a:r>
                      <a:endParaRPr lang="en-US"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25200">
                      <a:solidFill>
                        <a:srgbClr val="000000"/>
                      </a:solidFill>
                      <a:prstDash val="solid"/>
                    </a:lnB>
                    <a:noFill/>
                  </a:tcPr>
                </a:tc>
                <a:extLst>
                  <a:ext uri="{0D108BD9-81ED-4DB2-BD59-A6C34878D82A}">
                    <a16:rowId xmlns:a16="http://schemas.microsoft.com/office/drawing/2014/main" val="10000"/>
                  </a:ext>
                </a:extLst>
              </a:tr>
              <a:tr h="573480">
                <a:tc>
                  <a:txBody>
                    <a:bodyPr/>
                    <a:lstStyle/>
                    <a:p>
                      <a:pPr defTabSz="914400">
                        <a:lnSpc>
                          <a:spcPct val="100000"/>
                        </a:lnSpc>
                      </a:pPr>
                      <a:r>
                        <a:rPr lang="en-US" sz="1800" b="0" u="none" strike="noStrike">
                          <a:solidFill>
                            <a:schemeClr val="dk1"/>
                          </a:solidFill>
                          <a:effectLst/>
                          <a:uFillTx/>
                          <a:latin typeface="Calibri"/>
                        </a:rPr>
                        <a:t>4</a:t>
                      </a:r>
                      <a:endParaRPr lang="en-US" sz="18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25200" cap="flat" cmpd="sng" algn="ctr">
                      <a:solidFill>
                        <a:srgbClr val="000000"/>
                      </a:solidFill>
                      <a:prstDash val="solid"/>
                      <a:round/>
                      <a:headEnd type="none" w="med" len="med"/>
                      <a:tailEnd type="none" w="med" len="med"/>
                    </a:lnT>
                    <a:lnB w="12240">
                      <a:solidFill>
                        <a:srgbClr val="000000"/>
                      </a:solidFill>
                      <a:prstDash val="solid"/>
                    </a:lnB>
                    <a:solidFill>
                      <a:srgbClr val="000000">
                        <a:alpha val="20000"/>
                      </a:srgbClr>
                    </a:solidFill>
                  </a:tcPr>
                </a:tc>
                <a:tc>
                  <a:txBody>
                    <a:bodyPr/>
                    <a:lstStyle/>
                    <a:p>
                      <a:pPr defTabSz="914400">
                        <a:lnSpc>
                          <a:spcPct val="100000"/>
                        </a:lnSpc>
                      </a:pPr>
                      <a:r>
                        <a:rPr lang="en-US" sz="1800" b="0" u="none" strike="noStrike">
                          <a:solidFill>
                            <a:schemeClr val="dk1"/>
                          </a:solidFill>
                          <a:effectLst/>
                          <a:uFillTx/>
                          <a:latin typeface="Calibri"/>
                        </a:rPr>
                        <a:t> &lt; 1 E-8 but &gt;= 1 E -9</a:t>
                      </a:r>
                      <a:endParaRPr lang="en-US" sz="18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25200" cap="flat" cmpd="sng" algn="ctr">
                      <a:solidFill>
                        <a:srgbClr val="000000"/>
                      </a:solidFill>
                      <a:prstDash val="solid"/>
                      <a:round/>
                      <a:headEnd type="none" w="med" len="med"/>
                      <a:tailEnd type="none" w="med" len="med"/>
                    </a:lnT>
                    <a:lnB w="12240">
                      <a:solidFill>
                        <a:srgbClr val="000000"/>
                      </a:solidFill>
                      <a:prstDash val="solid"/>
                    </a:lnB>
                    <a:solidFill>
                      <a:srgbClr val="000000">
                        <a:alpha val="20000"/>
                      </a:srgbClr>
                    </a:solidFill>
                  </a:tcPr>
                </a:tc>
                <a:extLst>
                  <a:ext uri="{0D108BD9-81ED-4DB2-BD59-A6C34878D82A}">
                    <a16:rowId xmlns:a16="http://schemas.microsoft.com/office/drawing/2014/main" val="10001"/>
                  </a:ext>
                </a:extLst>
              </a:tr>
              <a:tr h="573480">
                <a:tc>
                  <a:txBody>
                    <a:bodyPr/>
                    <a:lstStyle/>
                    <a:p>
                      <a:pPr defTabSz="914400">
                        <a:lnSpc>
                          <a:spcPct val="100000"/>
                        </a:lnSpc>
                      </a:pPr>
                      <a:r>
                        <a:rPr lang="en-US" sz="1800" b="0" u="none" strike="noStrike" dirty="0">
                          <a:solidFill>
                            <a:schemeClr val="dk1"/>
                          </a:solidFill>
                          <a:effectLst/>
                          <a:uFillTx/>
                          <a:latin typeface="Calibri"/>
                        </a:rPr>
                        <a:t>3</a:t>
                      </a:r>
                      <a:endParaRPr lang="en-US" sz="1800" b="0" u="none" strike="noStrike" dirty="0">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pPr>
                      <a:r>
                        <a:rPr lang="en-US" sz="1800" b="0" u="none" strike="noStrike">
                          <a:solidFill>
                            <a:schemeClr val="dk1"/>
                          </a:solidFill>
                          <a:effectLst/>
                          <a:uFillTx/>
                          <a:latin typeface="Calibri"/>
                        </a:rPr>
                        <a:t>&lt; 1 E -7</a:t>
                      </a:r>
                      <a:endParaRPr lang="en-US"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573480">
                <a:tc>
                  <a:txBody>
                    <a:bodyPr/>
                    <a:lstStyle/>
                    <a:p>
                      <a:pPr defTabSz="914400">
                        <a:lnSpc>
                          <a:spcPct val="100000"/>
                        </a:lnSpc>
                      </a:pPr>
                      <a:r>
                        <a:rPr lang="en-US" sz="1800" b="0" u="none" strike="noStrike">
                          <a:solidFill>
                            <a:schemeClr val="dk1"/>
                          </a:solidFill>
                          <a:effectLst/>
                          <a:uFillTx/>
                          <a:latin typeface="Calibri"/>
                        </a:rPr>
                        <a:t>2</a:t>
                      </a:r>
                      <a:endParaRPr lang="en-US" sz="18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0000">
                        <a:alpha val="20000"/>
                      </a:srgbClr>
                    </a:solidFill>
                  </a:tcPr>
                </a:tc>
                <a:tc>
                  <a:txBody>
                    <a:bodyPr/>
                    <a:lstStyle/>
                    <a:p>
                      <a:pPr defTabSz="914400">
                        <a:lnSpc>
                          <a:spcPct val="100000"/>
                        </a:lnSpc>
                      </a:pPr>
                      <a:r>
                        <a:rPr lang="en-US" sz="1800" b="0" u="none" strike="noStrike">
                          <a:solidFill>
                            <a:schemeClr val="dk1"/>
                          </a:solidFill>
                          <a:effectLst/>
                          <a:uFillTx/>
                          <a:latin typeface="Calibri"/>
                        </a:rPr>
                        <a:t>&lt; 1 E -6</a:t>
                      </a:r>
                      <a:endParaRPr lang="en-US" sz="1800" b="0" u="none" strike="noStrike">
                        <a:solidFill>
                          <a:srgbClr val="FFFFFF"/>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000000">
                        <a:alpha val="20000"/>
                      </a:srgbClr>
                    </a:solidFill>
                  </a:tcPr>
                </a:tc>
                <a:extLst>
                  <a:ext uri="{0D108BD9-81ED-4DB2-BD59-A6C34878D82A}">
                    <a16:rowId xmlns:a16="http://schemas.microsoft.com/office/drawing/2014/main" val="10003"/>
                  </a:ext>
                </a:extLst>
              </a:tr>
              <a:tr h="573480">
                <a:tc>
                  <a:txBody>
                    <a:bodyPr/>
                    <a:lstStyle/>
                    <a:p>
                      <a:pPr defTabSz="914400">
                        <a:lnSpc>
                          <a:spcPct val="100000"/>
                        </a:lnSpc>
                      </a:pPr>
                      <a:r>
                        <a:rPr lang="en-US" sz="1800" b="0" u="none" strike="noStrike">
                          <a:solidFill>
                            <a:schemeClr val="dk1"/>
                          </a:solidFill>
                          <a:effectLst/>
                          <a:uFillTx/>
                          <a:latin typeface="Calibri"/>
                        </a:rPr>
                        <a:t>1</a:t>
                      </a:r>
                      <a:endParaRPr lang="en-US" sz="1800" b="0" u="none" strike="noStrike">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pPr>
                      <a:r>
                        <a:rPr lang="en-US" sz="1800" b="0" u="none" strike="noStrike" dirty="0">
                          <a:solidFill>
                            <a:schemeClr val="dk1"/>
                          </a:solidFill>
                          <a:effectLst/>
                          <a:uFillTx/>
                          <a:latin typeface="Calibri"/>
                        </a:rPr>
                        <a:t>&lt; 1 E -5</a:t>
                      </a:r>
                      <a:endParaRPr lang="en-US" sz="1800" b="0" u="none" strike="noStrike" dirty="0">
                        <a:solidFill>
                          <a:srgbClr val="000000"/>
                        </a:solidFill>
                        <a:effectLst/>
                        <a:uFillTx/>
                        <a:latin typeface="Arial"/>
                      </a:endParaRPr>
                    </a:p>
                  </a:txBody>
                  <a:tcP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6" name="Freeform 5">
            <a:extLst>
              <a:ext uri="{FF2B5EF4-FFF2-40B4-BE49-F238E27FC236}">
                <a16:creationId xmlns:a16="http://schemas.microsoft.com/office/drawing/2014/main" id="{50D524C1-4BB6-EADF-1DBB-4744527C8E5E}"/>
              </a:ext>
            </a:extLst>
          </p:cNvPr>
          <p:cNvSpPr/>
          <p:nvPr/>
        </p:nvSpPr>
        <p:spPr>
          <a:xfrm>
            <a:off x="6653719" y="1727158"/>
            <a:ext cx="2417472" cy="3759467"/>
          </a:xfrm>
          <a:custGeom>
            <a:avLst/>
            <a:gdLst>
              <a:gd name="csX0" fmla="*/ 0 w 2417472"/>
              <a:gd name="csY0" fmla="*/ 101642 h 3759467"/>
              <a:gd name="csX1" fmla="*/ 1536970 w 2417472"/>
              <a:gd name="csY1" fmla="*/ 179463 h 3759467"/>
              <a:gd name="csX2" fmla="*/ 2315183 w 2417472"/>
              <a:gd name="csY2" fmla="*/ 1755344 h 3759467"/>
              <a:gd name="csX3" fmla="*/ 2198451 w 2417472"/>
              <a:gd name="csY3" fmla="*/ 3428502 h 3759467"/>
              <a:gd name="csX4" fmla="*/ 408562 w 2417472"/>
              <a:gd name="csY4" fmla="*/ 3759242 h 3759467"/>
            </a:gdLst>
            <a:ahLst/>
            <a:cxnLst>
              <a:cxn ang="0">
                <a:pos x="csX0" y="csY0"/>
              </a:cxn>
              <a:cxn ang="0">
                <a:pos x="csX1" y="csY1"/>
              </a:cxn>
              <a:cxn ang="0">
                <a:pos x="csX2" y="csY2"/>
              </a:cxn>
              <a:cxn ang="0">
                <a:pos x="csX3" y="csY3"/>
              </a:cxn>
              <a:cxn ang="0">
                <a:pos x="csX4" y="csY4"/>
              </a:cxn>
            </a:cxnLst>
            <a:rect l="l" t="t" r="r" b="b"/>
            <a:pathLst>
              <a:path w="2417472" h="3759467">
                <a:moveTo>
                  <a:pt x="0" y="101642"/>
                </a:moveTo>
                <a:cubicBezTo>
                  <a:pt x="575553" y="2744"/>
                  <a:pt x="1151106" y="-96154"/>
                  <a:pt x="1536970" y="179463"/>
                </a:cubicBezTo>
                <a:cubicBezTo>
                  <a:pt x="1922834" y="455080"/>
                  <a:pt x="2204936" y="1213838"/>
                  <a:pt x="2315183" y="1755344"/>
                </a:cubicBezTo>
                <a:cubicBezTo>
                  <a:pt x="2425430" y="2296851"/>
                  <a:pt x="2516221" y="3094519"/>
                  <a:pt x="2198451" y="3428502"/>
                </a:cubicBezTo>
                <a:cubicBezTo>
                  <a:pt x="1880681" y="3762485"/>
                  <a:pt x="1144621" y="3760863"/>
                  <a:pt x="408562" y="375924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934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CCC7A-0608-D12B-705C-92B327F987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2411FE-ACA7-E67B-A912-0EDBB5105773}"/>
              </a:ext>
            </a:extLst>
          </p:cNvPr>
          <p:cNvSpPr>
            <a:spLocks noGrp="1"/>
          </p:cNvSpPr>
          <p:nvPr>
            <p:ph type="title"/>
          </p:nvPr>
        </p:nvSpPr>
        <p:spPr>
          <a:xfrm>
            <a:off x="-49429" y="118428"/>
            <a:ext cx="9373038" cy="638175"/>
          </a:xfrm>
        </p:spPr>
        <p:txBody>
          <a:bodyPr>
            <a:normAutofit fontScale="90000"/>
          </a:bodyPr>
          <a:lstStyle/>
          <a:p>
            <a:r>
              <a:rPr lang="en-US" dirty="0"/>
              <a:t>Diversity/Redundancy in Table A.2: SW D&amp;D – SW Arch. Design</a:t>
            </a:r>
          </a:p>
        </p:txBody>
      </p:sp>
      <p:sp>
        <p:nvSpPr>
          <p:cNvPr id="4" name="Slide Number Placeholder 3">
            <a:extLst>
              <a:ext uri="{FF2B5EF4-FFF2-40B4-BE49-F238E27FC236}">
                <a16:creationId xmlns:a16="http://schemas.microsoft.com/office/drawing/2014/main" id="{DB29D325-7B33-0051-1C25-0890EA1E038D}"/>
              </a:ext>
            </a:extLst>
          </p:cNvPr>
          <p:cNvSpPr>
            <a:spLocks noGrp="1"/>
          </p:cNvSpPr>
          <p:nvPr>
            <p:ph type="sldNum" sz="quarter" idx="4"/>
          </p:nvPr>
        </p:nvSpPr>
        <p:spPr/>
        <p:txBody>
          <a:bodyPr/>
          <a:lstStyle/>
          <a:p>
            <a:fld id="{B7EB45DA-9A0D-DC49-8E02-F30A5DDC21C3}" type="slidenum">
              <a:rPr lang="en-US" smtClean="0"/>
              <a:t>8</a:t>
            </a:fld>
            <a:endParaRPr lang="en-US"/>
          </a:p>
        </p:txBody>
      </p:sp>
      <p:pic>
        <p:nvPicPr>
          <p:cNvPr id="8" name="Picture 7">
            <a:extLst>
              <a:ext uri="{FF2B5EF4-FFF2-40B4-BE49-F238E27FC236}">
                <a16:creationId xmlns:a16="http://schemas.microsoft.com/office/drawing/2014/main" id="{18843A5D-64E6-0502-35C5-70DF868F8447}"/>
              </a:ext>
            </a:extLst>
          </p:cNvPr>
          <p:cNvPicPr>
            <a:picLocks noChangeAspect="1"/>
          </p:cNvPicPr>
          <p:nvPr/>
        </p:nvPicPr>
        <p:blipFill>
          <a:blip r:embed="rId3"/>
          <a:stretch>
            <a:fillRect/>
          </a:stretch>
        </p:blipFill>
        <p:spPr>
          <a:xfrm>
            <a:off x="341514" y="1439119"/>
            <a:ext cx="8460971" cy="638175"/>
          </a:xfrm>
          <a:prstGeom prst="rect">
            <a:avLst/>
          </a:prstGeom>
        </p:spPr>
      </p:pic>
      <p:pic>
        <p:nvPicPr>
          <p:cNvPr id="9" name="Picture 8">
            <a:extLst>
              <a:ext uri="{FF2B5EF4-FFF2-40B4-BE49-F238E27FC236}">
                <a16:creationId xmlns:a16="http://schemas.microsoft.com/office/drawing/2014/main" id="{F85A4395-835C-A1FB-6FAD-F43C65A97E18}"/>
              </a:ext>
            </a:extLst>
          </p:cNvPr>
          <p:cNvPicPr>
            <a:picLocks noChangeAspect="1"/>
          </p:cNvPicPr>
          <p:nvPr/>
        </p:nvPicPr>
        <p:blipFill>
          <a:blip r:embed="rId4"/>
          <a:stretch>
            <a:fillRect/>
          </a:stretch>
        </p:blipFill>
        <p:spPr>
          <a:xfrm>
            <a:off x="341513" y="2533477"/>
            <a:ext cx="8460970" cy="2938452"/>
          </a:xfrm>
          <a:prstGeom prst="rect">
            <a:avLst/>
          </a:prstGeom>
        </p:spPr>
      </p:pic>
      <p:sp>
        <p:nvSpPr>
          <p:cNvPr id="11" name="TextBox 10">
            <a:extLst>
              <a:ext uri="{FF2B5EF4-FFF2-40B4-BE49-F238E27FC236}">
                <a16:creationId xmlns:a16="http://schemas.microsoft.com/office/drawing/2014/main" id="{706A86A3-9859-3FD9-1587-EFDB7FF2E544}"/>
              </a:ext>
            </a:extLst>
          </p:cNvPr>
          <p:cNvSpPr txBox="1"/>
          <p:nvPr/>
        </p:nvSpPr>
        <p:spPr>
          <a:xfrm>
            <a:off x="59443" y="2106186"/>
            <a:ext cx="5497296" cy="369332"/>
          </a:xfrm>
          <a:prstGeom prst="rect">
            <a:avLst/>
          </a:prstGeom>
          <a:noFill/>
        </p:spPr>
        <p:txBody>
          <a:bodyPr wrap="square">
            <a:spAutoFit/>
          </a:bodyPr>
          <a:lstStyle/>
          <a:p>
            <a:r>
              <a:rPr lang="en-US" b="1" dirty="0"/>
              <a:t>3. “Fault-tolerance via diversity and state control”</a:t>
            </a:r>
          </a:p>
        </p:txBody>
      </p:sp>
      <p:sp>
        <p:nvSpPr>
          <p:cNvPr id="2" name="Rectangle 1">
            <a:extLst>
              <a:ext uri="{FF2B5EF4-FFF2-40B4-BE49-F238E27FC236}">
                <a16:creationId xmlns:a16="http://schemas.microsoft.com/office/drawing/2014/main" id="{DEA6CD00-3322-34C5-248D-16FB4C45C445}"/>
              </a:ext>
            </a:extLst>
          </p:cNvPr>
          <p:cNvSpPr/>
          <p:nvPr/>
        </p:nvSpPr>
        <p:spPr>
          <a:xfrm>
            <a:off x="341511" y="2852334"/>
            <a:ext cx="8460971" cy="111607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A09682D1-9228-CFD1-D8D8-5AB6313672FD}"/>
              </a:ext>
            </a:extLst>
          </p:cNvPr>
          <p:cNvCxnSpPr>
            <a:cxnSpLocks/>
            <a:stCxn id="7" idx="2"/>
            <a:endCxn id="2" idx="0"/>
          </p:cNvCxnSpPr>
          <p:nvPr/>
        </p:nvCxnSpPr>
        <p:spPr>
          <a:xfrm>
            <a:off x="3934207" y="1287720"/>
            <a:ext cx="637790" cy="156461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2258665-15B5-6F5B-4EA0-8073DC4E9A04}"/>
              </a:ext>
            </a:extLst>
          </p:cNvPr>
          <p:cNvSpPr txBox="1"/>
          <p:nvPr/>
        </p:nvSpPr>
        <p:spPr>
          <a:xfrm>
            <a:off x="277148" y="918388"/>
            <a:ext cx="7314118" cy="369332"/>
          </a:xfrm>
          <a:prstGeom prst="rect">
            <a:avLst/>
          </a:prstGeom>
          <a:noFill/>
        </p:spPr>
        <p:txBody>
          <a:bodyPr wrap="none" rtlCol="0">
            <a:spAutoFit/>
          </a:bodyPr>
          <a:lstStyle/>
          <a:p>
            <a:r>
              <a:rPr lang="en-US" i="1" dirty="0"/>
              <a:t>Watchdog: </a:t>
            </a:r>
            <a:r>
              <a:rPr lang="en-US" dirty="0"/>
              <a:t>A SW monitor confirms liveness of the SW that should be acting</a:t>
            </a:r>
          </a:p>
        </p:txBody>
      </p:sp>
      <p:sp>
        <p:nvSpPr>
          <p:cNvPr id="13" name="TextBox 12">
            <a:extLst>
              <a:ext uri="{FF2B5EF4-FFF2-40B4-BE49-F238E27FC236}">
                <a16:creationId xmlns:a16="http://schemas.microsoft.com/office/drawing/2014/main" id="{9EB6D183-326F-A8FC-5B4F-319002B003B0}"/>
              </a:ext>
            </a:extLst>
          </p:cNvPr>
          <p:cNvSpPr txBox="1"/>
          <p:nvPr/>
        </p:nvSpPr>
        <p:spPr>
          <a:xfrm>
            <a:off x="277148" y="5687321"/>
            <a:ext cx="8585748" cy="369332"/>
          </a:xfrm>
          <a:prstGeom prst="rect">
            <a:avLst/>
          </a:prstGeom>
          <a:noFill/>
        </p:spPr>
        <p:txBody>
          <a:bodyPr wrap="none" rtlCol="0">
            <a:spAutoFit/>
          </a:bodyPr>
          <a:lstStyle/>
          <a:p>
            <a:r>
              <a:rPr lang="en-US" i="1" dirty="0"/>
              <a:t>Design diversity</a:t>
            </a:r>
            <a:r>
              <a:rPr lang="en-US" dirty="0"/>
              <a:t>: Two or more items carrying out the same function but differing in design</a:t>
            </a:r>
          </a:p>
        </p:txBody>
      </p:sp>
      <p:sp>
        <p:nvSpPr>
          <p:cNvPr id="14" name="TextBox 13">
            <a:extLst>
              <a:ext uri="{FF2B5EF4-FFF2-40B4-BE49-F238E27FC236}">
                <a16:creationId xmlns:a16="http://schemas.microsoft.com/office/drawing/2014/main" id="{32A6F259-CAA5-43C5-5EB4-52CAE5D266E8}"/>
              </a:ext>
            </a:extLst>
          </p:cNvPr>
          <p:cNvSpPr txBox="1"/>
          <p:nvPr/>
        </p:nvSpPr>
        <p:spPr>
          <a:xfrm>
            <a:off x="0" y="6181607"/>
            <a:ext cx="8730916" cy="369332"/>
          </a:xfrm>
          <a:prstGeom prst="rect">
            <a:avLst/>
          </a:prstGeom>
          <a:noFill/>
        </p:spPr>
        <p:txBody>
          <a:bodyPr wrap="none" rtlCol="0">
            <a:spAutoFit/>
          </a:bodyPr>
          <a:lstStyle/>
          <a:p>
            <a:r>
              <a:rPr lang="en-US" i="1" dirty="0"/>
              <a:t>Functional diversity</a:t>
            </a:r>
            <a:r>
              <a:rPr lang="en-US" dirty="0"/>
              <a:t>: Two or more items carrying out different functions for same safety goal</a:t>
            </a:r>
          </a:p>
        </p:txBody>
      </p:sp>
      <p:sp>
        <p:nvSpPr>
          <p:cNvPr id="17" name="Freeform 16">
            <a:extLst>
              <a:ext uri="{FF2B5EF4-FFF2-40B4-BE49-F238E27FC236}">
                <a16:creationId xmlns:a16="http://schemas.microsoft.com/office/drawing/2014/main" id="{47D50E11-060B-9282-8593-0DF3232F9081}"/>
              </a:ext>
            </a:extLst>
          </p:cNvPr>
          <p:cNvSpPr/>
          <p:nvPr/>
        </p:nvSpPr>
        <p:spPr>
          <a:xfrm>
            <a:off x="38574" y="4183797"/>
            <a:ext cx="437676" cy="1629497"/>
          </a:xfrm>
          <a:custGeom>
            <a:avLst/>
            <a:gdLst>
              <a:gd name="csX0" fmla="*/ 253256 w 253256"/>
              <a:gd name="csY0" fmla="*/ 1629498 h 1629498"/>
              <a:gd name="csX1" fmla="*/ 19792 w 253256"/>
              <a:gd name="csY1" fmla="*/ 715098 h 1629498"/>
              <a:gd name="csX2" fmla="*/ 39247 w 253256"/>
              <a:gd name="csY2" fmla="*/ 92528 h 1629498"/>
              <a:gd name="csX3" fmla="*/ 253256 w 253256"/>
              <a:gd name="csY3" fmla="*/ 14707 h 1629498"/>
            </a:gdLst>
            <a:ahLst/>
            <a:cxnLst>
              <a:cxn ang="0">
                <a:pos x="csX0" y="csY0"/>
              </a:cxn>
              <a:cxn ang="0">
                <a:pos x="csX1" y="csY1"/>
              </a:cxn>
              <a:cxn ang="0">
                <a:pos x="csX2" y="csY2"/>
              </a:cxn>
              <a:cxn ang="0">
                <a:pos x="csX3" y="csY3"/>
              </a:cxn>
            </a:cxnLst>
            <a:rect l="l" t="t" r="r" b="b"/>
            <a:pathLst>
              <a:path w="253256" h="1629498">
                <a:moveTo>
                  <a:pt x="253256" y="1629498"/>
                </a:moveTo>
                <a:cubicBezTo>
                  <a:pt x="154358" y="1300379"/>
                  <a:pt x="55460" y="971260"/>
                  <a:pt x="19792" y="715098"/>
                </a:cubicBezTo>
                <a:cubicBezTo>
                  <a:pt x="-15876" y="458936"/>
                  <a:pt x="336" y="209260"/>
                  <a:pt x="39247" y="92528"/>
                </a:cubicBezTo>
                <a:cubicBezTo>
                  <a:pt x="78158" y="-24204"/>
                  <a:pt x="165707" y="-4749"/>
                  <a:pt x="253256" y="1470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D87ACCA9-5063-A15D-090E-0BAFF86C7601}"/>
              </a:ext>
            </a:extLst>
          </p:cNvPr>
          <p:cNvSpPr/>
          <p:nvPr/>
        </p:nvSpPr>
        <p:spPr>
          <a:xfrm>
            <a:off x="277148" y="4518383"/>
            <a:ext cx="45719" cy="1663223"/>
          </a:xfrm>
          <a:custGeom>
            <a:avLst/>
            <a:gdLst>
              <a:gd name="csX0" fmla="*/ 79240 w 176517"/>
              <a:gd name="csY0" fmla="*/ 1517917 h 1517917"/>
              <a:gd name="csX1" fmla="*/ 1419 w 176517"/>
              <a:gd name="csY1" fmla="*/ 447874 h 1517917"/>
              <a:gd name="csX2" fmla="*/ 40330 w 176517"/>
              <a:gd name="csY2" fmla="*/ 39313 h 1517917"/>
              <a:gd name="csX3" fmla="*/ 176517 w 176517"/>
              <a:gd name="csY3" fmla="*/ 39313 h 1517917"/>
            </a:gdLst>
            <a:ahLst/>
            <a:cxnLst>
              <a:cxn ang="0">
                <a:pos x="csX0" y="csY0"/>
              </a:cxn>
              <a:cxn ang="0">
                <a:pos x="csX1" y="csY1"/>
              </a:cxn>
              <a:cxn ang="0">
                <a:pos x="csX2" y="csY2"/>
              </a:cxn>
              <a:cxn ang="0">
                <a:pos x="csX3" y="csY3"/>
              </a:cxn>
            </a:cxnLst>
            <a:rect l="l" t="t" r="r" b="b"/>
            <a:pathLst>
              <a:path w="176517" h="1517917">
                <a:moveTo>
                  <a:pt x="79240" y="1517917"/>
                </a:moveTo>
                <a:cubicBezTo>
                  <a:pt x="43572" y="1106112"/>
                  <a:pt x="7904" y="694308"/>
                  <a:pt x="1419" y="447874"/>
                </a:cubicBezTo>
                <a:cubicBezTo>
                  <a:pt x="-5066" y="201440"/>
                  <a:pt x="11147" y="107406"/>
                  <a:pt x="40330" y="39313"/>
                </a:cubicBezTo>
                <a:cubicBezTo>
                  <a:pt x="69513" y="-28780"/>
                  <a:pt x="123015" y="5266"/>
                  <a:pt x="176517" y="3931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23B5183-E82C-CB7A-6F34-935238966E43}"/>
              </a:ext>
            </a:extLst>
          </p:cNvPr>
          <p:cNvSpPr/>
          <p:nvPr/>
        </p:nvSpPr>
        <p:spPr>
          <a:xfrm>
            <a:off x="334400" y="3982059"/>
            <a:ext cx="8460971" cy="91568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173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9" presetClass="emph" presetSubtype="0" grpId="0" nodeType="withEffect">
                                  <p:stCondLst>
                                    <p:cond delay="0"/>
                                  </p:stCondLst>
                                  <p:childTnLst>
                                    <p:set>
                                      <p:cBhvr>
                                        <p:cTn id="8" dur="indefinite"/>
                                        <p:tgtEl>
                                          <p:spTgt spid="2"/>
                                        </p:tgtEl>
                                        <p:attrNameLst>
                                          <p:attrName>style.opacity</p:attrName>
                                        </p:attrNameLst>
                                      </p:cBhvr>
                                      <p:to>
                                        <p:strVal val="0.5"/>
                                      </p:to>
                                    </p:set>
                                    <p:animEffect filter="image" prLst="opacity: 0.5">
                                      <p:cBhvr rctx="IE">
                                        <p:cTn id="9" dur="indefinite"/>
                                        <p:tgtEl>
                                          <p:spTgt spid="2"/>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p:bldP spid="14" grpId="0"/>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3791EF-CBBD-2AEA-AD60-944927DA984D}"/>
              </a:ext>
            </a:extLst>
          </p:cNvPr>
          <p:cNvSpPr>
            <a:spLocks noGrp="1"/>
          </p:cNvSpPr>
          <p:nvPr>
            <p:ph type="title"/>
          </p:nvPr>
        </p:nvSpPr>
        <p:spPr/>
        <p:txBody>
          <a:bodyPr>
            <a:normAutofit fontScale="90000"/>
          </a:bodyPr>
          <a:lstStyle/>
          <a:p>
            <a:r>
              <a:rPr lang="en-US" dirty="0"/>
              <a:t>Design diversity: SIL recommendations for HW vs SW</a:t>
            </a:r>
          </a:p>
        </p:txBody>
      </p:sp>
      <p:sp>
        <p:nvSpPr>
          <p:cNvPr id="4" name="Slide Number Placeholder 3">
            <a:extLst>
              <a:ext uri="{FF2B5EF4-FFF2-40B4-BE49-F238E27FC236}">
                <a16:creationId xmlns:a16="http://schemas.microsoft.com/office/drawing/2014/main" id="{065E99EA-1551-A5DF-13DE-2C95B278EB76}"/>
              </a:ext>
            </a:extLst>
          </p:cNvPr>
          <p:cNvSpPr>
            <a:spLocks noGrp="1"/>
          </p:cNvSpPr>
          <p:nvPr>
            <p:ph type="sldNum" sz="quarter" idx="4"/>
          </p:nvPr>
        </p:nvSpPr>
        <p:spPr/>
        <p:txBody>
          <a:bodyPr/>
          <a:lstStyle/>
          <a:p>
            <a:fld id="{B7EB45DA-9A0D-DC49-8E02-F30A5DDC21C3}" type="slidenum">
              <a:rPr lang="en-US" smtClean="0"/>
              <a:t>9</a:t>
            </a:fld>
            <a:endParaRPr lang="en-US"/>
          </a:p>
        </p:txBody>
      </p:sp>
      <p:pic>
        <p:nvPicPr>
          <p:cNvPr id="5" name="Picture 4">
            <a:extLst>
              <a:ext uri="{FF2B5EF4-FFF2-40B4-BE49-F238E27FC236}">
                <a16:creationId xmlns:a16="http://schemas.microsoft.com/office/drawing/2014/main" id="{47176C2B-F73F-257B-AC18-F6B72FC7E15F}"/>
              </a:ext>
            </a:extLst>
          </p:cNvPr>
          <p:cNvPicPr>
            <a:picLocks noChangeAspect="1"/>
          </p:cNvPicPr>
          <p:nvPr/>
        </p:nvPicPr>
        <p:blipFill>
          <a:blip r:embed="rId3"/>
          <a:stretch>
            <a:fillRect/>
          </a:stretch>
        </p:blipFill>
        <p:spPr>
          <a:xfrm>
            <a:off x="269770" y="4189890"/>
            <a:ext cx="8516748" cy="642382"/>
          </a:xfrm>
          <a:prstGeom prst="rect">
            <a:avLst/>
          </a:prstGeom>
        </p:spPr>
      </p:pic>
      <p:pic>
        <p:nvPicPr>
          <p:cNvPr id="6" name="Picture 5">
            <a:extLst>
              <a:ext uri="{FF2B5EF4-FFF2-40B4-BE49-F238E27FC236}">
                <a16:creationId xmlns:a16="http://schemas.microsoft.com/office/drawing/2014/main" id="{E3E050DB-7423-F8A4-210F-0B7878460B34}"/>
              </a:ext>
            </a:extLst>
          </p:cNvPr>
          <p:cNvPicPr>
            <a:picLocks noChangeAspect="1"/>
          </p:cNvPicPr>
          <p:nvPr/>
        </p:nvPicPr>
        <p:blipFill>
          <a:blip r:embed="rId4"/>
          <a:srcRect t="49925" b="37649"/>
          <a:stretch>
            <a:fillRect/>
          </a:stretch>
        </p:blipFill>
        <p:spPr>
          <a:xfrm>
            <a:off x="325184" y="4815942"/>
            <a:ext cx="8460970" cy="365126"/>
          </a:xfrm>
          <a:prstGeom prst="rect">
            <a:avLst/>
          </a:prstGeom>
        </p:spPr>
      </p:pic>
      <p:sp>
        <p:nvSpPr>
          <p:cNvPr id="7" name="TextBox 6">
            <a:extLst>
              <a:ext uri="{FF2B5EF4-FFF2-40B4-BE49-F238E27FC236}">
                <a16:creationId xmlns:a16="http://schemas.microsoft.com/office/drawing/2014/main" id="{35346F29-A923-EC6B-0B45-0ED3827B430B}"/>
              </a:ext>
            </a:extLst>
          </p:cNvPr>
          <p:cNvSpPr txBox="1"/>
          <p:nvPr/>
        </p:nvSpPr>
        <p:spPr>
          <a:xfrm>
            <a:off x="375557" y="869044"/>
            <a:ext cx="1858586" cy="584775"/>
          </a:xfrm>
          <a:prstGeom prst="rect">
            <a:avLst/>
          </a:prstGeom>
          <a:noFill/>
        </p:spPr>
        <p:txBody>
          <a:bodyPr wrap="none" rtlCol="0">
            <a:spAutoFit/>
          </a:bodyPr>
          <a:lstStyle/>
          <a:p>
            <a:r>
              <a:rPr lang="en-US" sz="3200" b="1" dirty="0"/>
              <a:t>Hardware</a:t>
            </a:r>
          </a:p>
        </p:txBody>
      </p:sp>
      <p:sp>
        <p:nvSpPr>
          <p:cNvPr id="8" name="TextBox 7">
            <a:extLst>
              <a:ext uri="{FF2B5EF4-FFF2-40B4-BE49-F238E27FC236}">
                <a16:creationId xmlns:a16="http://schemas.microsoft.com/office/drawing/2014/main" id="{A72CF29F-CB33-569D-8FFF-7F6CAA78397F}"/>
              </a:ext>
            </a:extLst>
          </p:cNvPr>
          <p:cNvSpPr txBox="1"/>
          <p:nvPr/>
        </p:nvSpPr>
        <p:spPr>
          <a:xfrm>
            <a:off x="375557" y="3321011"/>
            <a:ext cx="1724126" cy="584775"/>
          </a:xfrm>
          <a:prstGeom prst="rect">
            <a:avLst/>
          </a:prstGeom>
          <a:noFill/>
        </p:spPr>
        <p:txBody>
          <a:bodyPr wrap="none" rtlCol="0">
            <a:spAutoFit/>
          </a:bodyPr>
          <a:lstStyle/>
          <a:p>
            <a:r>
              <a:rPr lang="en-US" sz="3200" b="1" dirty="0"/>
              <a:t>Software</a:t>
            </a:r>
          </a:p>
        </p:txBody>
      </p:sp>
      <p:pic>
        <p:nvPicPr>
          <p:cNvPr id="10" name="Picture 9">
            <a:extLst>
              <a:ext uri="{FF2B5EF4-FFF2-40B4-BE49-F238E27FC236}">
                <a16:creationId xmlns:a16="http://schemas.microsoft.com/office/drawing/2014/main" id="{EFF8A48D-59E5-561C-2E62-2909355B5F4D}"/>
              </a:ext>
            </a:extLst>
          </p:cNvPr>
          <p:cNvPicPr>
            <a:picLocks noChangeAspect="1"/>
          </p:cNvPicPr>
          <p:nvPr/>
        </p:nvPicPr>
        <p:blipFill>
          <a:blip r:embed="rId5"/>
          <a:srcRect t="82320"/>
          <a:stretch>
            <a:fillRect/>
          </a:stretch>
        </p:blipFill>
        <p:spPr>
          <a:xfrm>
            <a:off x="16329" y="2043157"/>
            <a:ext cx="9144000" cy="642383"/>
          </a:xfrm>
          <a:prstGeom prst="rect">
            <a:avLst/>
          </a:prstGeom>
        </p:spPr>
      </p:pic>
      <p:pic>
        <p:nvPicPr>
          <p:cNvPr id="9" name="Picture 8">
            <a:extLst>
              <a:ext uri="{FF2B5EF4-FFF2-40B4-BE49-F238E27FC236}">
                <a16:creationId xmlns:a16="http://schemas.microsoft.com/office/drawing/2014/main" id="{50DC3379-AE00-CF3E-480D-00BF3224BA03}"/>
              </a:ext>
            </a:extLst>
          </p:cNvPr>
          <p:cNvPicPr>
            <a:picLocks noChangeAspect="1"/>
          </p:cNvPicPr>
          <p:nvPr/>
        </p:nvPicPr>
        <p:blipFill>
          <a:blip r:embed="rId5"/>
          <a:srcRect b="82436"/>
          <a:stretch>
            <a:fillRect/>
          </a:stretch>
        </p:blipFill>
        <p:spPr>
          <a:xfrm>
            <a:off x="0" y="1565276"/>
            <a:ext cx="9144000" cy="638175"/>
          </a:xfrm>
          <a:prstGeom prst="rect">
            <a:avLst/>
          </a:prstGeom>
        </p:spPr>
      </p:pic>
      <p:cxnSp>
        <p:nvCxnSpPr>
          <p:cNvPr id="12" name="Straight Connector 11">
            <a:extLst>
              <a:ext uri="{FF2B5EF4-FFF2-40B4-BE49-F238E27FC236}">
                <a16:creationId xmlns:a16="http://schemas.microsoft.com/office/drawing/2014/main" id="{1BB4C14F-EA2A-F002-BF9B-8333D710AFAF}"/>
              </a:ext>
            </a:extLst>
          </p:cNvPr>
          <p:cNvCxnSpPr>
            <a:cxnSpLocks/>
          </p:cNvCxnSpPr>
          <p:nvPr/>
        </p:nvCxnSpPr>
        <p:spPr>
          <a:xfrm>
            <a:off x="7501467" y="2685540"/>
            <a:ext cx="251884" cy="150435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26" name="Picture 2" descr="exploding head Emoji 🤯 (U+1F92F)">
            <a:extLst>
              <a:ext uri="{FF2B5EF4-FFF2-40B4-BE49-F238E27FC236}">
                <a16:creationId xmlns:a16="http://schemas.microsoft.com/office/drawing/2014/main" id="{542DBA9D-9717-9323-A434-815B1B857A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3972" y="2961252"/>
            <a:ext cx="915612" cy="91561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exploding head Emoji 🤯 (U+1F92F)">
            <a:extLst>
              <a:ext uri="{FF2B5EF4-FFF2-40B4-BE49-F238E27FC236}">
                <a16:creationId xmlns:a16="http://schemas.microsoft.com/office/drawing/2014/main" id="{41CD4E0F-9D6D-1D2F-0A0A-187BDC5934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53351" y="2961252"/>
            <a:ext cx="915612" cy="91561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5C69F7E-FCAA-9AB6-3D14-CD29A4A29BF7}"/>
              </a:ext>
            </a:extLst>
          </p:cNvPr>
          <p:cNvSpPr txBox="1"/>
          <p:nvPr/>
        </p:nvSpPr>
        <p:spPr>
          <a:xfrm>
            <a:off x="774192" y="5517551"/>
            <a:ext cx="7741158" cy="461665"/>
          </a:xfrm>
          <a:prstGeom prst="rect">
            <a:avLst/>
          </a:prstGeom>
          <a:noFill/>
          <a:ln>
            <a:solidFill>
              <a:schemeClr val="accent1"/>
            </a:solidFill>
          </a:ln>
        </p:spPr>
        <p:txBody>
          <a:bodyPr wrap="none" rtlCol="0">
            <a:spAutoFit/>
          </a:bodyPr>
          <a:lstStyle/>
          <a:p>
            <a:r>
              <a:rPr lang="en-US" sz="2400" b="1" dirty="0">
                <a:sym typeface="Wingdings" pitchFamily="2" charset="2"/>
              </a:rPr>
              <a:t> </a:t>
            </a:r>
            <a:r>
              <a:rPr lang="en-US" sz="2400" b="1" i="1" dirty="0"/>
              <a:t>Design diversity is considered safer in HW than in SW </a:t>
            </a:r>
            <a:r>
              <a:rPr lang="en-US" sz="2400" b="1" dirty="0">
                <a:sym typeface="Wingdings" pitchFamily="2" charset="2"/>
              </a:rPr>
              <a:t></a:t>
            </a:r>
            <a:endParaRPr lang="en-US" sz="2400" b="1" dirty="0"/>
          </a:p>
        </p:txBody>
      </p:sp>
      <p:sp>
        <p:nvSpPr>
          <p:cNvPr id="19" name="TextBox 18">
            <a:extLst>
              <a:ext uri="{FF2B5EF4-FFF2-40B4-BE49-F238E27FC236}">
                <a16:creationId xmlns:a16="http://schemas.microsoft.com/office/drawing/2014/main" id="{0661692C-7C8A-56F4-3F6F-DAA407D90522}"/>
              </a:ext>
            </a:extLst>
          </p:cNvPr>
          <p:cNvSpPr txBox="1"/>
          <p:nvPr/>
        </p:nvSpPr>
        <p:spPr>
          <a:xfrm>
            <a:off x="1518835" y="6068492"/>
            <a:ext cx="6316729" cy="584775"/>
          </a:xfrm>
          <a:prstGeom prst="rect">
            <a:avLst/>
          </a:prstGeom>
          <a:noFill/>
        </p:spPr>
        <p:txBody>
          <a:bodyPr wrap="none" rtlCol="0">
            <a:spAutoFit/>
          </a:bodyPr>
          <a:lstStyle/>
          <a:p>
            <a:r>
              <a:rPr lang="en-US" sz="3200" dirty="0"/>
              <a:t>Think-pair-share: </a:t>
            </a:r>
            <a:r>
              <a:rPr lang="en-US" sz="3200" i="1" dirty="0"/>
              <a:t>Why might this be?</a:t>
            </a:r>
          </a:p>
        </p:txBody>
      </p:sp>
    </p:spTree>
    <p:extLst>
      <p:ext uri="{BB962C8B-B14F-4D97-AF65-F5344CB8AC3E}">
        <p14:creationId xmlns:p14="http://schemas.microsoft.com/office/powerpoint/2010/main" val="151004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8AFD98-9A76-9DA7-7385-8B0F08457CD8}"/>
              </a:ext>
            </a:extLst>
          </p:cNvPr>
          <p:cNvSpPr>
            <a:spLocks noGrp="1"/>
          </p:cNvSpPr>
          <p:nvPr>
            <p:ph type="title"/>
          </p:nvPr>
        </p:nvSpPr>
        <p:spPr>
          <a:xfrm>
            <a:off x="293914" y="1887991"/>
            <a:ext cx="8850086" cy="3567412"/>
          </a:xfrm>
        </p:spPr>
        <p:txBody>
          <a:bodyPr>
            <a:normAutofit/>
          </a:bodyPr>
          <a:lstStyle/>
          <a:p>
            <a:r>
              <a:rPr lang="en-US" dirty="0"/>
              <a:t>Design Technique:</a:t>
            </a:r>
            <a:br>
              <a:rPr lang="en-US" dirty="0"/>
            </a:br>
            <a:br>
              <a:rPr lang="en-US" dirty="0"/>
            </a:br>
            <a:r>
              <a:rPr lang="en-US" dirty="0"/>
              <a:t>Diverse Redundancy With the Same Specification</a:t>
            </a:r>
            <a:br>
              <a:rPr lang="en-US" dirty="0"/>
            </a:br>
            <a:endParaRPr lang="en-US" i="1" u="sng" dirty="0"/>
          </a:p>
        </p:txBody>
      </p:sp>
      <p:sp>
        <p:nvSpPr>
          <p:cNvPr id="4" name="Slide Number Placeholder 3">
            <a:extLst>
              <a:ext uri="{FF2B5EF4-FFF2-40B4-BE49-F238E27FC236}">
                <a16:creationId xmlns:a16="http://schemas.microsoft.com/office/drawing/2014/main" id="{1B0F82FD-3627-50B0-1031-6F672D720DC8}"/>
              </a:ext>
            </a:extLst>
          </p:cNvPr>
          <p:cNvSpPr>
            <a:spLocks noGrp="1"/>
          </p:cNvSpPr>
          <p:nvPr>
            <p:ph type="sldNum" sz="quarter" idx="4"/>
          </p:nvPr>
        </p:nvSpPr>
        <p:spPr/>
        <p:txBody>
          <a:bodyPr/>
          <a:lstStyle/>
          <a:p>
            <a:fld id="{B7EB45DA-9A0D-DC49-8E02-F30A5DDC21C3}" type="slidenum">
              <a:rPr lang="en-US"/>
              <a:t>10</a:t>
            </a:fld>
            <a:endParaRPr lang="en-US"/>
          </a:p>
        </p:txBody>
      </p:sp>
    </p:spTree>
    <p:extLst>
      <p:ext uri="{BB962C8B-B14F-4D97-AF65-F5344CB8AC3E}">
        <p14:creationId xmlns:p14="http://schemas.microsoft.com/office/powerpoint/2010/main" val="2224734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67812908-85E4-5967-7F29-ED08C928522A}"/>
              </a:ext>
            </a:extLst>
          </p:cNvPr>
          <p:cNvSpPr>
            <a:spLocks noGrp="1"/>
          </p:cNvSpPr>
          <p:nvPr>
            <p:ph idx="1"/>
          </p:nvPr>
        </p:nvSpPr>
        <p:spPr>
          <a:xfrm>
            <a:off x="170481" y="1305003"/>
            <a:ext cx="4928461" cy="5433933"/>
          </a:xfrm>
        </p:spPr>
        <p:txBody>
          <a:bodyPr>
            <a:normAutofit/>
          </a:bodyPr>
          <a:lstStyle/>
          <a:p>
            <a:pPr marL="0" indent="0">
              <a:buNone/>
            </a:pPr>
            <a:r>
              <a:rPr lang="en-US" sz="1700" dirty="0"/>
              <a:t>Suppose you are a member of the IEC trying to fill out the recommendations in this SIL table yourself.</a:t>
            </a:r>
          </a:p>
          <a:p>
            <a:pPr marL="0" indent="0">
              <a:buNone/>
            </a:pPr>
            <a:r>
              <a:rPr lang="en-US" sz="1700" dirty="0"/>
              <a:t>Design an experiment to help you guide engineers.</a:t>
            </a:r>
          </a:p>
          <a:p>
            <a:pPr marL="182563" lvl="1" indent="-168275"/>
            <a:r>
              <a:rPr lang="en-US" sz="1700" dirty="0"/>
              <a:t>What is your definition of “independent failures”?</a:t>
            </a:r>
          </a:p>
          <a:p>
            <a:pPr marL="182563" lvl="1" indent="-168275"/>
            <a:r>
              <a:rPr lang="en-US" sz="1700" dirty="0"/>
              <a:t>Hypothesis / null, and rationale</a:t>
            </a:r>
          </a:p>
          <a:p>
            <a:pPr marL="182563" lvl="1" indent="-168275"/>
            <a:r>
              <a:rPr lang="en-US" sz="1700" dirty="0"/>
              <a:t>Study design</a:t>
            </a:r>
          </a:p>
          <a:p>
            <a:pPr marL="411163" lvl="3" indent="-168275"/>
            <a:r>
              <a:rPr lang="en-US" sz="1700" dirty="0"/>
              <a:t>Subjects and Independence</a:t>
            </a:r>
          </a:p>
          <a:p>
            <a:pPr marL="411163" lvl="3" indent="-168275"/>
            <a:r>
              <a:rPr lang="en-US" sz="1700" dirty="0"/>
              <a:t>Tasks</a:t>
            </a:r>
          </a:p>
          <a:p>
            <a:pPr marL="411163" lvl="3" indent="-168275"/>
            <a:r>
              <a:rPr lang="en-US" sz="1700" dirty="0"/>
              <a:t>Metrics</a:t>
            </a:r>
          </a:p>
          <a:p>
            <a:pPr marL="0" indent="0">
              <a:buNone/>
            </a:pPr>
            <a:endParaRPr lang="en-US" sz="1700" dirty="0"/>
          </a:p>
          <a:p>
            <a:pPr marL="0" indent="0">
              <a:buNone/>
            </a:pPr>
            <a:r>
              <a:rPr lang="en-US" sz="1700" dirty="0"/>
              <a:t>4 minutes: Design</a:t>
            </a:r>
          </a:p>
          <a:p>
            <a:pPr marL="0" indent="0">
              <a:buNone/>
            </a:pPr>
            <a:r>
              <a:rPr lang="en-US" sz="1700" dirty="0"/>
              <a:t>3 minutes: Pair with partner</a:t>
            </a:r>
          </a:p>
          <a:p>
            <a:pPr marL="0" indent="0">
              <a:buNone/>
            </a:pPr>
            <a:r>
              <a:rPr lang="en-US" sz="1700" dirty="0"/>
              <a:t>5 minutes: Readout</a:t>
            </a:r>
          </a:p>
        </p:txBody>
      </p:sp>
      <p:sp>
        <p:nvSpPr>
          <p:cNvPr id="4" name="Title 3">
            <a:extLst>
              <a:ext uri="{FF2B5EF4-FFF2-40B4-BE49-F238E27FC236}">
                <a16:creationId xmlns:a16="http://schemas.microsoft.com/office/drawing/2014/main" id="{71ECC588-2938-67F0-1752-193F96C89218}"/>
              </a:ext>
            </a:extLst>
          </p:cNvPr>
          <p:cNvSpPr>
            <a:spLocks noGrp="1"/>
          </p:cNvSpPr>
          <p:nvPr>
            <p:ph type="title"/>
          </p:nvPr>
        </p:nvSpPr>
        <p:spPr>
          <a:xfrm>
            <a:off x="277148" y="118428"/>
            <a:ext cx="8043862" cy="638175"/>
          </a:xfrm>
        </p:spPr>
        <p:txBody>
          <a:bodyPr>
            <a:normAutofit fontScale="90000"/>
          </a:bodyPr>
          <a:lstStyle/>
          <a:p>
            <a:r>
              <a:rPr lang="en-US" dirty="0"/>
              <a:t>Experimental design</a:t>
            </a:r>
          </a:p>
        </p:txBody>
      </p:sp>
      <p:sp>
        <p:nvSpPr>
          <p:cNvPr id="3" name="Slide Number Placeholder 2">
            <a:extLst>
              <a:ext uri="{FF2B5EF4-FFF2-40B4-BE49-F238E27FC236}">
                <a16:creationId xmlns:a16="http://schemas.microsoft.com/office/drawing/2014/main" id="{56375D87-BB0D-7CEA-1D37-69C0E3107F53}"/>
              </a:ext>
            </a:extLst>
          </p:cNvPr>
          <p:cNvSpPr>
            <a:spLocks noGrp="1"/>
          </p:cNvSpPr>
          <p:nvPr>
            <p:ph type="sldNum" sz="quarter" idx="4"/>
          </p:nvPr>
        </p:nvSpPr>
        <p:spPr>
          <a:xfrm>
            <a:off x="6457950" y="6356350"/>
            <a:ext cx="2057400" cy="365125"/>
          </a:xfrm>
        </p:spPr>
        <p:txBody>
          <a:bodyPr/>
          <a:lstStyle/>
          <a:p>
            <a:fld id="{B7EB45DA-9A0D-DC49-8E02-F30A5DDC21C3}" type="slidenum">
              <a:rPr lang="en-US" smtClean="0"/>
              <a:pPr/>
              <a:t>11</a:t>
            </a:fld>
            <a:endParaRPr lang="en-US"/>
          </a:p>
        </p:txBody>
      </p:sp>
      <p:pic>
        <p:nvPicPr>
          <p:cNvPr id="6" name="Picture 5" descr="A cartoon of people in an office&#10;&#10;AI-generated content may be incorrect.">
            <a:extLst>
              <a:ext uri="{FF2B5EF4-FFF2-40B4-BE49-F238E27FC236}">
                <a16:creationId xmlns:a16="http://schemas.microsoft.com/office/drawing/2014/main" id="{34CDE815-0CF4-BD88-3874-E816A8DF50E3}"/>
              </a:ext>
            </a:extLst>
          </p:cNvPr>
          <p:cNvPicPr>
            <a:picLocks noChangeAspect="1"/>
          </p:cNvPicPr>
          <p:nvPr/>
        </p:nvPicPr>
        <p:blipFill>
          <a:blip r:embed="rId3"/>
          <a:stretch>
            <a:fillRect/>
          </a:stretch>
        </p:blipFill>
        <p:spPr>
          <a:xfrm>
            <a:off x="5035818" y="1000771"/>
            <a:ext cx="3741710" cy="3741710"/>
          </a:xfrm>
          <a:prstGeom prst="rect">
            <a:avLst/>
          </a:prstGeom>
        </p:spPr>
      </p:pic>
      <p:cxnSp>
        <p:nvCxnSpPr>
          <p:cNvPr id="8" name="Straight Arrow Connector 7">
            <a:extLst>
              <a:ext uri="{FF2B5EF4-FFF2-40B4-BE49-F238E27FC236}">
                <a16:creationId xmlns:a16="http://schemas.microsoft.com/office/drawing/2014/main" id="{2F3C1CA9-D6C4-6A94-61A0-16F0426D7DAE}"/>
              </a:ext>
            </a:extLst>
          </p:cNvPr>
          <p:cNvCxnSpPr>
            <a:cxnSpLocks/>
          </p:cNvCxnSpPr>
          <p:nvPr/>
        </p:nvCxnSpPr>
        <p:spPr>
          <a:xfrm flipH="1">
            <a:off x="8515350" y="2247254"/>
            <a:ext cx="666427" cy="2789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341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4FE36F-F0E5-A212-4277-40E5CA15F550}"/>
              </a:ext>
            </a:extLst>
          </p:cNvPr>
          <p:cNvSpPr>
            <a:spLocks noGrp="1"/>
          </p:cNvSpPr>
          <p:nvPr>
            <p:ph type="title"/>
          </p:nvPr>
        </p:nvSpPr>
        <p:spPr/>
        <p:txBody>
          <a:bodyPr>
            <a:normAutofit fontScale="90000"/>
          </a:bodyPr>
          <a:lstStyle/>
          <a:p>
            <a:r>
              <a:rPr lang="en-US" dirty="0"/>
              <a:t>The real experiment</a:t>
            </a:r>
          </a:p>
        </p:txBody>
      </p:sp>
      <p:sp>
        <p:nvSpPr>
          <p:cNvPr id="4" name="Slide Number Placeholder 3">
            <a:extLst>
              <a:ext uri="{FF2B5EF4-FFF2-40B4-BE49-F238E27FC236}">
                <a16:creationId xmlns:a16="http://schemas.microsoft.com/office/drawing/2014/main" id="{769A9AA0-96C5-E1D3-DC44-C76F4ECF48FC}"/>
              </a:ext>
            </a:extLst>
          </p:cNvPr>
          <p:cNvSpPr>
            <a:spLocks noGrp="1"/>
          </p:cNvSpPr>
          <p:nvPr>
            <p:ph type="sldNum" sz="quarter" idx="4"/>
          </p:nvPr>
        </p:nvSpPr>
        <p:spPr/>
        <p:txBody>
          <a:bodyPr/>
          <a:lstStyle/>
          <a:p>
            <a:fld id="{B7EB45DA-9A0D-DC49-8E02-F30A5DDC21C3}" type="slidenum">
              <a:rPr lang="en-US" smtClean="0"/>
              <a:t>12</a:t>
            </a:fld>
            <a:endParaRPr lang="en-US"/>
          </a:p>
        </p:txBody>
      </p:sp>
      <p:pic>
        <p:nvPicPr>
          <p:cNvPr id="5" name="Picture 4">
            <a:extLst>
              <a:ext uri="{FF2B5EF4-FFF2-40B4-BE49-F238E27FC236}">
                <a16:creationId xmlns:a16="http://schemas.microsoft.com/office/drawing/2014/main" id="{2AC2721B-F36F-65AE-ED06-8E16CD78EB7F}"/>
              </a:ext>
            </a:extLst>
          </p:cNvPr>
          <p:cNvPicPr>
            <a:picLocks noChangeAspect="1"/>
          </p:cNvPicPr>
          <p:nvPr/>
        </p:nvPicPr>
        <p:blipFill>
          <a:blip r:embed="rId3"/>
          <a:stretch>
            <a:fillRect/>
          </a:stretch>
        </p:blipFill>
        <p:spPr>
          <a:xfrm>
            <a:off x="92775" y="1906454"/>
            <a:ext cx="8958450" cy="2052978"/>
          </a:xfrm>
          <a:prstGeom prst="rect">
            <a:avLst/>
          </a:prstGeom>
        </p:spPr>
      </p:pic>
      <p:sp>
        <p:nvSpPr>
          <p:cNvPr id="7" name="TextBox 6">
            <a:extLst>
              <a:ext uri="{FF2B5EF4-FFF2-40B4-BE49-F238E27FC236}">
                <a16:creationId xmlns:a16="http://schemas.microsoft.com/office/drawing/2014/main" id="{4B88596D-6984-89B5-D161-350F621F5F3C}"/>
              </a:ext>
            </a:extLst>
          </p:cNvPr>
          <p:cNvSpPr txBox="1"/>
          <p:nvPr/>
        </p:nvSpPr>
        <p:spPr>
          <a:xfrm>
            <a:off x="0" y="6277302"/>
            <a:ext cx="11654940" cy="523220"/>
          </a:xfrm>
          <a:prstGeom prst="rect">
            <a:avLst/>
          </a:prstGeom>
          <a:noFill/>
        </p:spPr>
        <p:txBody>
          <a:bodyPr wrap="square">
            <a:spAutoFit/>
          </a:bodyPr>
          <a:lstStyle/>
          <a:p>
            <a:r>
              <a:rPr lang="en-US" sz="1400" dirty="0"/>
              <a:t>Panel discussion at Purdue, 2022, after a talk by Nancy G. Leveson:</a:t>
            </a:r>
          </a:p>
          <a:p>
            <a:r>
              <a:rPr lang="en-US" sz="1400" dirty="0"/>
              <a:t>https://</a:t>
            </a:r>
            <a:r>
              <a:rPr lang="en-US" sz="1400" dirty="0" err="1"/>
              <a:t>engineering.purdue.edu</a:t>
            </a:r>
            <a:r>
              <a:rPr lang="en-US" sz="1400" dirty="0"/>
              <a:t>/Engr/</a:t>
            </a:r>
            <a:r>
              <a:rPr lang="en-US" sz="1400" dirty="0" err="1"/>
              <a:t>AboutUs</a:t>
            </a:r>
            <a:r>
              <a:rPr lang="en-US" sz="1400" dirty="0"/>
              <a:t>/News/Events/</a:t>
            </a:r>
            <a:r>
              <a:rPr lang="en-US" sz="1400" dirty="0" err="1"/>
              <a:t>DistinguishedLectures</a:t>
            </a:r>
            <a:r>
              <a:rPr lang="en-US" sz="1400" dirty="0"/>
              <a:t>/2022-2023/</a:t>
            </a:r>
            <a:r>
              <a:rPr lang="en-US" sz="1400" dirty="0" err="1"/>
              <a:t>nancy</a:t>
            </a:r>
            <a:r>
              <a:rPr lang="en-US" sz="1400" dirty="0"/>
              <a:t>-</a:t>
            </a:r>
            <a:r>
              <a:rPr lang="en-US" sz="1400" dirty="0" err="1"/>
              <a:t>leveson</a:t>
            </a:r>
            <a:r>
              <a:rPr lang="en-US" sz="1400" dirty="0"/>
              <a:t>-panel</a:t>
            </a:r>
          </a:p>
        </p:txBody>
      </p:sp>
      <p:cxnSp>
        <p:nvCxnSpPr>
          <p:cNvPr id="6" name="Straight Connector 5">
            <a:extLst>
              <a:ext uri="{FF2B5EF4-FFF2-40B4-BE49-F238E27FC236}">
                <a16:creationId xmlns:a16="http://schemas.microsoft.com/office/drawing/2014/main" id="{C83E9EB9-83AB-6884-8A1A-CC7DA5275AD6}"/>
              </a:ext>
            </a:extLst>
          </p:cNvPr>
          <p:cNvCxnSpPr/>
          <p:nvPr/>
        </p:nvCxnSpPr>
        <p:spPr>
          <a:xfrm flipV="1">
            <a:off x="4124528" y="3959432"/>
            <a:ext cx="1167319" cy="231787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994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E63AF7-F8C9-E9E0-2FE7-259515BFE46E}"/>
              </a:ext>
            </a:extLst>
          </p:cNvPr>
          <p:cNvSpPr>
            <a:spLocks noGrp="1"/>
          </p:cNvSpPr>
          <p:nvPr>
            <p:ph type="title"/>
          </p:nvPr>
        </p:nvSpPr>
        <p:spPr>
          <a:xfrm>
            <a:off x="277148" y="118428"/>
            <a:ext cx="9171652" cy="638175"/>
          </a:xfrm>
        </p:spPr>
        <p:txBody>
          <a:bodyPr>
            <a:normAutofit fontScale="90000"/>
          </a:bodyPr>
          <a:lstStyle/>
          <a:p>
            <a:r>
              <a:rPr lang="en-US"/>
              <a:t>Experimental evaluation of the assumption of independence</a:t>
            </a:r>
          </a:p>
        </p:txBody>
      </p:sp>
      <p:sp>
        <p:nvSpPr>
          <p:cNvPr id="4" name="Slide Number Placeholder 3">
            <a:extLst>
              <a:ext uri="{FF2B5EF4-FFF2-40B4-BE49-F238E27FC236}">
                <a16:creationId xmlns:a16="http://schemas.microsoft.com/office/drawing/2014/main" id="{2F1DA9C7-5D14-FF06-39FC-16C3738638FA}"/>
              </a:ext>
            </a:extLst>
          </p:cNvPr>
          <p:cNvSpPr>
            <a:spLocks noGrp="1"/>
          </p:cNvSpPr>
          <p:nvPr>
            <p:ph type="sldNum" sz="quarter" idx="4"/>
          </p:nvPr>
        </p:nvSpPr>
        <p:spPr/>
        <p:txBody>
          <a:bodyPr/>
          <a:lstStyle/>
          <a:p>
            <a:fld id="{B7EB45DA-9A0D-DC49-8E02-F30A5DDC21C3}" type="slidenum">
              <a:rPr lang="en-US"/>
              <a:t>13</a:t>
            </a:fld>
            <a:endParaRPr lang="en-US"/>
          </a:p>
        </p:txBody>
      </p:sp>
      <p:pic>
        <p:nvPicPr>
          <p:cNvPr id="5" name="Picture 4">
            <a:extLst>
              <a:ext uri="{FF2B5EF4-FFF2-40B4-BE49-F238E27FC236}">
                <a16:creationId xmlns:a16="http://schemas.microsoft.com/office/drawing/2014/main" id="{692EA7E1-4541-E5BB-24B3-32011D282661}"/>
              </a:ext>
            </a:extLst>
          </p:cNvPr>
          <p:cNvPicPr>
            <a:picLocks noChangeAspect="1"/>
          </p:cNvPicPr>
          <p:nvPr/>
        </p:nvPicPr>
        <p:blipFill>
          <a:blip r:embed="rId3"/>
          <a:stretch>
            <a:fillRect/>
          </a:stretch>
        </p:blipFill>
        <p:spPr>
          <a:xfrm>
            <a:off x="92775" y="897059"/>
            <a:ext cx="8958450" cy="2052978"/>
          </a:xfrm>
          <a:prstGeom prst="rect">
            <a:avLst/>
          </a:prstGeom>
        </p:spPr>
      </p:pic>
      <p:pic>
        <p:nvPicPr>
          <p:cNvPr id="2050" name="Picture 2" descr="Single Flame Vector Images – Browse 34 ...">
            <a:extLst>
              <a:ext uri="{FF2B5EF4-FFF2-40B4-BE49-F238E27FC236}">
                <a16:creationId xmlns:a16="http://schemas.microsoft.com/office/drawing/2014/main" id="{7BD1D133-FE9B-65B2-110B-4C3B3BC9AA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74" y="3420680"/>
            <a:ext cx="1781175" cy="17811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B501D75-DAD2-ECF2-69CE-E6966B2B840D}"/>
              </a:ext>
            </a:extLst>
          </p:cNvPr>
          <p:cNvSpPr txBox="1"/>
          <p:nvPr/>
        </p:nvSpPr>
        <p:spPr>
          <a:xfrm>
            <a:off x="92774" y="2950037"/>
            <a:ext cx="9144000" cy="923330"/>
          </a:xfrm>
          <a:prstGeom prst="rect">
            <a:avLst/>
          </a:prstGeom>
          <a:noFill/>
        </p:spPr>
        <p:txBody>
          <a:bodyPr wrap="square" rtlCol="0">
            <a:spAutoFit/>
          </a:bodyPr>
          <a:lstStyle/>
          <a:p>
            <a:r>
              <a:rPr lang="en-US" b="0" i="0" u="none" strike="noStrike" dirty="0">
                <a:solidFill>
                  <a:srgbClr val="222222"/>
                </a:solidFill>
                <a:effectLst/>
                <a:latin typeface="Arial" panose="020B0604020202020204" pitchFamily="34" charset="0"/>
              </a:rPr>
              <a:t>Eckhardt Jr, D.E., Caglayan, A.K., Knight, J.C., Lee, L.D., McAllister, D.F., Vouk, M.A. and Kelly, J.P., 1990. </a:t>
            </a:r>
            <a:r>
              <a:rPr lang="en-US" b="0" i="1" u="none" strike="noStrike" dirty="0">
                <a:solidFill>
                  <a:srgbClr val="222222"/>
                </a:solidFill>
                <a:effectLst/>
                <a:latin typeface="Arial" panose="020B0604020202020204" pitchFamily="34" charset="0"/>
              </a:rPr>
              <a:t>An experimental evaluation of software redundancy as a strategy for improving reliability</a:t>
            </a:r>
            <a:r>
              <a:rPr lang="en-US" b="0" i="0" u="none" strike="noStrike" dirty="0">
                <a:solidFill>
                  <a:srgbClr val="222222"/>
                </a:solidFill>
                <a:effectLst/>
                <a:latin typeface="Arial" panose="020B0604020202020204" pitchFamily="34" charset="0"/>
              </a:rPr>
              <a:t> (No. NAS 1.15: 102613).</a:t>
            </a:r>
            <a:endParaRPr lang="en-US" dirty="0"/>
          </a:p>
        </p:txBody>
      </p:sp>
      <p:pic>
        <p:nvPicPr>
          <p:cNvPr id="7" name="Picture 6">
            <a:extLst>
              <a:ext uri="{FF2B5EF4-FFF2-40B4-BE49-F238E27FC236}">
                <a16:creationId xmlns:a16="http://schemas.microsoft.com/office/drawing/2014/main" id="{C6A182ED-687C-C224-1BA2-C27CB0A78CBB}"/>
              </a:ext>
            </a:extLst>
          </p:cNvPr>
          <p:cNvPicPr>
            <a:picLocks noChangeAspect="1"/>
          </p:cNvPicPr>
          <p:nvPr/>
        </p:nvPicPr>
        <p:blipFill>
          <a:blip r:embed="rId5"/>
          <a:stretch>
            <a:fillRect/>
          </a:stretch>
        </p:blipFill>
        <p:spPr>
          <a:xfrm>
            <a:off x="1669162" y="4575175"/>
            <a:ext cx="7772400" cy="1781175"/>
          </a:xfrm>
          <a:prstGeom prst="rect">
            <a:avLst/>
          </a:prstGeom>
        </p:spPr>
      </p:pic>
    </p:spTree>
    <p:extLst>
      <p:ext uri="{BB962C8B-B14F-4D97-AF65-F5344CB8AC3E}">
        <p14:creationId xmlns:p14="http://schemas.microsoft.com/office/powerpoint/2010/main" val="97400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43A0D-4FAC-C519-A290-BC88D916EF7C}"/>
              </a:ext>
            </a:extLst>
          </p:cNvPr>
          <p:cNvSpPr>
            <a:spLocks noGrp="1"/>
          </p:cNvSpPr>
          <p:nvPr>
            <p:ph idx="1"/>
          </p:nvPr>
        </p:nvSpPr>
        <p:spPr>
          <a:xfrm>
            <a:off x="277148" y="1305004"/>
            <a:ext cx="8866852" cy="5166916"/>
          </a:xfrm>
        </p:spPr>
        <p:txBody>
          <a:bodyPr/>
          <a:lstStyle/>
          <a:p>
            <a:r>
              <a:rPr lang="en-US" dirty="0"/>
              <a:t>We will attempt to replicate the Knight &amp; Leveson experiment on N-version programming</a:t>
            </a:r>
          </a:p>
          <a:p>
            <a:r>
              <a:rPr lang="en-US" dirty="0"/>
              <a:t>This time, using LLM-based agents</a:t>
            </a:r>
          </a:p>
          <a:p>
            <a:endParaRPr lang="en-US" dirty="0"/>
          </a:p>
          <a:p>
            <a:pPr marL="0" indent="0">
              <a:buNone/>
            </a:pPr>
            <a:r>
              <a:rPr lang="en-US" dirty="0"/>
              <a:t>(No, I don’t have any idea what will happen, yes, you’re just doing an experiment I’ve been curious about for awhile)</a:t>
            </a:r>
          </a:p>
        </p:txBody>
      </p:sp>
      <p:sp>
        <p:nvSpPr>
          <p:cNvPr id="3" name="Title 2">
            <a:extLst>
              <a:ext uri="{FF2B5EF4-FFF2-40B4-BE49-F238E27FC236}">
                <a16:creationId xmlns:a16="http://schemas.microsoft.com/office/drawing/2014/main" id="{8AE0C6D0-621C-A94E-FCD7-0B2494D809C0}"/>
              </a:ext>
            </a:extLst>
          </p:cNvPr>
          <p:cNvSpPr>
            <a:spLocks noGrp="1"/>
          </p:cNvSpPr>
          <p:nvPr>
            <p:ph type="title"/>
          </p:nvPr>
        </p:nvSpPr>
        <p:spPr/>
        <p:txBody>
          <a:bodyPr>
            <a:normAutofit fontScale="90000"/>
          </a:bodyPr>
          <a:lstStyle/>
          <a:p>
            <a:r>
              <a:rPr lang="en-US" dirty="0"/>
              <a:t>Friday’s lab</a:t>
            </a:r>
          </a:p>
        </p:txBody>
      </p:sp>
      <p:sp>
        <p:nvSpPr>
          <p:cNvPr id="4" name="Slide Number Placeholder 3">
            <a:extLst>
              <a:ext uri="{FF2B5EF4-FFF2-40B4-BE49-F238E27FC236}">
                <a16:creationId xmlns:a16="http://schemas.microsoft.com/office/drawing/2014/main" id="{E839D9A6-DF97-C930-595F-1A7179879D7D}"/>
              </a:ext>
            </a:extLst>
          </p:cNvPr>
          <p:cNvSpPr>
            <a:spLocks noGrp="1"/>
          </p:cNvSpPr>
          <p:nvPr>
            <p:ph type="sldNum" sz="quarter" idx="4"/>
          </p:nvPr>
        </p:nvSpPr>
        <p:spPr/>
        <p:txBody>
          <a:bodyPr/>
          <a:lstStyle/>
          <a:p>
            <a:fld id="{B7EB45DA-9A0D-DC49-8E02-F30A5DDC21C3}" type="slidenum">
              <a:rPr lang="en-US" smtClean="0"/>
              <a:t>14</a:t>
            </a:fld>
            <a:endParaRPr lang="en-US"/>
          </a:p>
        </p:txBody>
      </p:sp>
    </p:spTree>
    <p:extLst>
      <p:ext uri="{BB962C8B-B14F-4D97-AF65-F5344CB8AC3E}">
        <p14:creationId xmlns:p14="http://schemas.microsoft.com/office/powerpoint/2010/main" val="3798207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01C74B-3971-6C2D-B5DC-BFE21A0CCB4A}"/>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A20A20D0-7EAA-A511-2DC3-9C92B903C773}"/>
              </a:ext>
            </a:extLst>
          </p:cNvPr>
          <p:cNvSpPr>
            <a:spLocks noGrp="1"/>
          </p:cNvSpPr>
          <p:nvPr>
            <p:ph type="title"/>
          </p:nvPr>
        </p:nvSpPr>
        <p:spPr/>
        <p:txBody>
          <a:bodyPr>
            <a:normAutofit fontScale="90000"/>
          </a:bodyPr>
          <a:lstStyle/>
          <a:p>
            <a:r>
              <a:rPr lang="en-US" dirty="0"/>
              <a:t>Friday’s lab</a:t>
            </a:r>
          </a:p>
        </p:txBody>
      </p:sp>
      <p:sp>
        <p:nvSpPr>
          <p:cNvPr id="4" name="Slide Number Placeholder 3">
            <a:extLst>
              <a:ext uri="{FF2B5EF4-FFF2-40B4-BE49-F238E27FC236}">
                <a16:creationId xmlns:a16="http://schemas.microsoft.com/office/drawing/2014/main" id="{339EBDDB-718B-05F1-0B15-C709CF03FA0C}"/>
              </a:ext>
            </a:extLst>
          </p:cNvPr>
          <p:cNvSpPr>
            <a:spLocks noGrp="1"/>
          </p:cNvSpPr>
          <p:nvPr>
            <p:ph type="sldNum" sz="quarter" idx="4"/>
          </p:nvPr>
        </p:nvSpPr>
        <p:spPr/>
        <p:txBody>
          <a:bodyPr/>
          <a:lstStyle/>
          <a:p>
            <a:fld id="{B7EB45DA-9A0D-DC49-8E02-F30A5DDC21C3}" type="slidenum">
              <a:rPr lang="en-US" smtClean="0"/>
              <a:t>15</a:t>
            </a:fld>
            <a:endParaRPr lang="en-US"/>
          </a:p>
        </p:txBody>
      </p:sp>
    </p:spTree>
    <p:extLst>
      <p:ext uri="{BB962C8B-B14F-4D97-AF65-F5344CB8AC3E}">
        <p14:creationId xmlns:p14="http://schemas.microsoft.com/office/powerpoint/2010/main" val="3124788125"/>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53014</TotalTime>
  <Words>4656</Words>
  <Application>Microsoft Macintosh PowerPoint</Application>
  <PresentationFormat>On-screen Show (4:3)</PresentationFormat>
  <Paragraphs>488</Paragraphs>
  <Slides>15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Acumin Pro</vt:lpstr>
      <vt:lpstr>Arial</vt:lpstr>
      <vt:lpstr>Calibri</vt:lpstr>
      <vt:lpstr>Times</vt:lpstr>
      <vt:lpstr>Wingdings</vt:lpstr>
      <vt:lpstr>Purdue1</vt:lpstr>
      <vt:lpstr>ECE 50874/595: Advanced Software Engineering</vt:lpstr>
      <vt:lpstr>Introductory remarks</vt:lpstr>
      <vt:lpstr>LEGAL DISCLAIMER</vt:lpstr>
      <vt:lpstr>PowerPoint Presentation</vt:lpstr>
      <vt:lpstr>A comparison of 61508’s position of redundancy and diversity for SW vs HW</vt:lpstr>
      <vt:lpstr>61508 Part 2, Table A.15 – Techniques &amp; measures to control Systematic failures caused by HW design</vt:lpstr>
      <vt:lpstr>The math behind the HW redundancy guidance</vt:lpstr>
      <vt:lpstr>Diversity/Redundancy in Table A.2: SW D&amp;D – SW Arch. Design</vt:lpstr>
      <vt:lpstr>Design diversity: SIL recommendations for HW vs SW</vt:lpstr>
      <vt:lpstr>Design Technique:  Diverse Redundancy With the Same Specification </vt:lpstr>
      <vt:lpstr>Experimental design</vt:lpstr>
      <vt:lpstr>The real experiment</vt:lpstr>
      <vt:lpstr>Experimental evaluation of the assumption of independence</vt:lpstr>
      <vt:lpstr>Friday’s lab</vt:lpstr>
      <vt:lpstr>Friday’s 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James C Davis</cp:lastModifiedBy>
  <cp:revision>386</cp:revision>
  <dcterms:created xsi:type="dcterms:W3CDTF">2020-02-21T23:00:33Z</dcterms:created>
  <dcterms:modified xsi:type="dcterms:W3CDTF">2026-02-13T18:49:42Z</dcterms:modified>
</cp:coreProperties>
</file>